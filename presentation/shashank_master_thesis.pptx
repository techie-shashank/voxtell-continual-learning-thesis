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theme/themeOverride1.xml" ContentType="application/vnd.openxmlformats-officedocument.themeOverr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theme/themeOverride2.xml" ContentType="application/vnd.openxmlformats-officedocument.themeOverr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theme/themeOverride3.xml" ContentType="application/vnd.openxmlformats-officedocument.themeOverrid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theme/themeOverride4.xml" ContentType="application/vnd.openxmlformats-officedocument.themeOverrid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theme/themeOverride5.xml" ContentType="application/vnd.openxmlformats-officedocument.themeOverrid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theme/themeOverride6.xml" ContentType="application/vnd.openxmlformats-officedocument.themeOverr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6" r:id="rId4"/>
  </p:sldMasterIdLst>
  <p:notesMasterIdLst>
    <p:notesMasterId r:id="rId44"/>
  </p:notesMasterIdLst>
  <p:handoutMasterIdLst>
    <p:handoutMasterId r:id="rId45"/>
  </p:handoutMasterIdLst>
  <p:sldIdLst>
    <p:sldId id="386" r:id="rId5"/>
    <p:sldId id="453" r:id="rId6"/>
    <p:sldId id="396" r:id="rId7"/>
    <p:sldId id="463" r:id="rId8"/>
    <p:sldId id="470" r:id="rId9"/>
    <p:sldId id="479" r:id="rId10"/>
    <p:sldId id="481" r:id="rId11"/>
    <p:sldId id="474" r:id="rId12"/>
    <p:sldId id="465" r:id="rId13"/>
    <p:sldId id="467" r:id="rId14"/>
    <p:sldId id="478" r:id="rId15"/>
    <p:sldId id="477" r:id="rId16"/>
    <p:sldId id="482" r:id="rId17"/>
    <p:sldId id="476" r:id="rId18"/>
    <p:sldId id="483" r:id="rId19"/>
    <p:sldId id="498" r:id="rId20"/>
    <p:sldId id="499" r:id="rId21"/>
    <p:sldId id="500" r:id="rId22"/>
    <p:sldId id="501" r:id="rId23"/>
    <p:sldId id="502" r:id="rId24"/>
    <p:sldId id="503" r:id="rId25"/>
    <p:sldId id="504" r:id="rId26"/>
    <p:sldId id="488" r:id="rId27"/>
    <p:sldId id="505" r:id="rId28"/>
    <p:sldId id="506" r:id="rId29"/>
    <p:sldId id="455" r:id="rId30"/>
    <p:sldId id="484" r:id="rId31"/>
    <p:sldId id="497" r:id="rId32"/>
    <p:sldId id="486" r:id="rId33"/>
    <p:sldId id="495" r:id="rId34"/>
    <p:sldId id="494" r:id="rId35"/>
    <p:sldId id="487" r:id="rId36"/>
    <p:sldId id="491" r:id="rId37"/>
    <p:sldId id="492" r:id="rId38"/>
    <p:sldId id="493" r:id="rId39"/>
    <p:sldId id="485" r:id="rId40"/>
    <p:sldId id="496" r:id="rId41"/>
    <p:sldId id="489" r:id="rId42"/>
    <p:sldId id="490" r:id="rId43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B48987AB-810C-4102-9472-B430FD9CEE17}">
          <p14:sldIdLst>
            <p14:sldId id="386"/>
            <p14:sldId id="453"/>
          </p14:sldIdLst>
        </p14:section>
        <p14:section name="Introduction" id="{696BFF32-1C56-4F23-BE1A-01F82A680BA6}">
          <p14:sldIdLst>
            <p14:sldId id="396"/>
            <p14:sldId id="463"/>
            <p14:sldId id="470"/>
          </p14:sldIdLst>
        </p14:section>
        <p14:section name="Related Work" id="{EE67CFAA-DA8E-4573-9955-88D5590B361F}">
          <p14:sldIdLst>
            <p14:sldId id="479"/>
            <p14:sldId id="481"/>
            <p14:sldId id="474"/>
            <p14:sldId id="465"/>
          </p14:sldIdLst>
        </p14:section>
        <p14:section name="Methodology" id="{71B6A861-C11E-40EA-9FDF-2CA9B6BF88C2}">
          <p14:sldIdLst>
            <p14:sldId id="467"/>
            <p14:sldId id="478"/>
            <p14:sldId id="477"/>
          </p14:sldIdLst>
        </p14:section>
        <p14:section name="Experimental Evaluation" id="{A68180C7-72AD-423B-961E-FAF329576A5B}">
          <p14:sldIdLst>
            <p14:sldId id="482"/>
            <p14:sldId id="476"/>
            <p14:sldId id="483"/>
          </p14:sldIdLst>
        </p14:section>
        <p14:section name="Results" id="{6DE7664E-8BA3-4EB4-8E9D-E87D589ED3CA}">
          <p14:sldIdLst>
            <p14:sldId id="498"/>
            <p14:sldId id="499"/>
            <p14:sldId id="500"/>
            <p14:sldId id="501"/>
            <p14:sldId id="502"/>
            <p14:sldId id="503"/>
            <p14:sldId id="504"/>
            <p14:sldId id="488"/>
            <p14:sldId id="505"/>
            <p14:sldId id="506"/>
            <p14:sldId id="455"/>
          </p14:sldIdLst>
        </p14:section>
        <p14:section name="Appendix" id="{C921697E-B7FA-4EFC-B0A9-04907F500E24}">
          <p14:sldIdLst>
            <p14:sldId id="484"/>
            <p14:sldId id="497"/>
            <p14:sldId id="486"/>
            <p14:sldId id="495"/>
            <p14:sldId id="494"/>
            <p14:sldId id="487"/>
            <p14:sldId id="491"/>
            <p14:sldId id="492"/>
            <p14:sldId id="493"/>
            <p14:sldId id="485"/>
            <p14:sldId id="496"/>
            <p14:sldId id="489"/>
            <p14:sldId id="490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41E42"/>
    <a:srgbClr val="595959"/>
    <a:srgbClr val="ED7D31"/>
    <a:srgbClr val="4472C4"/>
    <a:srgbClr val="FFBDA3"/>
    <a:srgbClr val="FFA3A3"/>
    <a:srgbClr val="2F586E"/>
    <a:srgbClr val="04316A"/>
    <a:srgbClr val="8C9FB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A65AFCF-945D-4033-9EDA-7F7D1CA382D4}" v="485" dt="2026-08-13T11:31:12.02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2373" autoAdjust="0"/>
  </p:normalViewPr>
  <p:slideViewPr>
    <p:cSldViewPr snapToGrid="0" showGuides="1">
      <p:cViewPr varScale="1">
        <p:scale>
          <a:sx n="82" d="100"/>
          <a:sy n="82" d="100"/>
        </p:scale>
        <p:origin x="720" y="101"/>
      </p:cViewPr>
      <p:guideLst/>
    </p:cSldViewPr>
  </p:slideViewPr>
  <p:outlineViewPr>
    <p:cViewPr>
      <p:scale>
        <a:sx n="33" d="100"/>
        <a:sy n="33" d="100"/>
      </p:scale>
      <p:origin x="0" y="-2784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33" d="100"/>
        <a:sy n="33" d="100"/>
      </p:scale>
      <p:origin x="0" y="0"/>
    </p:cViewPr>
  </p:sorterViewPr>
  <p:notesViewPr>
    <p:cSldViewPr snapToGrid="0" showGuides="1">
      <p:cViewPr varScale="1">
        <p:scale>
          <a:sx n="80" d="100"/>
          <a:sy n="80" d="100"/>
        </p:scale>
        <p:origin x="3918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viewProps" Target="viewProps.xml"/><Relationship Id="rId50" Type="http://schemas.microsoft.com/office/2016/11/relationships/changesInfo" Target="changesInfos/changesInfo1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handoutMaster" Target="handoutMasters/handout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theme" Target="theme/theme1.xml"/><Relationship Id="rId8" Type="http://schemas.openxmlformats.org/officeDocument/2006/relationships/slide" Target="slides/slide4.xml"/><Relationship Id="rId51" Type="http://schemas.microsoft.com/office/2015/10/relationships/revisionInfo" Target="revisionInfo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presProps" Target="presProps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hashank verma" userId="62a6868b0fd06ef7" providerId="LiveId" clId="{885EAEA9-BCD2-41BA-A143-B717D3634ACA}"/>
    <pc:docChg chg="undo redo custSel addSld delSld modSld sldOrd modMainMaster addSection modSection">
      <pc:chgData name="Shashank verma" userId="62a6868b0fd06ef7" providerId="LiveId" clId="{885EAEA9-BCD2-41BA-A143-B717D3634ACA}" dt="2026-08-13T11:31:12.028" v="21812" actId="20577"/>
      <pc:docMkLst>
        <pc:docMk/>
      </pc:docMkLst>
      <pc:sldChg chg="modSp mod">
        <pc:chgData name="Shashank verma" userId="62a6868b0fd06ef7" providerId="LiveId" clId="{885EAEA9-BCD2-41BA-A143-B717D3634ACA}" dt="2026-08-05T10:56:07.063" v="21293" actId="20577"/>
        <pc:sldMkLst>
          <pc:docMk/>
          <pc:sldMk cId="2553545533" sldId="386"/>
        </pc:sldMkLst>
        <pc:spChg chg="mod">
          <ac:chgData name="Shashank verma" userId="62a6868b0fd06ef7" providerId="LiveId" clId="{885EAEA9-BCD2-41BA-A143-B717D3634ACA}" dt="2026-08-05T10:56:07.063" v="21293" actId="20577"/>
          <ac:spMkLst>
            <pc:docMk/>
            <pc:sldMk cId="2553545533" sldId="386"/>
            <ac:spMk id="10" creationId="{F19DE6B7-F29D-EBF4-CDAC-1902D3F1543D}"/>
          </ac:spMkLst>
        </pc:spChg>
      </pc:sldChg>
      <pc:sldChg chg="ord">
        <pc:chgData name="Shashank verma" userId="62a6868b0fd06ef7" providerId="LiveId" clId="{885EAEA9-BCD2-41BA-A143-B717D3634ACA}" dt="2026-08-05T10:57:17.385" v="21298"/>
        <pc:sldMkLst>
          <pc:docMk/>
          <pc:sldMk cId="1911924865" sldId="455"/>
        </pc:sldMkLst>
      </pc:sldChg>
      <pc:sldChg chg="addSp delSp modSp add mod ord modClrScheme chgLayout">
        <pc:chgData name="Shashank verma" userId="62a6868b0fd06ef7" providerId="LiveId" clId="{885EAEA9-BCD2-41BA-A143-B717D3634ACA}" dt="2026-07-31T17:14:55.980" v="17314" actId="14100"/>
        <pc:sldMkLst>
          <pc:docMk/>
          <pc:sldMk cId="1551901435" sldId="465"/>
        </pc:sldMkLst>
        <pc:spChg chg="add mod">
          <ac:chgData name="Shashank verma" userId="62a6868b0fd06ef7" providerId="LiveId" clId="{885EAEA9-BCD2-41BA-A143-B717D3634ACA}" dt="2026-07-31T17:14:55.980" v="17314" actId="14100"/>
          <ac:spMkLst>
            <pc:docMk/>
            <pc:sldMk cId="1551901435" sldId="465"/>
            <ac:spMk id="15" creationId="{1EE5A1BD-D24A-5F63-CC12-75C40D8F8208}"/>
          </ac:spMkLst>
        </pc:spChg>
        <pc:spChg chg="add mod ord">
          <ac:chgData name="Shashank verma" userId="62a6868b0fd06ef7" providerId="LiveId" clId="{885EAEA9-BCD2-41BA-A143-B717D3634ACA}" dt="2026-07-31T17:13:39.334" v="17306" actId="14100"/>
          <ac:spMkLst>
            <pc:docMk/>
            <pc:sldMk cId="1551901435" sldId="465"/>
            <ac:spMk id="21" creationId="{ECF0DC38-186C-C1EB-C256-D40CECFF146E}"/>
          </ac:spMkLst>
        </pc:spChg>
        <pc:picChg chg="add mod">
          <ac:chgData name="Shashank verma" userId="62a6868b0fd06ef7" providerId="LiveId" clId="{885EAEA9-BCD2-41BA-A143-B717D3634ACA}" dt="2026-07-31T17:12:06.699" v="17270" actId="1076"/>
          <ac:picMkLst>
            <pc:docMk/>
            <pc:sldMk cId="1551901435" sldId="465"/>
            <ac:picMk id="6" creationId="{3AA21968-EA25-C1C2-5318-D38A8180775F}"/>
          </ac:picMkLst>
        </pc:picChg>
      </pc:sldChg>
      <pc:sldChg chg="addSp delSp modSp add mod modClrScheme chgLayout">
        <pc:chgData name="Shashank verma" userId="62a6868b0fd06ef7" providerId="LiveId" clId="{885EAEA9-BCD2-41BA-A143-B717D3634ACA}" dt="2026-08-02T18:05:36.943" v="20482" actId="20577"/>
        <pc:sldMkLst>
          <pc:docMk/>
          <pc:sldMk cId="4094888506" sldId="476"/>
        </pc:sldMkLst>
        <pc:spChg chg="add mod">
          <ac:chgData name="Shashank verma" userId="62a6868b0fd06ef7" providerId="LiveId" clId="{885EAEA9-BCD2-41BA-A143-B717D3634ACA}" dt="2026-08-02T18:05:36.943" v="20482" actId="20577"/>
          <ac:spMkLst>
            <pc:docMk/>
            <pc:sldMk cId="4094888506" sldId="476"/>
            <ac:spMk id="15" creationId="{8B750705-5D47-625C-683F-32539BCC80C1}"/>
          </ac:spMkLst>
        </pc:spChg>
        <pc:spChg chg="add mod">
          <ac:chgData name="Shashank verma" userId="62a6868b0fd06ef7" providerId="LiveId" clId="{885EAEA9-BCD2-41BA-A143-B717D3634ACA}" dt="2026-08-02T12:37:51.850" v="17892" actId="20577"/>
          <ac:spMkLst>
            <pc:docMk/>
            <pc:sldMk cId="4094888506" sldId="476"/>
            <ac:spMk id="20" creationId="{7072E612-0F12-C62D-277E-57FF114FE95C}"/>
          </ac:spMkLst>
        </pc:spChg>
        <pc:spChg chg="add mod">
          <ac:chgData name="Shashank verma" userId="62a6868b0fd06ef7" providerId="LiveId" clId="{885EAEA9-BCD2-41BA-A143-B717D3634ACA}" dt="2026-08-02T18:04:52.042" v="20433" actId="1076"/>
          <ac:spMkLst>
            <pc:docMk/>
            <pc:sldMk cId="4094888506" sldId="476"/>
            <ac:spMk id="22" creationId="{2790F76F-EF4F-B2FB-8A39-083E6CEA57B3}"/>
          </ac:spMkLst>
        </pc:spChg>
        <pc:graphicFrameChg chg="add del mod modGraphic">
          <ac:chgData name="Shashank verma" userId="62a6868b0fd06ef7" providerId="LiveId" clId="{885EAEA9-BCD2-41BA-A143-B717D3634ACA}" dt="2026-08-02T12:31:36.794" v="17613" actId="1076"/>
          <ac:graphicFrameMkLst>
            <pc:docMk/>
            <pc:sldMk cId="4094888506" sldId="476"/>
            <ac:graphicFrameMk id="7" creationId="{D88FDD90-BC3B-8E1E-BBAD-6E94E35069B9}"/>
          </ac:graphicFrameMkLst>
        </pc:graphicFrameChg>
        <pc:picChg chg="add mod">
          <ac:chgData name="Shashank verma" userId="62a6868b0fd06ef7" providerId="LiveId" clId="{885EAEA9-BCD2-41BA-A143-B717D3634ACA}" dt="2026-08-02T12:29:28.141" v="17544" actId="1035"/>
          <ac:picMkLst>
            <pc:docMk/>
            <pc:sldMk cId="4094888506" sldId="476"/>
            <ac:picMk id="18" creationId="{03C3A28F-0726-8853-2668-FBC34DB4059E}"/>
          </ac:picMkLst>
        </pc:picChg>
      </pc:sldChg>
      <pc:sldChg chg="addSp delSp modSp add mod ord modClrScheme chgLayout">
        <pc:chgData name="Shashank verma" userId="62a6868b0fd06ef7" providerId="LiveId" clId="{885EAEA9-BCD2-41BA-A143-B717D3634ACA}" dt="2026-07-31T17:18:10.694" v="17318"/>
        <pc:sldMkLst>
          <pc:docMk/>
          <pc:sldMk cId="3408126876" sldId="482"/>
        </pc:sldMkLst>
        <pc:spChg chg="add mod">
          <ac:chgData name="Shashank verma" userId="62a6868b0fd06ef7" providerId="LiveId" clId="{885EAEA9-BCD2-41BA-A143-B717D3634ACA}" dt="2026-07-31T17:18:10.694" v="17318"/>
          <ac:spMkLst>
            <pc:docMk/>
            <pc:sldMk cId="3408126876" sldId="482"/>
            <ac:spMk id="26" creationId="{AB64D8A7-CC94-B58E-866D-D4C9174BD2A0}"/>
          </ac:spMkLst>
        </pc:spChg>
      </pc:sldChg>
      <pc:sldChg chg="addSp delSp modSp add mod modClrScheme chgLayout">
        <pc:chgData name="Shashank verma" userId="62a6868b0fd06ef7" providerId="LiveId" clId="{885EAEA9-BCD2-41BA-A143-B717D3634ACA}" dt="2026-08-05T10:05:19.009" v="21099" actId="20577"/>
        <pc:sldMkLst>
          <pc:docMk/>
          <pc:sldMk cId="3892112390" sldId="483"/>
        </pc:sldMkLst>
        <pc:spChg chg="add del mod">
          <ac:chgData name="Shashank verma" userId="62a6868b0fd06ef7" providerId="LiveId" clId="{885EAEA9-BCD2-41BA-A143-B717D3634ACA}" dt="2026-07-28T12:09:00.947" v="17112" actId="478"/>
          <ac:spMkLst>
            <pc:docMk/>
            <pc:sldMk cId="3892112390" sldId="483"/>
            <ac:spMk id="27" creationId="{26C37BBE-32DA-F8DC-732F-1F9A69C6D934}"/>
          </ac:spMkLst>
        </pc:spChg>
        <pc:spChg chg="add mod">
          <ac:chgData name="Shashank verma" userId="62a6868b0fd06ef7" providerId="LiveId" clId="{885EAEA9-BCD2-41BA-A143-B717D3634ACA}" dt="2026-07-28T11:30:29.387" v="17093" actId="14100"/>
          <ac:spMkLst>
            <pc:docMk/>
            <pc:sldMk cId="3892112390" sldId="483"/>
            <ac:spMk id="34" creationId="{4381B1F8-BF84-7B1E-4325-313D131AD9CF}"/>
          </ac:spMkLst>
        </pc:spChg>
        <pc:spChg chg="add mod">
          <ac:chgData name="Shashank verma" userId="62a6868b0fd06ef7" providerId="LiveId" clId="{885EAEA9-BCD2-41BA-A143-B717D3634ACA}" dt="2026-07-28T11:30:43.786" v="17095" actId="1076"/>
          <ac:spMkLst>
            <pc:docMk/>
            <pc:sldMk cId="3892112390" sldId="483"/>
            <ac:spMk id="38" creationId="{6671119A-788B-9CB4-1ACC-C0F5E3467741}"/>
          </ac:spMkLst>
        </pc:spChg>
        <pc:graphicFrameChg chg="add mod modGraphic">
          <ac:chgData name="Shashank verma" userId="62a6868b0fd06ef7" providerId="LiveId" clId="{885EAEA9-BCD2-41BA-A143-B717D3634ACA}" dt="2026-08-05T10:05:19.009" v="21099" actId="20577"/>
          <ac:graphicFrameMkLst>
            <pc:docMk/>
            <pc:sldMk cId="3892112390" sldId="483"/>
            <ac:graphicFrameMk id="3" creationId="{3222371C-15D7-2692-A08F-B19F49200C89}"/>
          </ac:graphicFrameMkLst>
        </pc:graphicFrameChg>
        <pc:picChg chg="add mod modCrop">
          <ac:chgData name="Shashank verma" userId="62a6868b0fd06ef7" providerId="LiveId" clId="{885EAEA9-BCD2-41BA-A143-B717D3634ACA}" dt="2026-07-28T11:30:39.144" v="17094" actId="14100"/>
          <ac:picMkLst>
            <pc:docMk/>
            <pc:sldMk cId="3892112390" sldId="483"/>
            <ac:picMk id="22" creationId="{0E5BDECD-1E6E-5E2D-F1D7-C950AC704684}"/>
          </ac:picMkLst>
        </pc:picChg>
        <pc:picChg chg="add mod modCrop">
          <ac:chgData name="Shashank verma" userId="62a6868b0fd06ef7" providerId="LiveId" clId="{885EAEA9-BCD2-41BA-A143-B717D3634ACA}" dt="2026-07-28T11:30:22.597" v="17092" actId="14100"/>
          <ac:picMkLst>
            <pc:docMk/>
            <pc:sldMk cId="3892112390" sldId="483"/>
            <ac:picMk id="36" creationId="{02FCDEC0-8118-6E2F-C3D8-7C7933929F49}"/>
          </ac:picMkLst>
        </pc:picChg>
      </pc:sldChg>
      <pc:sldChg chg="addSp delSp modSp add mod ord modClrScheme chgLayout">
        <pc:chgData name="Shashank verma" userId="62a6868b0fd06ef7" providerId="LiveId" clId="{885EAEA9-BCD2-41BA-A143-B717D3634ACA}" dt="2026-08-02T13:02:34.735" v="17898"/>
        <pc:sldMkLst>
          <pc:docMk/>
          <pc:sldMk cId="323802142" sldId="484"/>
        </pc:sldMkLst>
        <pc:graphicFrameChg chg="add mod modGraphic">
          <ac:chgData name="Shashank verma" userId="62a6868b0fd06ef7" providerId="LiveId" clId="{885EAEA9-BCD2-41BA-A143-B717D3634ACA}" dt="2026-07-28T11:07:55.620" v="17013" actId="20577"/>
          <ac:graphicFrameMkLst>
            <pc:docMk/>
            <pc:sldMk cId="323802142" sldId="484"/>
            <ac:graphicFrameMk id="2" creationId="{0A310307-4B79-7116-F697-EEB2286ECAC6}"/>
          </ac:graphicFrameMkLst>
        </pc:graphicFrameChg>
      </pc:sldChg>
      <pc:sldChg chg="addSp modSp add mod ord">
        <pc:chgData name="Shashank verma" userId="62a6868b0fd06ef7" providerId="LiveId" clId="{885EAEA9-BCD2-41BA-A143-B717D3634ACA}" dt="2026-08-02T13:02:34.735" v="17898"/>
        <pc:sldMkLst>
          <pc:docMk/>
          <pc:sldMk cId="3864687247" sldId="485"/>
        </pc:sldMkLst>
      </pc:sldChg>
      <pc:sldChg chg="modSp add mod ord">
        <pc:chgData name="Shashank verma" userId="62a6868b0fd06ef7" providerId="LiveId" clId="{885EAEA9-BCD2-41BA-A143-B717D3634ACA}" dt="2026-08-02T13:33:52.496" v="18318" actId="20578"/>
        <pc:sldMkLst>
          <pc:docMk/>
          <pc:sldMk cId="1710565094" sldId="486"/>
        </pc:sldMkLst>
        <pc:spChg chg="mod">
          <ac:chgData name="Shashank verma" userId="62a6868b0fd06ef7" providerId="LiveId" clId="{885EAEA9-BCD2-41BA-A143-B717D3634ACA}" dt="2026-07-27T16:49:20.305" v="16863" actId="20577"/>
          <ac:spMkLst>
            <pc:docMk/>
            <pc:sldMk cId="1710565094" sldId="486"/>
            <ac:spMk id="21" creationId="{091ECC0A-5DE8-7484-F541-6A602D792037}"/>
          </ac:spMkLst>
        </pc:spChg>
      </pc:sldChg>
      <pc:sldChg chg="modSp add mod ord">
        <pc:chgData name="Shashank verma" userId="62a6868b0fd06ef7" providerId="LiveId" clId="{885EAEA9-BCD2-41BA-A143-B717D3634ACA}" dt="2026-08-02T13:02:34.735" v="17898"/>
        <pc:sldMkLst>
          <pc:docMk/>
          <pc:sldMk cId="2400684397" sldId="487"/>
        </pc:sldMkLst>
        <pc:spChg chg="mod">
          <ac:chgData name="Shashank verma" userId="62a6868b0fd06ef7" providerId="LiveId" clId="{885EAEA9-BCD2-41BA-A143-B717D3634ACA}" dt="2026-07-27T15:59:19.903" v="16551" actId="20577"/>
          <ac:spMkLst>
            <pc:docMk/>
            <pc:sldMk cId="2400684397" sldId="487"/>
            <ac:spMk id="21" creationId="{8BA4E651-987C-4A04-6C7C-D75E036BBB5D}"/>
          </ac:spMkLst>
        </pc:spChg>
      </pc:sldChg>
      <pc:sldChg chg="addSp delSp modSp add mod ord">
        <pc:chgData name="Shashank verma" userId="62a6868b0fd06ef7" providerId="LiveId" clId="{885EAEA9-BCD2-41BA-A143-B717D3634ACA}" dt="2026-08-12T17:19:48.249" v="21494" actId="14100"/>
        <pc:sldMkLst>
          <pc:docMk/>
          <pc:sldMk cId="3177042611" sldId="488"/>
        </pc:sldMkLst>
        <pc:spChg chg="mod">
          <ac:chgData name="Shashank verma" userId="62a6868b0fd06ef7" providerId="LiveId" clId="{885EAEA9-BCD2-41BA-A143-B717D3634ACA}" dt="2026-08-05T10:48:50.906" v="21228" actId="14100"/>
          <ac:spMkLst>
            <pc:docMk/>
            <pc:sldMk cId="3177042611" sldId="488"/>
            <ac:spMk id="4" creationId="{3A1F6F41-FE29-F0D7-43E0-ADFDD953FBED}"/>
          </ac:spMkLst>
        </pc:spChg>
        <pc:spChg chg="add mod">
          <ac:chgData name="Shashank verma" userId="62a6868b0fd06ef7" providerId="LiveId" clId="{885EAEA9-BCD2-41BA-A143-B717D3634ACA}" dt="2026-08-05T10:55:04.939" v="21278" actId="20577"/>
          <ac:spMkLst>
            <pc:docMk/>
            <pc:sldMk cId="3177042611" sldId="488"/>
            <ac:spMk id="16" creationId="{4A66C781-2052-CEA4-00C5-DE1F6B0F4F54}"/>
          </ac:spMkLst>
        </pc:spChg>
        <pc:spChg chg="add mod">
          <ac:chgData name="Shashank verma" userId="62a6868b0fd06ef7" providerId="LiveId" clId="{885EAEA9-BCD2-41BA-A143-B717D3634ACA}" dt="2026-08-05T10:55:17.504" v="21281" actId="1076"/>
          <ac:spMkLst>
            <pc:docMk/>
            <pc:sldMk cId="3177042611" sldId="488"/>
            <ac:spMk id="18" creationId="{88ED50DA-9827-807F-6D9A-8F9D25E346E6}"/>
          </ac:spMkLst>
        </pc:spChg>
        <pc:spChg chg="add mod">
          <ac:chgData name="Shashank verma" userId="62a6868b0fd06ef7" providerId="LiveId" clId="{885EAEA9-BCD2-41BA-A143-B717D3634ACA}" dt="2026-08-05T10:55:13.248" v="21280" actId="1076"/>
          <ac:spMkLst>
            <pc:docMk/>
            <pc:sldMk cId="3177042611" sldId="488"/>
            <ac:spMk id="20" creationId="{EDB4DCF9-F53C-B94E-62A8-52EFBD7EA7A5}"/>
          </ac:spMkLst>
        </pc:spChg>
        <pc:spChg chg="mod">
          <ac:chgData name="Shashank verma" userId="62a6868b0fd06ef7" providerId="LiveId" clId="{885EAEA9-BCD2-41BA-A143-B717D3634ACA}" dt="2026-08-05T10:49:08.827" v="21231" actId="14100"/>
          <ac:spMkLst>
            <pc:docMk/>
            <pc:sldMk cId="3177042611" sldId="488"/>
            <ac:spMk id="37" creationId="{FD5C6E41-2001-7774-ADD6-4FA2A7985806}"/>
          </ac:spMkLst>
        </pc:spChg>
        <pc:graphicFrameChg chg="add mod">
          <ac:chgData name="Shashank verma" userId="62a6868b0fd06ef7" providerId="LiveId" clId="{885EAEA9-BCD2-41BA-A143-B717D3634ACA}" dt="2026-08-12T17:19:48.249" v="21494" actId="14100"/>
          <ac:graphicFrameMkLst>
            <pc:docMk/>
            <pc:sldMk cId="3177042611" sldId="488"/>
            <ac:graphicFrameMk id="5" creationId="{53D06700-3DAD-77CC-2E37-5D980AE92064}"/>
          </ac:graphicFrameMkLst>
        </pc:graphicFrameChg>
      </pc:sldChg>
      <pc:sldChg chg="modSp add mod ord">
        <pc:chgData name="Shashank verma" userId="62a6868b0fd06ef7" providerId="LiveId" clId="{885EAEA9-BCD2-41BA-A143-B717D3634ACA}" dt="2026-08-02T13:02:34.735" v="17898"/>
        <pc:sldMkLst>
          <pc:docMk/>
          <pc:sldMk cId="3210747057" sldId="489"/>
        </pc:sldMkLst>
      </pc:sldChg>
      <pc:sldChg chg="addSp delSp modSp add mod ord">
        <pc:chgData name="Shashank verma" userId="62a6868b0fd06ef7" providerId="LiveId" clId="{885EAEA9-BCD2-41BA-A143-B717D3634ACA}" dt="2026-08-02T13:02:34.735" v="17898"/>
        <pc:sldMkLst>
          <pc:docMk/>
          <pc:sldMk cId="4054042269" sldId="490"/>
        </pc:sldMkLst>
        <pc:spChg chg="add mod">
          <ac:chgData name="Shashank verma" userId="62a6868b0fd06ef7" providerId="LiveId" clId="{885EAEA9-BCD2-41BA-A143-B717D3634ACA}" dt="2026-07-16T11:06:25.712" v="16539" actId="1076"/>
          <ac:spMkLst>
            <pc:docMk/>
            <pc:sldMk cId="4054042269" sldId="490"/>
            <ac:spMk id="12" creationId="{A0D7EB8F-E969-BE22-17DD-7E1C8AF54DD2}"/>
          </ac:spMkLst>
        </pc:spChg>
      </pc:sldChg>
      <pc:sldChg chg="modSp add mod ord">
        <pc:chgData name="Shashank verma" userId="62a6868b0fd06ef7" providerId="LiveId" clId="{885EAEA9-BCD2-41BA-A143-B717D3634ACA}" dt="2026-08-02T13:02:34.735" v="17898"/>
        <pc:sldMkLst>
          <pc:docMk/>
          <pc:sldMk cId="3511453548" sldId="491"/>
        </pc:sldMkLst>
        <pc:spChg chg="mod">
          <ac:chgData name="Shashank verma" userId="62a6868b0fd06ef7" providerId="LiveId" clId="{885EAEA9-BCD2-41BA-A143-B717D3634ACA}" dt="2026-07-27T16:00:57.391" v="16556" actId="20577"/>
          <ac:spMkLst>
            <pc:docMk/>
            <pc:sldMk cId="3511453548" sldId="491"/>
            <ac:spMk id="21" creationId="{F25D7C37-55BC-685F-A8E8-17907CAF4F24}"/>
          </ac:spMkLst>
        </pc:spChg>
        <pc:spChg chg="mod">
          <ac:chgData name="Shashank verma" userId="62a6868b0fd06ef7" providerId="LiveId" clId="{885EAEA9-BCD2-41BA-A143-B717D3634ACA}" dt="2026-07-27T16:10:33.352" v="16603" actId="20577"/>
          <ac:spMkLst>
            <pc:docMk/>
            <pc:sldMk cId="3511453548" sldId="491"/>
            <ac:spMk id="23" creationId="{F165F093-A5CA-034E-BA39-CF8519DFB726}"/>
          </ac:spMkLst>
        </pc:spChg>
        <pc:graphicFrameChg chg="mod modGraphic">
          <ac:chgData name="Shashank verma" userId="62a6868b0fd06ef7" providerId="LiveId" clId="{885EAEA9-BCD2-41BA-A143-B717D3634ACA}" dt="2026-07-27T16:09:30.733" v="16579"/>
          <ac:graphicFrameMkLst>
            <pc:docMk/>
            <pc:sldMk cId="3511453548" sldId="491"/>
            <ac:graphicFrameMk id="2" creationId="{38816A3C-F39A-189A-007F-59506266742A}"/>
          </ac:graphicFrameMkLst>
        </pc:graphicFrameChg>
      </pc:sldChg>
      <pc:sldChg chg="modSp add mod ord">
        <pc:chgData name="Shashank verma" userId="62a6868b0fd06ef7" providerId="LiveId" clId="{885EAEA9-BCD2-41BA-A143-B717D3634ACA}" dt="2026-08-02T13:02:34.735" v="17898"/>
        <pc:sldMkLst>
          <pc:docMk/>
          <pc:sldMk cId="536454129" sldId="492"/>
        </pc:sldMkLst>
        <pc:spChg chg="mod">
          <ac:chgData name="Shashank verma" userId="62a6868b0fd06ef7" providerId="LiveId" clId="{885EAEA9-BCD2-41BA-A143-B717D3634ACA}" dt="2026-07-27T16:10:59.907" v="16608" actId="20577"/>
          <ac:spMkLst>
            <pc:docMk/>
            <pc:sldMk cId="536454129" sldId="492"/>
            <ac:spMk id="21" creationId="{F3DC872F-B876-E0B2-CAB0-2D1F64A7565F}"/>
          </ac:spMkLst>
        </pc:spChg>
        <pc:spChg chg="mod">
          <ac:chgData name="Shashank verma" userId="62a6868b0fd06ef7" providerId="LiveId" clId="{885EAEA9-BCD2-41BA-A143-B717D3634ACA}" dt="2026-07-27T16:23:22.980" v="16685" actId="20577"/>
          <ac:spMkLst>
            <pc:docMk/>
            <pc:sldMk cId="536454129" sldId="492"/>
            <ac:spMk id="23" creationId="{8BBA803B-ED95-917A-C45D-BACA95853E32}"/>
          </ac:spMkLst>
        </pc:spChg>
        <pc:graphicFrameChg chg="mod modGraphic">
          <ac:chgData name="Shashank verma" userId="62a6868b0fd06ef7" providerId="LiveId" clId="{885EAEA9-BCD2-41BA-A143-B717D3634ACA}" dt="2026-07-27T16:27:39.252" v="16721"/>
          <ac:graphicFrameMkLst>
            <pc:docMk/>
            <pc:sldMk cId="536454129" sldId="492"/>
            <ac:graphicFrameMk id="2" creationId="{7E9AB735-7176-084D-247A-7E17C4034FC7}"/>
          </ac:graphicFrameMkLst>
        </pc:graphicFrameChg>
      </pc:sldChg>
      <pc:sldChg chg="modSp add mod ord">
        <pc:chgData name="Shashank verma" userId="62a6868b0fd06ef7" providerId="LiveId" clId="{885EAEA9-BCD2-41BA-A143-B717D3634ACA}" dt="2026-08-02T13:02:34.735" v="17898"/>
        <pc:sldMkLst>
          <pc:docMk/>
          <pc:sldMk cId="3508208784" sldId="493"/>
        </pc:sldMkLst>
        <pc:spChg chg="mod">
          <ac:chgData name="Shashank verma" userId="62a6868b0fd06ef7" providerId="LiveId" clId="{885EAEA9-BCD2-41BA-A143-B717D3634ACA}" dt="2026-07-27T16:24:20.382" v="16705" actId="20577"/>
          <ac:spMkLst>
            <pc:docMk/>
            <pc:sldMk cId="3508208784" sldId="493"/>
            <ac:spMk id="21" creationId="{18AE3B9C-CEBE-0E07-7E10-FE34F9740224}"/>
          </ac:spMkLst>
        </pc:spChg>
        <pc:spChg chg="mod">
          <ac:chgData name="Shashank verma" userId="62a6868b0fd06ef7" providerId="LiveId" clId="{885EAEA9-BCD2-41BA-A143-B717D3634ACA}" dt="2026-07-27T16:28:49.047" v="16743" actId="20577"/>
          <ac:spMkLst>
            <pc:docMk/>
            <pc:sldMk cId="3508208784" sldId="493"/>
            <ac:spMk id="23" creationId="{63367631-747F-1B29-11DD-F3AB45EE7FD5}"/>
          </ac:spMkLst>
        </pc:spChg>
        <pc:graphicFrameChg chg="mod modGraphic">
          <ac:chgData name="Shashank verma" userId="62a6868b0fd06ef7" providerId="LiveId" clId="{885EAEA9-BCD2-41BA-A143-B717D3634ACA}" dt="2026-07-27T16:28:08.268" v="16723"/>
          <ac:graphicFrameMkLst>
            <pc:docMk/>
            <pc:sldMk cId="3508208784" sldId="493"/>
            <ac:graphicFrameMk id="2" creationId="{75D0EFC6-54EF-BE03-148C-80B0F0D6220F}"/>
          </ac:graphicFrameMkLst>
        </pc:graphicFrameChg>
      </pc:sldChg>
      <pc:sldChg chg="modSp add mod ord">
        <pc:chgData name="Shashank verma" userId="62a6868b0fd06ef7" providerId="LiveId" clId="{885EAEA9-BCD2-41BA-A143-B717D3634ACA}" dt="2026-08-02T13:02:34.735" v="17898"/>
        <pc:sldMkLst>
          <pc:docMk/>
          <pc:sldMk cId="802709788" sldId="494"/>
        </pc:sldMkLst>
        <pc:spChg chg="mod">
          <ac:chgData name="Shashank verma" userId="62a6868b0fd06ef7" providerId="LiveId" clId="{885EAEA9-BCD2-41BA-A143-B717D3634ACA}" dt="2026-07-27T16:31:07.873" v="16756" actId="20577"/>
          <ac:spMkLst>
            <pc:docMk/>
            <pc:sldMk cId="802709788" sldId="494"/>
            <ac:spMk id="21" creationId="{84F16942-2BD2-FB69-55F8-03D0A5F0F896}"/>
          </ac:spMkLst>
        </pc:spChg>
        <pc:spChg chg="mod">
          <ac:chgData name="Shashank verma" userId="62a6868b0fd06ef7" providerId="LiveId" clId="{885EAEA9-BCD2-41BA-A143-B717D3634ACA}" dt="2026-07-27T16:46:06.133" v="16844" actId="20577"/>
          <ac:spMkLst>
            <pc:docMk/>
            <pc:sldMk cId="802709788" sldId="494"/>
            <ac:spMk id="23" creationId="{95BDA0C7-5A45-30AD-D1BA-00D600AD5F92}"/>
          </ac:spMkLst>
        </pc:spChg>
        <pc:graphicFrameChg chg="mod modGraphic">
          <ac:chgData name="Shashank verma" userId="62a6868b0fd06ef7" providerId="LiveId" clId="{885EAEA9-BCD2-41BA-A143-B717D3634ACA}" dt="2026-07-28T11:10:55.687" v="17029" actId="14734"/>
          <ac:graphicFrameMkLst>
            <pc:docMk/>
            <pc:sldMk cId="802709788" sldId="494"/>
            <ac:graphicFrameMk id="2" creationId="{D8B88A8E-E632-530B-35B2-D8A720E63DEF}"/>
          </ac:graphicFrameMkLst>
        </pc:graphicFrameChg>
      </pc:sldChg>
      <pc:sldChg chg="modSp add mod ord">
        <pc:chgData name="Shashank verma" userId="62a6868b0fd06ef7" providerId="LiveId" clId="{885EAEA9-BCD2-41BA-A143-B717D3634ACA}" dt="2026-08-02T13:02:34.735" v="17898"/>
        <pc:sldMkLst>
          <pc:docMk/>
          <pc:sldMk cId="2390018334" sldId="495"/>
        </pc:sldMkLst>
        <pc:spChg chg="mod">
          <ac:chgData name="Shashank verma" userId="62a6868b0fd06ef7" providerId="LiveId" clId="{885EAEA9-BCD2-41BA-A143-B717D3634ACA}" dt="2026-07-27T16:49:53.009" v="16868" actId="20577"/>
          <ac:spMkLst>
            <pc:docMk/>
            <pc:sldMk cId="2390018334" sldId="495"/>
            <ac:spMk id="21" creationId="{97686960-B85D-5373-1A62-BA2F07042044}"/>
          </ac:spMkLst>
        </pc:spChg>
        <pc:spChg chg="mod">
          <ac:chgData name="Shashank verma" userId="62a6868b0fd06ef7" providerId="LiveId" clId="{885EAEA9-BCD2-41BA-A143-B717D3634ACA}" dt="2026-07-27T17:01:07.789" v="16903" actId="20577"/>
          <ac:spMkLst>
            <pc:docMk/>
            <pc:sldMk cId="2390018334" sldId="495"/>
            <ac:spMk id="23" creationId="{498E4CF5-428D-8206-B265-09EC5CE8725B}"/>
          </ac:spMkLst>
        </pc:spChg>
        <pc:graphicFrameChg chg="mod modGraphic">
          <ac:chgData name="Shashank verma" userId="62a6868b0fd06ef7" providerId="LiveId" clId="{885EAEA9-BCD2-41BA-A143-B717D3634ACA}" dt="2026-07-27T16:59:47.794" v="16881" actId="207"/>
          <ac:graphicFrameMkLst>
            <pc:docMk/>
            <pc:sldMk cId="2390018334" sldId="495"/>
            <ac:graphicFrameMk id="2" creationId="{691AB535-918E-7577-2E4A-7B6379535305}"/>
          </ac:graphicFrameMkLst>
        </pc:graphicFrameChg>
      </pc:sldChg>
      <pc:sldChg chg="modSp add mod ord">
        <pc:chgData name="Shashank verma" userId="62a6868b0fd06ef7" providerId="LiveId" clId="{885EAEA9-BCD2-41BA-A143-B717D3634ACA}" dt="2026-08-02T13:02:34.735" v="17898"/>
        <pc:sldMkLst>
          <pc:docMk/>
          <pc:sldMk cId="3391790003" sldId="496"/>
        </pc:sldMkLst>
        <pc:spChg chg="mod">
          <ac:chgData name="Shashank verma" userId="62a6868b0fd06ef7" providerId="LiveId" clId="{885EAEA9-BCD2-41BA-A143-B717D3634ACA}" dt="2026-07-28T10:59:52.662" v="16916" actId="20577"/>
          <ac:spMkLst>
            <pc:docMk/>
            <pc:sldMk cId="3391790003" sldId="496"/>
            <ac:spMk id="21" creationId="{5F32F43F-E0E2-A57C-5B12-A9380C07A65E}"/>
          </ac:spMkLst>
        </pc:spChg>
        <pc:spChg chg="mod">
          <ac:chgData name="Shashank verma" userId="62a6868b0fd06ef7" providerId="LiveId" clId="{885EAEA9-BCD2-41BA-A143-B717D3634ACA}" dt="2026-07-28T11:06:07.589" v="16958" actId="20577"/>
          <ac:spMkLst>
            <pc:docMk/>
            <pc:sldMk cId="3391790003" sldId="496"/>
            <ac:spMk id="23" creationId="{06EE7F6B-131F-90C9-E604-9E82880F9C19}"/>
          </ac:spMkLst>
        </pc:spChg>
        <pc:graphicFrameChg chg="mod modGraphic">
          <ac:chgData name="Shashank verma" userId="62a6868b0fd06ef7" providerId="LiveId" clId="{885EAEA9-BCD2-41BA-A143-B717D3634ACA}" dt="2026-07-28T11:04:48.743" v="16936"/>
          <ac:graphicFrameMkLst>
            <pc:docMk/>
            <pc:sldMk cId="3391790003" sldId="496"/>
            <ac:graphicFrameMk id="2" creationId="{98C7E9E0-1BD2-33B3-B71C-7C19614CF47D}"/>
          </ac:graphicFrameMkLst>
        </pc:graphicFrameChg>
      </pc:sldChg>
      <pc:sldChg chg="modSp add mod ord">
        <pc:chgData name="Shashank verma" userId="62a6868b0fd06ef7" providerId="LiveId" clId="{885EAEA9-BCD2-41BA-A143-B717D3634ACA}" dt="2026-08-02T13:02:34.735" v="17898"/>
        <pc:sldMkLst>
          <pc:docMk/>
          <pc:sldMk cId="4099975554" sldId="497"/>
        </pc:sldMkLst>
        <pc:spChg chg="mod">
          <ac:chgData name="Shashank verma" userId="62a6868b0fd06ef7" providerId="LiveId" clId="{885EAEA9-BCD2-41BA-A143-B717D3634ACA}" dt="2026-07-28T11:09:18.001" v="17026" actId="20577"/>
          <ac:spMkLst>
            <pc:docMk/>
            <pc:sldMk cId="4099975554" sldId="497"/>
            <ac:spMk id="21" creationId="{F9EE3B2D-2B2C-E533-ED63-48B9289CCF5A}"/>
          </ac:spMkLst>
        </pc:spChg>
        <pc:spChg chg="mod">
          <ac:chgData name="Shashank verma" userId="62a6868b0fd06ef7" providerId="LiveId" clId="{885EAEA9-BCD2-41BA-A143-B717D3634ACA}" dt="2026-07-28T11:15:10.897" v="17060" actId="20577"/>
          <ac:spMkLst>
            <pc:docMk/>
            <pc:sldMk cId="4099975554" sldId="497"/>
            <ac:spMk id="23" creationId="{74041EE6-F12A-ECDA-5F39-6DBFBC7A9C0A}"/>
          </ac:spMkLst>
        </pc:spChg>
        <pc:graphicFrameChg chg="mod modGraphic">
          <ac:chgData name="Shashank verma" userId="62a6868b0fd06ef7" providerId="LiveId" clId="{885EAEA9-BCD2-41BA-A143-B717D3634ACA}" dt="2026-07-28T11:13:57.610" v="17049"/>
          <ac:graphicFrameMkLst>
            <pc:docMk/>
            <pc:sldMk cId="4099975554" sldId="497"/>
            <ac:graphicFrameMk id="2" creationId="{2DD29309-6A79-C5B0-4721-FFB118964E70}"/>
          </ac:graphicFrameMkLst>
        </pc:graphicFrameChg>
      </pc:sldChg>
      <pc:sldChg chg="addSp delSp modSp add mod ord">
        <pc:chgData name="Shashank verma" userId="62a6868b0fd06ef7" providerId="LiveId" clId="{885EAEA9-BCD2-41BA-A143-B717D3634ACA}" dt="2026-08-05T10:05:26.433" v="21100" actId="113"/>
        <pc:sldMkLst>
          <pc:docMk/>
          <pc:sldMk cId="3028262414" sldId="498"/>
        </pc:sldMkLst>
        <pc:spChg chg="add mod">
          <ac:chgData name="Shashank verma" userId="62a6868b0fd06ef7" providerId="LiveId" clId="{885EAEA9-BCD2-41BA-A143-B717D3634ACA}" dt="2026-08-02T13:25:26.166" v="18216" actId="20577"/>
          <ac:spMkLst>
            <pc:docMk/>
            <pc:sldMk cId="3028262414" sldId="498"/>
            <ac:spMk id="5" creationId="{685F22A7-D65A-0D85-48EA-EFB1C7610A2A}"/>
          </ac:spMkLst>
        </pc:spChg>
        <pc:spChg chg="add mod">
          <ac:chgData name="Shashank verma" userId="62a6868b0fd06ef7" providerId="LiveId" clId="{885EAEA9-BCD2-41BA-A143-B717D3634ACA}" dt="2026-08-02T14:39:31.771" v="18622" actId="1076"/>
          <ac:spMkLst>
            <pc:docMk/>
            <pc:sldMk cId="3028262414" sldId="498"/>
            <ac:spMk id="7" creationId="{38035EE3-3423-F78C-026D-C80028E9D6B1}"/>
          </ac:spMkLst>
        </pc:spChg>
        <pc:spChg chg="add mod">
          <ac:chgData name="Shashank verma" userId="62a6868b0fd06ef7" providerId="LiveId" clId="{885EAEA9-BCD2-41BA-A143-B717D3634ACA}" dt="2026-08-02T14:39:44.616" v="18624" actId="1076"/>
          <ac:spMkLst>
            <pc:docMk/>
            <pc:sldMk cId="3028262414" sldId="498"/>
            <ac:spMk id="16" creationId="{504A4FF1-92E8-1AA3-A803-BC3B27FE818A}"/>
          </ac:spMkLst>
        </pc:spChg>
        <pc:spChg chg="add mod">
          <ac:chgData name="Shashank verma" userId="62a6868b0fd06ef7" providerId="LiveId" clId="{885EAEA9-BCD2-41BA-A143-B717D3634ACA}" dt="2026-08-02T14:39:51.407" v="18626" actId="1076"/>
          <ac:spMkLst>
            <pc:docMk/>
            <pc:sldMk cId="3028262414" sldId="498"/>
            <ac:spMk id="18" creationId="{E5DB0C57-EB53-F5FF-EBE2-558D0EB8FB8F}"/>
          </ac:spMkLst>
        </pc:spChg>
        <pc:graphicFrameChg chg="add mod modGraphic">
          <ac:chgData name="Shashank verma" userId="62a6868b0fd06ef7" providerId="LiveId" clId="{885EAEA9-BCD2-41BA-A143-B717D3634ACA}" dt="2026-08-05T10:05:26.433" v="21100" actId="113"/>
          <ac:graphicFrameMkLst>
            <pc:docMk/>
            <pc:sldMk cId="3028262414" sldId="498"/>
            <ac:graphicFrameMk id="3" creationId="{456A4E87-F568-1F08-17CE-343AAE6A20D9}"/>
          </ac:graphicFrameMkLst>
        </pc:graphicFrameChg>
      </pc:sldChg>
      <pc:sldChg chg="addSp delSp modSp add mod ord">
        <pc:chgData name="Shashank verma" userId="62a6868b0fd06ef7" providerId="LiveId" clId="{885EAEA9-BCD2-41BA-A143-B717D3634ACA}" dt="2026-08-05T09:01:33.090" v="20528"/>
        <pc:sldMkLst>
          <pc:docMk/>
          <pc:sldMk cId="1920283509" sldId="499"/>
        </pc:sldMkLst>
        <pc:spChg chg="mod">
          <ac:chgData name="Shashank verma" userId="62a6868b0fd06ef7" providerId="LiveId" clId="{885EAEA9-BCD2-41BA-A143-B717D3634ACA}" dt="2026-08-02T14:24:19.811" v="18347" actId="20577"/>
          <ac:spMkLst>
            <pc:docMk/>
            <pc:sldMk cId="1920283509" sldId="499"/>
            <ac:spMk id="4" creationId="{08F68E5B-8FF9-57BE-0E4D-DC3E66E96D00}"/>
          </ac:spMkLst>
        </pc:spChg>
        <pc:spChg chg="add mod">
          <ac:chgData name="Shashank verma" userId="62a6868b0fd06ef7" providerId="LiveId" clId="{885EAEA9-BCD2-41BA-A143-B717D3634ACA}" dt="2026-08-02T15:51:53.086" v="19702" actId="20577"/>
          <ac:spMkLst>
            <pc:docMk/>
            <pc:sldMk cId="1920283509" sldId="499"/>
            <ac:spMk id="12" creationId="{C9386B97-80B9-B37D-4FB9-88D76F06E1CA}"/>
          </ac:spMkLst>
        </pc:spChg>
        <pc:spChg chg="add mod">
          <ac:chgData name="Shashank verma" userId="62a6868b0fd06ef7" providerId="LiveId" clId="{885EAEA9-BCD2-41BA-A143-B717D3634ACA}" dt="2026-08-02T14:56:58.609" v="19081" actId="14100"/>
          <ac:spMkLst>
            <pc:docMk/>
            <pc:sldMk cId="1920283509" sldId="499"/>
            <ac:spMk id="14" creationId="{B8C22FB5-C917-6991-EC9B-8A2072B54D02}"/>
          </ac:spMkLst>
        </pc:spChg>
        <pc:spChg chg="add mod">
          <ac:chgData name="Shashank verma" userId="62a6868b0fd06ef7" providerId="LiveId" clId="{885EAEA9-BCD2-41BA-A143-B717D3634ACA}" dt="2026-08-02T14:56:58.609" v="19081" actId="14100"/>
          <ac:spMkLst>
            <pc:docMk/>
            <pc:sldMk cId="1920283509" sldId="499"/>
            <ac:spMk id="20" creationId="{8964C229-3F36-DD5C-0C75-8E3E63D71261}"/>
          </ac:spMkLst>
        </pc:spChg>
        <pc:spChg chg="add mod">
          <ac:chgData name="Shashank verma" userId="62a6868b0fd06ef7" providerId="LiveId" clId="{885EAEA9-BCD2-41BA-A143-B717D3634ACA}" dt="2026-08-02T14:56:58.609" v="19081" actId="14100"/>
          <ac:spMkLst>
            <pc:docMk/>
            <pc:sldMk cId="1920283509" sldId="499"/>
            <ac:spMk id="24" creationId="{15168E80-14A7-114C-F8D6-851CBD7EF89B}"/>
          </ac:spMkLst>
        </pc:spChg>
        <pc:spChg chg="add mod">
          <ac:chgData name="Shashank verma" userId="62a6868b0fd06ef7" providerId="LiveId" clId="{885EAEA9-BCD2-41BA-A143-B717D3634ACA}" dt="2026-08-02T14:56:58.609" v="19081" actId="14100"/>
          <ac:spMkLst>
            <pc:docMk/>
            <pc:sldMk cId="1920283509" sldId="499"/>
            <ac:spMk id="26" creationId="{09192667-664B-C61F-F846-75A002557D2A}"/>
          </ac:spMkLst>
        </pc:spChg>
        <pc:spChg chg="add mod">
          <ac:chgData name="Shashank verma" userId="62a6868b0fd06ef7" providerId="LiveId" clId="{885EAEA9-BCD2-41BA-A143-B717D3634ACA}" dt="2026-08-02T14:56:58.609" v="19081" actId="14100"/>
          <ac:spMkLst>
            <pc:docMk/>
            <pc:sldMk cId="1920283509" sldId="499"/>
            <ac:spMk id="28" creationId="{83133F3F-3AAB-8AA0-4E37-98028A722F49}"/>
          </ac:spMkLst>
        </pc:spChg>
        <pc:spChg chg="add mod">
          <ac:chgData name="Shashank verma" userId="62a6868b0fd06ef7" providerId="LiveId" clId="{885EAEA9-BCD2-41BA-A143-B717D3634ACA}" dt="2026-08-02T14:56:58.609" v="19081" actId="14100"/>
          <ac:spMkLst>
            <pc:docMk/>
            <pc:sldMk cId="1920283509" sldId="499"/>
            <ac:spMk id="30" creationId="{9EF08934-DAEB-4DEB-50D2-A9AC8B6D5E64}"/>
          </ac:spMkLst>
        </pc:spChg>
        <pc:spChg chg="mod">
          <ac:chgData name="Shashank verma" userId="62a6868b0fd06ef7" providerId="LiveId" clId="{885EAEA9-BCD2-41BA-A143-B717D3634ACA}" dt="2026-08-02T15:02:34.092" v="19250" actId="20577"/>
          <ac:spMkLst>
            <pc:docMk/>
            <pc:sldMk cId="1920283509" sldId="499"/>
            <ac:spMk id="37" creationId="{B8702C9C-D7BF-C23C-5B5C-51DF8FF9DF90}"/>
          </ac:spMkLst>
        </pc:spChg>
        <pc:graphicFrameChg chg="add mod">
          <ac:chgData name="Shashank verma" userId="62a6868b0fd06ef7" providerId="LiveId" clId="{885EAEA9-BCD2-41BA-A143-B717D3634ACA}" dt="2026-08-05T09:01:33.090" v="20528"/>
          <ac:graphicFrameMkLst>
            <pc:docMk/>
            <pc:sldMk cId="1920283509" sldId="499"/>
            <ac:graphicFrameMk id="5" creationId="{2D76D7E0-D677-1330-AE01-BDEEB09B9AF6}"/>
          </ac:graphicFrameMkLst>
        </pc:graphicFrameChg>
      </pc:sldChg>
      <pc:sldChg chg="addSp delSp modSp add mod">
        <pc:chgData name="Shashank verma" userId="62a6868b0fd06ef7" providerId="LiveId" clId="{885EAEA9-BCD2-41BA-A143-B717D3634ACA}" dt="2026-08-05T10:04:40.716" v="21097" actId="20577"/>
        <pc:sldMkLst>
          <pc:docMk/>
          <pc:sldMk cId="1982372938" sldId="500"/>
        </pc:sldMkLst>
        <pc:spChg chg="mod">
          <ac:chgData name="Shashank verma" userId="62a6868b0fd06ef7" providerId="LiveId" clId="{885EAEA9-BCD2-41BA-A143-B717D3634ACA}" dt="2026-08-02T15:03:47.632" v="19258" actId="20577"/>
          <ac:spMkLst>
            <pc:docMk/>
            <pc:sldMk cId="1982372938" sldId="500"/>
            <ac:spMk id="4" creationId="{9712645F-F385-907D-EF86-612F5E9D731C}"/>
          </ac:spMkLst>
        </pc:spChg>
        <pc:spChg chg="add mod">
          <ac:chgData name="Shashank verma" userId="62a6868b0fd06ef7" providerId="LiveId" clId="{885EAEA9-BCD2-41BA-A143-B717D3634ACA}" dt="2026-08-05T09:09:07.948" v="20657" actId="1076"/>
          <ac:spMkLst>
            <pc:docMk/>
            <pc:sldMk cId="1982372938" sldId="500"/>
            <ac:spMk id="11" creationId="{A9B38EA1-40AC-A0A0-4614-36FFFEEC1E7A}"/>
          </ac:spMkLst>
        </pc:spChg>
        <pc:spChg chg="mod">
          <ac:chgData name="Shashank verma" userId="62a6868b0fd06ef7" providerId="LiveId" clId="{885EAEA9-BCD2-41BA-A143-B717D3634ACA}" dt="2026-08-02T15:03:59.251" v="19259"/>
          <ac:spMkLst>
            <pc:docMk/>
            <pc:sldMk cId="1982372938" sldId="500"/>
            <ac:spMk id="37" creationId="{7A161A54-2898-F9E2-4571-96EC4A3DF01C}"/>
          </ac:spMkLst>
        </pc:spChg>
        <pc:graphicFrameChg chg="add del mod modGraphic">
          <ac:chgData name="Shashank verma" userId="62a6868b0fd06ef7" providerId="LiveId" clId="{885EAEA9-BCD2-41BA-A143-B717D3634ACA}" dt="2026-08-05T10:04:40.716" v="21097" actId="20577"/>
          <ac:graphicFrameMkLst>
            <pc:docMk/>
            <pc:sldMk cId="1982372938" sldId="500"/>
            <ac:graphicFrameMk id="3" creationId="{27CBBF9F-8629-BA95-195B-BEED7B9BA88D}"/>
          </ac:graphicFrameMkLst>
        </pc:graphicFrameChg>
      </pc:sldChg>
      <pc:sldChg chg="addSp delSp modSp add mod">
        <pc:chgData name="Shashank verma" userId="62a6868b0fd06ef7" providerId="LiveId" clId="{885EAEA9-BCD2-41BA-A143-B717D3634ACA}" dt="2026-08-02T17:25:40.989" v="20226"/>
        <pc:sldMkLst>
          <pc:docMk/>
          <pc:sldMk cId="3613309385" sldId="501"/>
        </pc:sldMkLst>
        <pc:spChg chg="mod">
          <ac:chgData name="Shashank verma" userId="62a6868b0fd06ef7" providerId="LiveId" clId="{885EAEA9-BCD2-41BA-A143-B717D3634ACA}" dt="2026-08-02T15:45:08.168" v="19448" actId="20577"/>
          <ac:spMkLst>
            <pc:docMk/>
            <pc:sldMk cId="3613309385" sldId="501"/>
            <ac:spMk id="4" creationId="{714F7ED9-6933-AE92-1F1F-B6BBCC4936FF}"/>
          </ac:spMkLst>
        </pc:spChg>
        <pc:spChg chg="add mod">
          <ac:chgData name="Shashank verma" userId="62a6868b0fd06ef7" providerId="LiveId" clId="{885EAEA9-BCD2-41BA-A143-B717D3634ACA}" dt="2026-08-02T17:12:11.619" v="20038" actId="14100"/>
          <ac:spMkLst>
            <pc:docMk/>
            <pc:sldMk cId="3613309385" sldId="501"/>
            <ac:spMk id="12" creationId="{74C4EA4C-8A6A-D941-B512-41EF21AC04AB}"/>
          </ac:spMkLst>
        </pc:spChg>
        <pc:spChg chg="add mod">
          <ac:chgData name="Shashank verma" userId="62a6868b0fd06ef7" providerId="LiveId" clId="{885EAEA9-BCD2-41BA-A143-B717D3634ACA}" dt="2026-08-02T17:25:04.778" v="20221" actId="207"/>
          <ac:spMkLst>
            <pc:docMk/>
            <pc:sldMk cId="3613309385" sldId="501"/>
            <ac:spMk id="18" creationId="{1A3E0E2B-91CE-1AA6-9D84-CFB21BB2066E}"/>
          </ac:spMkLst>
        </pc:spChg>
        <pc:spChg chg="add mod">
          <ac:chgData name="Shashank verma" userId="62a6868b0fd06ef7" providerId="LiveId" clId="{885EAEA9-BCD2-41BA-A143-B717D3634ACA}" dt="2026-08-02T17:25:04.778" v="20221" actId="207"/>
          <ac:spMkLst>
            <pc:docMk/>
            <pc:sldMk cId="3613309385" sldId="501"/>
            <ac:spMk id="20" creationId="{FFFC8954-B8F8-2124-C788-AFC183B2E66C}"/>
          </ac:spMkLst>
        </pc:spChg>
        <pc:spChg chg="add mod">
          <ac:chgData name="Shashank verma" userId="62a6868b0fd06ef7" providerId="LiveId" clId="{885EAEA9-BCD2-41BA-A143-B717D3634ACA}" dt="2026-08-02T17:25:04.778" v="20221" actId="207"/>
          <ac:spMkLst>
            <pc:docMk/>
            <pc:sldMk cId="3613309385" sldId="501"/>
            <ac:spMk id="21" creationId="{9A6664C3-5FA8-3104-50E8-0811AE912B73}"/>
          </ac:spMkLst>
        </pc:spChg>
        <pc:spChg chg="add mod">
          <ac:chgData name="Shashank verma" userId="62a6868b0fd06ef7" providerId="LiveId" clId="{885EAEA9-BCD2-41BA-A143-B717D3634ACA}" dt="2026-08-02T17:25:04.778" v="20221" actId="207"/>
          <ac:spMkLst>
            <pc:docMk/>
            <pc:sldMk cId="3613309385" sldId="501"/>
            <ac:spMk id="23" creationId="{121B323E-F959-85F9-45BC-EBF49CBECF34}"/>
          </ac:spMkLst>
        </pc:spChg>
        <pc:spChg chg="add mod">
          <ac:chgData name="Shashank verma" userId="62a6868b0fd06ef7" providerId="LiveId" clId="{885EAEA9-BCD2-41BA-A143-B717D3634ACA}" dt="2026-08-02T17:25:04.778" v="20221" actId="207"/>
          <ac:spMkLst>
            <pc:docMk/>
            <pc:sldMk cId="3613309385" sldId="501"/>
            <ac:spMk id="25" creationId="{18873EF0-9DE5-AE39-0FAD-128566FF6772}"/>
          </ac:spMkLst>
        </pc:spChg>
        <pc:spChg chg="mod">
          <ac:chgData name="Shashank verma" userId="62a6868b0fd06ef7" providerId="LiveId" clId="{885EAEA9-BCD2-41BA-A143-B717D3634ACA}" dt="2026-08-02T15:59:03.667" v="19786" actId="14100"/>
          <ac:spMkLst>
            <pc:docMk/>
            <pc:sldMk cId="3613309385" sldId="501"/>
            <ac:spMk id="37" creationId="{82AF5281-5BE4-5B35-8A8C-4B4B753F9DDE}"/>
          </ac:spMkLst>
        </pc:spChg>
        <pc:graphicFrameChg chg="add mod modGraphic">
          <ac:chgData name="Shashank verma" userId="62a6868b0fd06ef7" providerId="LiveId" clId="{885EAEA9-BCD2-41BA-A143-B717D3634ACA}" dt="2026-08-02T17:13:41.043" v="20041" actId="113"/>
          <ac:graphicFrameMkLst>
            <pc:docMk/>
            <pc:sldMk cId="3613309385" sldId="501"/>
            <ac:graphicFrameMk id="7" creationId="{84C6F477-5676-F598-EB60-00454C71ACB4}"/>
          </ac:graphicFrameMkLst>
        </pc:graphicFrameChg>
        <pc:graphicFrameChg chg="add mod">
          <ac:chgData name="Shashank verma" userId="62a6868b0fd06ef7" providerId="LiveId" clId="{885EAEA9-BCD2-41BA-A143-B717D3634ACA}" dt="2026-08-02T17:25:40.989" v="20226"/>
          <ac:graphicFrameMkLst>
            <pc:docMk/>
            <pc:sldMk cId="3613309385" sldId="501"/>
            <ac:graphicFrameMk id="15" creationId="{D2F1B457-757E-9A4F-955F-CA17E1440A72}"/>
          </ac:graphicFrameMkLst>
        </pc:graphicFrameChg>
      </pc:sldChg>
      <pc:sldChg chg="addSp delSp modSp add mod ord">
        <pc:chgData name="Shashank verma" userId="62a6868b0fd06ef7" providerId="LiveId" clId="{885EAEA9-BCD2-41BA-A143-B717D3634ACA}" dt="2026-08-05T10:56:56.554" v="21296" actId="113"/>
        <pc:sldMkLst>
          <pc:docMk/>
          <pc:sldMk cId="410999061" sldId="502"/>
        </pc:sldMkLst>
        <pc:spChg chg="mod">
          <ac:chgData name="Shashank verma" userId="62a6868b0fd06ef7" providerId="LiveId" clId="{885EAEA9-BCD2-41BA-A143-B717D3634ACA}" dt="2026-08-02T17:40:06.572" v="20366"/>
          <ac:spMkLst>
            <pc:docMk/>
            <pc:sldMk cId="410999061" sldId="502"/>
            <ac:spMk id="4" creationId="{4800B2CE-3ADB-3AE0-9004-7E368073654B}"/>
          </ac:spMkLst>
        </pc:spChg>
        <pc:spChg chg="add mod">
          <ac:chgData name="Shashank verma" userId="62a6868b0fd06ef7" providerId="LiveId" clId="{885EAEA9-BCD2-41BA-A143-B717D3634ACA}" dt="2026-08-05T09:48:38.616" v="20787" actId="1076"/>
          <ac:spMkLst>
            <pc:docMk/>
            <pc:sldMk cId="410999061" sldId="502"/>
            <ac:spMk id="7" creationId="{4CBFF6B0-D261-3120-E496-2E0556594178}"/>
          </ac:spMkLst>
        </pc:spChg>
        <pc:spChg chg="add mod">
          <ac:chgData name="Shashank verma" userId="62a6868b0fd06ef7" providerId="LiveId" clId="{885EAEA9-BCD2-41BA-A143-B717D3634ACA}" dt="2026-08-05T09:48:38.616" v="20787" actId="1076"/>
          <ac:spMkLst>
            <pc:docMk/>
            <pc:sldMk cId="410999061" sldId="502"/>
            <ac:spMk id="12" creationId="{00266321-E5AB-4DC9-E28F-FD7760A20E61}"/>
          </ac:spMkLst>
        </pc:spChg>
        <pc:spChg chg="add mod">
          <ac:chgData name="Shashank verma" userId="62a6868b0fd06ef7" providerId="LiveId" clId="{885EAEA9-BCD2-41BA-A143-B717D3634ACA}" dt="2026-08-05T09:51:17.989" v="20950" actId="1037"/>
          <ac:spMkLst>
            <pc:docMk/>
            <pc:sldMk cId="410999061" sldId="502"/>
            <ac:spMk id="18" creationId="{BF5E50D9-B584-9B17-EF88-5FAFC08BBA1E}"/>
          </ac:spMkLst>
        </pc:spChg>
        <pc:spChg chg="add mod">
          <ac:chgData name="Shashank verma" userId="62a6868b0fd06ef7" providerId="LiveId" clId="{885EAEA9-BCD2-41BA-A143-B717D3634ACA}" dt="2026-08-05T09:51:17.989" v="20950" actId="1037"/>
          <ac:spMkLst>
            <pc:docMk/>
            <pc:sldMk cId="410999061" sldId="502"/>
            <ac:spMk id="20" creationId="{6CCD3D45-EC85-BE71-B50B-90CE3A93F62D}"/>
          </ac:spMkLst>
        </pc:spChg>
        <pc:spChg chg="add mod">
          <ac:chgData name="Shashank verma" userId="62a6868b0fd06ef7" providerId="LiveId" clId="{885EAEA9-BCD2-41BA-A143-B717D3634ACA}" dt="2026-08-05T09:51:34.406" v="20963" actId="1036"/>
          <ac:spMkLst>
            <pc:docMk/>
            <pc:sldMk cId="410999061" sldId="502"/>
            <ac:spMk id="27" creationId="{F48A4F78-AABE-824A-D478-33C1856FBFBC}"/>
          </ac:spMkLst>
        </pc:spChg>
        <pc:spChg chg="add mod">
          <ac:chgData name="Shashank verma" userId="62a6868b0fd06ef7" providerId="LiveId" clId="{885EAEA9-BCD2-41BA-A143-B717D3634ACA}" dt="2026-08-05T09:51:24.638" v="20952" actId="1037"/>
          <ac:spMkLst>
            <pc:docMk/>
            <pc:sldMk cId="410999061" sldId="502"/>
            <ac:spMk id="29" creationId="{A814D4B8-7C89-7B75-7609-DB8BF6ECAFDF}"/>
          </ac:spMkLst>
        </pc:spChg>
        <pc:spChg chg="add mod">
          <ac:chgData name="Shashank verma" userId="62a6868b0fd06ef7" providerId="LiveId" clId="{885EAEA9-BCD2-41BA-A143-B717D3634ACA}" dt="2026-08-05T09:52:42.768" v="20965" actId="1076"/>
          <ac:spMkLst>
            <pc:docMk/>
            <pc:sldMk cId="410999061" sldId="502"/>
            <ac:spMk id="31" creationId="{096EA918-FEF3-E691-1159-E36C2CCB84B4}"/>
          </ac:spMkLst>
        </pc:spChg>
        <pc:spChg chg="add mod">
          <ac:chgData name="Shashank verma" userId="62a6868b0fd06ef7" providerId="LiveId" clId="{885EAEA9-BCD2-41BA-A143-B717D3634ACA}" dt="2026-08-05T09:53:03.648" v="20996" actId="20577"/>
          <ac:spMkLst>
            <pc:docMk/>
            <pc:sldMk cId="410999061" sldId="502"/>
            <ac:spMk id="33" creationId="{CE5AF7FC-C461-EA9E-53FD-A359BDB7235F}"/>
          </ac:spMkLst>
        </pc:spChg>
        <pc:spChg chg="mod">
          <ac:chgData name="Shashank verma" userId="62a6868b0fd06ef7" providerId="LiveId" clId="{885EAEA9-BCD2-41BA-A143-B717D3634ACA}" dt="2026-08-02T17:40:18" v="20367"/>
          <ac:spMkLst>
            <pc:docMk/>
            <pc:sldMk cId="410999061" sldId="502"/>
            <ac:spMk id="37" creationId="{064CF690-C809-AB37-7700-99514159C139}"/>
          </ac:spMkLst>
        </pc:spChg>
        <pc:graphicFrameChg chg="add mod">
          <ac:chgData name="Shashank verma" userId="62a6868b0fd06ef7" providerId="LiveId" clId="{885EAEA9-BCD2-41BA-A143-B717D3634ACA}" dt="2026-08-05T09:45:50.207" v="20761" actId="1076"/>
          <ac:graphicFrameMkLst>
            <pc:docMk/>
            <pc:sldMk cId="410999061" sldId="502"/>
            <ac:graphicFrameMk id="3" creationId="{07086640-4456-9C73-1B87-F6843B2AA551}"/>
          </ac:graphicFrameMkLst>
        </pc:graphicFrameChg>
        <pc:graphicFrameChg chg="add mod modGraphic">
          <ac:chgData name="Shashank verma" userId="62a6868b0fd06ef7" providerId="LiveId" clId="{885EAEA9-BCD2-41BA-A143-B717D3634ACA}" dt="2026-08-05T10:56:56.554" v="21296" actId="113"/>
          <ac:graphicFrameMkLst>
            <pc:docMk/>
            <pc:sldMk cId="410999061" sldId="502"/>
            <ac:graphicFrameMk id="5" creationId="{176D143F-36B2-2324-D72F-BCE03CBDBD47}"/>
          </ac:graphicFrameMkLst>
        </pc:graphicFrameChg>
      </pc:sldChg>
      <pc:sldChg chg="addSp delSp modSp add mod ord">
        <pc:chgData name="Shashank verma" userId="62a6868b0fd06ef7" providerId="LiveId" clId="{885EAEA9-BCD2-41BA-A143-B717D3634ACA}" dt="2026-08-05T10:47:25.223" v="21222" actId="478"/>
        <pc:sldMkLst>
          <pc:docMk/>
          <pc:sldMk cId="444203974" sldId="503"/>
        </pc:sldMkLst>
        <pc:spChg chg="mod">
          <ac:chgData name="Shashank verma" userId="62a6868b0fd06ef7" providerId="LiveId" clId="{885EAEA9-BCD2-41BA-A143-B717D3634ACA}" dt="2026-08-05T10:10:55.183" v="21197" actId="14100"/>
          <ac:spMkLst>
            <pc:docMk/>
            <pc:sldMk cId="444203974" sldId="503"/>
            <ac:spMk id="4" creationId="{A55EDE69-CA10-06A2-C703-3877E4CE3717}"/>
          </ac:spMkLst>
        </pc:spChg>
        <pc:spChg chg="add mod">
          <ac:chgData name="Shashank verma" userId="62a6868b0fd06ef7" providerId="LiveId" clId="{885EAEA9-BCD2-41BA-A143-B717D3634ACA}" dt="2026-08-05T10:08:11.550" v="21186" actId="1076"/>
          <ac:spMkLst>
            <pc:docMk/>
            <pc:sldMk cId="444203974" sldId="503"/>
            <ac:spMk id="7" creationId="{72362200-DE26-1456-4451-27137A21C95E}"/>
          </ac:spMkLst>
        </pc:spChg>
        <pc:spChg chg="add mod">
          <ac:chgData name="Shashank verma" userId="62a6868b0fd06ef7" providerId="LiveId" clId="{885EAEA9-BCD2-41BA-A143-B717D3634ACA}" dt="2026-08-05T10:08:06.567" v="21185" actId="1076"/>
          <ac:spMkLst>
            <pc:docMk/>
            <pc:sldMk cId="444203974" sldId="503"/>
            <ac:spMk id="13" creationId="{1CA01850-8ED0-46FE-2424-B2C2446776AC}"/>
          </ac:spMkLst>
        </pc:spChg>
        <pc:spChg chg="add mod">
          <ac:chgData name="Shashank verma" userId="62a6868b0fd06ef7" providerId="LiveId" clId="{885EAEA9-BCD2-41BA-A143-B717D3634ACA}" dt="2026-08-05T10:09:06.057" v="21193" actId="1076"/>
          <ac:spMkLst>
            <pc:docMk/>
            <pc:sldMk cId="444203974" sldId="503"/>
            <ac:spMk id="15" creationId="{394EF085-9293-1BF6-F7ED-57F79C7820C9}"/>
          </ac:spMkLst>
        </pc:spChg>
        <pc:spChg chg="add mod">
          <ac:chgData name="Shashank verma" userId="62a6868b0fd06ef7" providerId="LiveId" clId="{885EAEA9-BCD2-41BA-A143-B717D3634ACA}" dt="2026-08-05T10:09:10.165" v="21194" actId="1076"/>
          <ac:spMkLst>
            <pc:docMk/>
            <pc:sldMk cId="444203974" sldId="503"/>
            <ac:spMk id="17" creationId="{1992B644-A384-2B23-64E8-4B876B14A6EB}"/>
          </ac:spMkLst>
        </pc:spChg>
        <pc:spChg chg="mod">
          <ac:chgData name="Shashank verma" userId="62a6868b0fd06ef7" providerId="LiveId" clId="{885EAEA9-BCD2-41BA-A143-B717D3634ACA}" dt="2026-08-05T10:11:05.280" v="21199" actId="14100"/>
          <ac:spMkLst>
            <pc:docMk/>
            <pc:sldMk cId="444203974" sldId="503"/>
            <ac:spMk id="37" creationId="{180C9DEF-E73E-F1BB-4786-AE9CF1D19267}"/>
          </ac:spMkLst>
        </pc:spChg>
        <pc:graphicFrameChg chg="mod modGraphic">
          <ac:chgData name="Shashank verma" userId="62a6868b0fd06ef7" providerId="LiveId" clId="{885EAEA9-BCD2-41BA-A143-B717D3634ACA}" dt="2026-08-05T10:08:23.719" v="21187" actId="1076"/>
          <ac:graphicFrameMkLst>
            <pc:docMk/>
            <pc:sldMk cId="444203974" sldId="503"/>
            <ac:graphicFrameMk id="3" creationId="{43B12C7F-EF12-1EEF-29D6-72E5429D109D}"/>
          </ac:graphicFrameMkLst>
        </pc:graphicFrameChg>
      </pc:sldChg>
      <pc:sldChg chg="addSp delSp modSp add mod">
        <pc:chgData name="Shashank verma" userId="62a6868b0fd06ef7" providerId="LiveId" clId="{885EAEA9-BCD2-41BA-A143-B717D3634ACA}" dt="2026-08-12T17:12:31.177" v="21489" actId="692"/>
        <pc:sldMkLst>
          <pc:docMk/>
          <pc:sldMk cId="2167840314" sldId="504"/>
        </pc:sldMkLst>
        <pc:spChg chg="add del mod">
          <ac:chgData name="Shashank verma" userId="62a6868b0fd06ef7" providerId="LiveId" clId="{885EAEA9-BCD2-41BA-A143-B717D3634ACA}" dt="2026-08-12T16:43:00.311" v="21438" actId="478"/>
          <ac:spMkLst>
            <pc:docMk/>
            <pc:sldMk cId="2167840314" sldId="504"/>
            <ac:spMk id="3" creationId="{C070BD25-65A1-89D9-C27A-AC775F68ED6A}"/>
          </ac:spMkLst>
        </pc:spChg>
        <pc:spChg chg="mod">
          <ac:chgData name="Shashank verma" userId="62a6868b0fd06ef7" providerId="LiveId" clId="{885EAEA9-BCD2-41BA-A143-B717D3634ACA}" dt="2026-08-12T16:42:22.140" v="21430"/>
          <ac:spMkLst>
            <pc:docMk/>
            <pc:sldMk cId="2167840314" sldId="504"/>
            <ac:spMk id="4" creationId="{5BF87BD7-0552-1D53-F69C-9D0F4E44DE1A}"/>
          </ac:spMkLst>
        </pc:spChg>
        <pc:spChg chg="add del">
          <ac:chgData name="Shashank verma" userId="62a6868b0fd06ef7" providerId="LiveId" clId="{885EAEA9-BCD2-41BA-A143-B717D3634ACA}" dt="2026-08-12T17:08:32.576" v="21453" actId="22"/>
          <ac:spMkLst>
            <pc:docMk/>
            <pc:sldMk cId="2167840314" sldId="504"/>
            <ac:spMk id="11" creationId="{7A887A9C-03F4-F68B-F9E9-41E73FA6FCE5}"/>
          </ac:spMkLst>
        </pc:spChg>
        <pc:spChg chg="add del mod">
          <ac:chgData name="Shashank verma" userId="62a6868b0fd06ef7" providerId="LiveId" clId="{885EAEA9-BCD2-41BA-A143-B717D3634ACA}" dt="2026-08-12T16:42:55.874" v="21437" actId="478"/>
          <ac:spMkLst>
            <pc:docMk/>
            <pc:sldMk cId="2167840314" sldId="504"/>
            <ac:spMk id="12" creationId="{5C41E425-E0E2-7D91-802C-2E0EDDBAEC7A}"/>
          </ac:spMkLst>
        </pc:spChg>
        <pc:spChg chg="add del mod">
          <ac:chgData name="Shashank verma" userId="62a6868b0fd06ef7" providerId="LiveId" clId="{885EAEA9-BCD2-41BA-A143-B717D3634ACA}" dt="2026-08-12T16:42:50.331" v="21435" actId="478"/>
          <ac:spMkLst>
            <pc:docMk/>
            <pc:sldMk cId="2167840314" sldId="504"/>
            <ac:spMk id="14" creationId="{03F038D7-242D-6628-31AA-91EC0E23572F}"/>
          </ac:spMkLst>
        </pc:spChg>
        <pc:spChg chg="add del mod">
          <ac:chgData name="Shashank verma" userId="62a6868b0fd06ef7" providerId="LiveId" clId="{885EAEA9-BCD2-41BA-A143-B717D3634ACA}" dt="2026-08-12T16:42:47.439" v="21434" actId="478"/>
          <ac:spMkLst>
            <pc:docMk/>
            <pc:sldMk cId="2167840314" sldId="504"/>
            <ac:spMk id="17" creationId="{A195E4EA-41EA-1D71-81D7-B0E94FA9C38F}"/>
          </ac:spMkLst>
        </pc:spChg>
        <pc:spChg chg="add del mod">
          <ac:chgData name="Shashank verma" userId="62a6868b0fd06ef7" providerId="LiveId" clId="{885EAEA9-BCD2-41BA-A143-B717D3634ACA}" dt="2026-08-12T16:43:03.423" v="21439" actId="478"/>
          <ac:spMkLst>
            <pc:docMk/>
            <pc:sldMk cId="2167840314" sldId="504"/>
            <ac:spMk id="21" creationId="{AED89D16-6893-E462-9CB7-A97CAD403490}"/>
          </ac:spMkLst>
        </pc:spChg>
        <pc:spChg chg="mod">
          <ac:chgData name="Shashank verma" userId="62a6868b0fd06ef7" providerId="LiveId" clId="{885EAEA9-BCD2-41BA-A143-B717D3634ACA}" dt="2026-08-12T16:42:39.657" v="21433" actId="14100"/>
          <ac:spMkLst>
            <pc:docMk/>
            <pc:sldMk cId="2167840314" sldId="504"/>
            <ac:spMk id="37" creationId="{4FEAA3C5-A7F2-9A87-5D1B-A6A50A413157}"/>
          </ac:spMkLst>
        </pc:spChg>
        <pc:graphicFrameChg chg="add mod">
          <ac:chgData name="Shashank verma" userId="62a6868b0fd06ef7" providerId="LiveId" clId="{885EAEA9-BCD2-41BA-A143-B717D3634ACA}" dt="2026-08-12T17:04:14.247" v="21442"/>
          <ac:graphicFrameMkLst>
            <pc:docMk/>
            <pc:sldMk cId="2167840314" sldId="504"/>
            <ac:graphicFrameMk id="2" creationId="{863B8B4A-5908-A207-0315-B8AD73D66240}"/>
          </ac:graphicFrameMkLst>
        </pc:graphicFrameChg>
        <pc:graphicFrameChg chg="add mod">
          <ac:chgData name="Shashank verma" userId="62a6868b0fd06ef7" providerId="LiveId" clId="{885EAEA9-BCD2-41BA-A143-B717D3634ACA}" dt="2026-08-12T17:12:15.640" v="21483" actId="692"/>
          <ac:graphicFrameMkLst>
            <pc:docMk/>
            <pc:sldMk cId="2167840314" sldId="504"/>
            <ac:graphicFrameMk id="5" creationId="{863B8B4A-5908-A207-0315-B8AD73D66240}"/>
          </ac:graphicFrameMkLst>
        </pc:graphicFrameChg>
        <pc:graphicFrameChg chg="add del mod modGraphic">
          <ac:chgData name="Shashank verma" userId="62a6868b0fd06ef7" providerId="LiveId" clId="{885EAEA9-BCD2-41BA-A143-B717D3634ACA}" dt="2026-08-12T16:42:53.110" v="21436" actId="478"/>
          <ac:graphicFrameMkLst>
            <pc:docMk/>
            <pc:sldMk cId="2167840314" sldId="504"/>
            <ac:graphicFrameMk id="7" creationId="{36C468AE-2AA6-1797-B780-58667D7A7DEE}"/>
          </ac:graphicFrameMkLst>
        </pc:graphicFrameChg>
        <pc:graphicFrameChg chg="add mod">
          <ac:chgData name="Shashank verma" userId="62a6868b0fd06ef7" providerId="LiveId" clId="{885EAEA9-BCD2-41BA-A143-B717D3634ACA}" dt="2026-08-12T17:08:46.188" v="21459"/>
          <ac:graphicFrameMkLst>
            <pc:docMk/>
            <pc:sldMk cId="2167840314" sldId="504"/>
            <ac:graphicFrameMk id="13" creationId="{DA27991C-9EC9-6BC9-4A56-9E232E33CEFE}"/>
          </ac:graphicFrameMkLst>
        </pc:graphicFrameChg>
        <pc:graphicFrameChg chg="add mod">
          <ac:chgData name="Shashank verma" userId="62a6868b0fd06ef7" providerId="LiveId" clId="{885EAEA9-BCD2-41BA-A143-B717D3634ACA}" dt="2026-08-12T17:08:50.288" v="21462"/>
          <ac:graphicFrameMkLst>
            <pc:docMk/>
            <pc:sldMk cId="2167840314" sldId="504"/>
            <ac:graphicFrameMk id="15" creationId="{DA27991C-9EC9-6BC9-4A56-9E232E33CEFE}"/>
          </ac:graphicFrameMkLst>
        </pc:graphicFrameChg>
        <pc:graphicFrameChg chg="add mod">
          <ac:chgData name="Shashank verma" userId="62a6868b0fd06ef7" providerId="LiveId" clId="{885EAEA9-BCD2-41BA-A143-B717D3634ACA}" dt="2026-08-12T17:12:31.177" v="21489" actId="692"/>
          <ac:graphicFrameMkLst>
            <pc:docMk/>
            <pc:sldMk cId="2167840314" sldId="504"/>
            <ac:graphicFrameMk id="16" creationId="{DA27991C-9EC9-6BC9-4A56-9E232E33CEFE}"/>
          </ac:graphicFrameMkLst>
        </pc:graphicFrameChg>
      </pc:sldChg>
      <pc:sldChg chg="addSp delSp modSp add mod">
        <pc:chgData name="Shashank verma" userId="62a6868b0fd06ef7" providerId="LiveId" clId="{885EAEA9-BCD2-41BA-A143-B717D3634ACA}" dt="2026-08-12T17:30:53.285" v="21637" actId="1076"/>
        <pc:sldMkLst>
          <pc:docMk/>
          <pc:sldMk cId="733757367" sldId="505"/>
        </pc:sldMkLst>
        <pc:spChg chg="add del mod">
          <ac:chgData name="Shashank verma" userId="62a6868b0fd06ef7" providerId="LiveId" clId="{885EAEA9-BCD2-41BA-A143-B717D3634ACA}" dt="2026-08-12T17:22:50.017" v="21521" actId="478"/>
          <ac:spMkLst>
            <pc:docMk/>
            <pc:sldMk cId="733757367" sldId="505"/>
            <ac:spMk id="3" creationId="{9ECBF6C4-FC3D-691D-5C7D-9B8AA0E76CBA}"/>
          </ac:spMkLst>
        </pc:spChg>
        <pc:spChg chg="mod">
          <ac:chgData name="Shashank verma" userId="62a6868b0fd06ef7" providerId="LiveId" clId="{885EAEA9-BCD2-41BA-A143-B717D3634ACA}" dt="2026-08-12T17:21:06.967" v="21519" actId="20577"/>
          <ac:spMkLst>
            <pc:docMk/>
            <pc:sldMk cId="733757367" sldId="505"/>
            <ac:spMk id="4" creationId="{3CFA867E-1933-30AA-BF9B-C48B58C8827A}"/>
          </ac:spMkLst>
        </pc:spChg>
        <pc:spChg chg="add mod">
          <ac:chgData name="Shashank verma" userId="62a6868b0fd06ef7" providerId="LiveId" clId="{885EAEA9-BCD2-41BA-A143-B717D3634ACA}" dt="2026-08-12T17:28:42.157" v="21635" actId="1076"/>
          <ac:spMkLst>
            <pc:docMk/>
            <pc:sldMk cId="733757367" sldId="505"/>
            <ac:spMk id="6" creationId="{AD776876-0E2D-A291-6009-335D922CDD2F}"/>
          </ac:spMkLst>
        </pc:spChg>
        <pc:spChg chg="add mod">
          <ac:chgData name="Shashank verma" userId="62a6868b0fd06ef7" providerId="LiveId" clId="{885EAEA9-BCD2-41BA-A143-B717D3634ACA}" dt="2026-08-12T17:30:53.285" v="21637" actId="1076"/>
          <ac:spMkLst>
            <pc:docMk/>
            <pc:sldMk cId="733757367" sldId="505"/>
            <ac:spMk id="7" creationId="{7F584979-D44D-BC56-0736-0197CF1C9F98}"/>
          </ac:spMkLst>
        </pc:spChg>
        <pc:spChg chg="del">
          <ac:chgData name="Shashank verma" userId="62a6868b0fd06ef7" providerId="LiveId" clId="{885EAEA9-BCD2-41BA-A143-B717D3634ACA}" dt="2026-08-12T17:22:47.430" v="21520" actId="478"/>
          <ac:spMkLst>
            <pc:docMk/>
            <pc:sldMk cId="733757367" sldId="505"/>
            <ac:spMk id="37" creationId="{D15CB807-640A-63BD-7E2A-0495466FDA22}"/>
          </ac:spMkLst>
        </pc:spChg>
        <pc:graphicFrameChg chg="del">
          <ac:chgData name="Shashank verma" userId="62a6868b0fd06ef7" providerId="LiveId" clId="{885EAEA9-BCD2-41BA-A143-B717D3634ACA}" dt="2026-08-12T17:22:53.753" v="21522" actId="478"/>
          <ac:graphicFrameMkLst>
            <pc:docMk/>
            <pc:sldMk cId="733757367" sldId="505"/>
            <ac:graphicFrameMk id="5" creationId="{BE95C211-5523-D2F4-E894-300EAE9124A0}"/>
          </ac:graphicFrameMkLst>
        </pc:graphicFrameChg>
        <pc:graphicFrameChg chg="del">
          <ac:chgData name="Shashank verma" userId="62a6868b0fd06ef7" providerId="LiveId" clId="{885EAEA9-BCD2-41BA-A143-B717D3634ACA}" dt="2026-08-12T17:22:53.753" v="21522" actId="478"/>
          <ac:graphicFrameMkLst>
            <pc:docMk/>
            <pc:sldMk cId="733757367" sldId="505"/>
            <ac:graphicFrameMk id="16" creationId="{6AB738CE-4BEF-CDB3-4D04-A0BE018687C3}"/>
          </ac:graphicFrameMkLst>
        </pc:graphicFrameChg>
      </pc:sldChg>
      <pc:sldChg chg="addSp delSp modSp add mod modAnim">
        <pc:chgData name="Shashank verma" userId="62a6868b0fd06ef7" providerId="LiveId" clId="{885EAEA9-BCD2-41BA-A143-B717D3634ACA}" dt="2026-08-13T11:31:12.028" v="21812" actId="20577"/>
        <pc:sldMkLst>
          <pc:docMk/>
          <pc:sldMk cId="335871183" sldId="506"/>
        </pc:sldMkLst>
        <pc:spChg chg="add del mod">
          <ac:chgData name="Shashank verma" userId="62a6868b0fd06ef7" providerId="LiveId" clId="{885EAEA9-BCD2-41BA-A143-B717D3634ACA}" dt="2026-08-12T17:38:25.087" v="21717" actId="478"/>
          <ac:spMkLst>
            <pc:docMk/>
            <pc:sldMk cId="335871183" sldId="506"/>
            <ac:spMk id="3" creationId="{CB201A48-AE36-C52D-8688-E27A976D5BD3}"/>
          </ac:spMkLst>
        </pc:spChg>
        <pc:spChg chg="mod">
          <ac:chgData name="Shashank verma" userId="62a6868b0fd06ef7" providerId="LiveId" clId="{885EAEA9-BCD2-41BA-A143-B717D3634ACA}" dt="2026-08-12T17:31:06.628" v="21648" actId="20577"/>
          <ac:spMkLst>
            <pc:docMk/>
            <pc:sldMk cId="335871183" sldId="506"/>
            <ac:spMk id="4" creationId="{B2B4CBF0-A108-6E33-2F28-9EEFFFCDF87B}"/>
          </ac:spMkLst>
        </pc:spChg>
        <pc:spChg chg="del">
          <ac:chgData name="Shashank verma" userId="62a6868b0fd06ef7" providerId="LiveId" clId="{885EAEA9-BCD2-41BA-A143-B717D3634ACA}" dt="2026-08-12T17:32:09.049" v="21649" actId="478"/>
          <ac:spMkLst>
            <pc:docMk/>
            <pc:sldMk cId="335871183" sldId="506"/>
            <ac:spMk id="6" creationId="{C98DE6B5-0976-B70A-C6A9-140433C5755D}"/>
          </ac:spMkLst>
        </pc:spChg>
        <pc:spChg chg="mod">
          <ac:chgData name="Shashank verma" userId="62a6868b0fd06ef7" providerId="LiveId" clId="{885EAEA9-BCD2-41BA-A143-B717D3634ACA}" dt="2026-08-12T17:41:57.321" v="21747" actId="1076"/>
          <ac:spMkLst>
            <pc:docMk/>
            <pc:sldMk cId="335871183" sldId="506"/>
            <ac:spMk id="7" creationId="{4F7A95A1-53D7-E0BE-E1D7-50195A7D37B5}"/>
          </ac:spMkLst>
        </pc:spChg>
        <pc:spChg chg="add del mod">
          <ac:chgData name="Shashank verma" userId="62a6868b0fd06ef7" providerId="LiveId" clId="{885EAEA9-BCD2-41BA-A143-B717D3634ACA}" dt="2026-08-12T17:38:08.737" v="21715"/>
          <ac:spMkLst>
            <pc:docMk/>
            <pc:sldMk cId="335871183" sldId="506"/>
            <ac:spMk id="11" creationId="{EBC5273F-0244-981A-0765-924C92AF78D0}"/>
          </ac:spMkLst>
        </pc:spChg>
        <pc:spChg chg="add mod">
          <ac:chgData name="Shashank verma" userId="62a6868b0fd06ef7" providerId="LiveId" clId="{885EAEA9-BCD2-41BA-A143-B717D3634ACA}" dt="2026-08-13T11:31:12.028" v="21812" actId="20577"/>
          <ac:spMkLst>
            <pc:docMk/>
            <pc:sldMk cId="335871183" sldId="506"/>
            <ac:spMk id="12" creationId="{ACD3EE86-6D24-8B6C-FABA-3D244D01473B}"/>
          </ac:spMkLst>
        </pc:spChg>
        <pc:spChg chg="add mod">
          <ac:chgData name="Shashank verma" userId="62a6868b0fd06ef7" providerId="LiveId" clId="{885EAEA9-BCD2-41BA-A143-B717D3634ACA}" dt="2026-08-12T17:42:34.189" v="21752" actId="14100"/>
          <ac:spMkLst>
            <pc:docMk/>
            <pc:sldMk cId="335871183" sldId="506"/>
            <ac:spMk id="13" creationId="{436EEABD-8610-D1E5-3D10-E504499DBB95}"/>
          </ac:spMkLst>
        </pc:spChg>
        <pc:spChg chg="add mod">
          <ac:chgData name="Shashank verma" userId="62a6868b0fd06ef7" providerId="LiveId" clId="{885EAEA9-BCD2-41BA-A143-B717D3634ACA}" dt="2026-08-12T17:43:18.268" v="21785" actId="20577"/>
          <ac:spMkLst>
            <pc:docMk/>
            <pc:sldMk cId="335871183" sldId="506"/>
            <ac:spMk id="14" creationId="{EF60B39A-88CE-B7E8-CE67-73E06A37A35D}"/>
          </ac:spMkLst>
        </pc:sp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1.xml"/><Relationship Id="rId2" Type="http://schemas.microsoft.com/office/2011/relationships/chartColorStyle" Target="colors1.xml"/><Relationship Id="rId1" Type="http://schemas.microsoft.com/office/2011/relationships/chartStyle" Target="style1.xml"/><Relationship Id="rId4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2.xml"/><Relationship Id="rId2" Type="http://schemas.microsoft.com/office/2011/relationships/chartColorStyle" Target="colors2.xml"/><Relationship Id="rId1" Type="http://schemas.microsoft.com/office/2011/relationships/chartStyle" Target="style2.xml"/><Relationship Id="rId4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3.xml"/><Relationship Id="rId2" Type="http://schemas.microsoft.com/office/2011/relationships/chartColorStyle" Target="colors3.xml"/><Relationship Id="rId1" Type="http://schemas.microsoft.com/office/2011/relationships/chartStyle" Target="style3.xml"/><Relationship Id="rId4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4.xml"/><Relationship Id="rId2" Type="http://schemas.microsoft.com/office/2011/relationships/chartColorStyle" Target="colors4.xml"/><Relationship Id="rId1" Type="http://schemas.microsoft.com/office/2011/relationships/chartStyle" Target="style4.xml"/><Relationship Id="rId4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5.xml"/><Relationship Id="rId2" Type="http://schemas.microsoft.com/office/2011/relationships/chartColorStyle" Target="colors5.xml"/><Relationship Id="rId1" Type="http://schemas.microsoft.com/office/2011/relationships/chartStyle" Target="style5.xml"/><Relationship Id="rId4" Type="http://schemas.openxmlformats.org/officeDocument/2006/relationships/package" Target="../embeddings/Microsoft_Excel_Worksheet4.xlsx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6.xml"/><Relationship Id="rId2" Type="http://schemas.microsoft.com/office/2011/relationships/chartColorStyle" Target="colors6.xml"/><Relationship Id="rId1" Type="http://schemas.microsoft.com/office/2011/relationships/chartStyle" Target="style6.xml"/><Relationship Id="rId4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1" vertOverflow="ellipsis" vert="horz" wrap="square" anchor="ctr" anchorCtr="1"/>
          <a:lstStyle/>
          <a:p>
            <a:pPr>
              <a:defRPr sz="168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IN"/>
              <a:t>Effect of LoRA Rank on TIL-LoRA Metrics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8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IN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Dashboard!$F$1</c:f>
              <c:strCache>
                <c:ptCount val="1"/>
                <c:pt idx="0">
                  <c:v>Final Average Performance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cat>
            <c:numRef>
              <c:f>Dashboard!$B$6:$B$10</c:f>
              <c:numCache>
                <c:formatCode>General</c:formatCode>
                <c:ptCount val="5"/>
                <c:pt idx="0">
                  <c:v>8</c:v>
                </c:pt>
                <c:pt idx="1">
                  <c:v>16</c:v>
                </c:pt>
                <c:pt idx="2">
                  <c:v>32</c:v>
                </c:pt>
                <c:pt idx="3">
                  <c:v>64</c:v>
                </c:pt>
                <c:pt idx="4">
                  <c:v>128</c:v>
                </c:pt>
              </c:numCache>
            </c:numRef>
          </c:cat>
          <c:val>
            <c:numRef>
              <c:f>Dashboard!$F$6:$F$10</c:f>
              <c:numCache>
                <c:formatCode>0.000</c:formatCode>
                <c:ptCount val="5"/>
                <c:pt idx="0">
                  <c:v>0.65856486807266823</c:v>
                </c:pt>
                <c:pt idx="1">
                  <c:v>0.59311688964565534</c:v>
                </c:pt>
                <c:pt idx="2">
                  <c:v>0.53074006835813581</c:v>
                </c:pt>
                <c:pt idx="3">
                  <c:v>0.45528703003074023</c:v>
                </c:pt>
                <c:pt idx="4">
                  <c:v>0.42413065644347309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4043-4082-AF0A-C15355295D4E}"/>
            </c:ext>
          </c:extLst>
        </c:ser>
        <c:ser>
          <c:idx val="1"/>
          <c:order val="1"/>
          <c:tx>
            <c:strRef>
              <c:f>Dashboard!$G$1</c:f>
              <c:strCache>
                <c:ptCount val="1"/>
                <c:pt idx="0">
                  <c:v>Final Forgetting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cat>
            <c:numRef>
              <c:f>Dashboard!$B$6:$B$10</c:f>
              <c:numCache>
                <c:formatCode>General</c:formatCode>
                <c:ptCount val="5"/>
                <c:pt idx="0">
                  <c:v>8</c:v>
                </c:pt>
                <c:pt idx="1">
                  <c:v>16</c:v>
                </c:pt>
                <c:pt idx="2">
                  <c:v>32</c:v>
                </c:pt>
                <c:pt idx="3">
                  <c:v>64</c:v>
                </c:pt>
                <c:pt idx="4">
                  <c:v>128</c:v>
                </c:pt>
              </c:numCache>
            </c:numRef>
          </c:cat>
          <c:val>
            <c:numRef>
              <c:f>Dashboard!$G$6:$G$10</c:f>
              <c:numCache>
                <c:formatCode>0.000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4043-4082-AF0A-C15355295D4E}"/>
            </c:ext>
          </c:extLst>
        </c:ser>
        <c:ser>
          <c:idx val="2"/>
          <c:order val="2"/>
          <c:tx>
            <c:strRef>
              <c:f>Dashboard!$H$1</c:f>
              <c:strCache>
                <c:ptCount val="1"/>
                <c:pt idx="0">
                  <c:v>Transfer</c:v>
                </c:pt>
              </c:strCache>
            </c:strRef>
          </c:tx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cat>
            <c:numRef>
              <c:f>Dashboard!$B$6:$B$10</c:f>
              <c:numCache>
                <c:formatCode>General</c:formatCode>
                <c:ptCount val="5"/>
                <c:pt idx="0">
                  <c:v>8</c:v>
                </c:pt>
                <c:pt idx="1">
                  <c:v>16</c:v>
                </c:pt>
                <c:pt idx="2">
                  <c:v>32</c:v>
                </c:pt>
                <c:pt idx="3">
                  <c:v>64</c:v>
                </c:pt>
                <c:pt idx="4">
                  <c:v>128</c:v>
                </c:pt>
              </c:numCache>
            </c:numRef>
          </c:cat>
          <c:val>
            <c:numRef>
              <c:f>Dashboard!$H$6:$H$10</c:f>
              <c:numCache>
                <c:formatCode>0.000</c:formatCode>
                <c:ptCount val="5"/>
                <c:pt idx="0">
                  <c:v>0.2078116987036964</c:v>
                </c:pt>
                <c:pt idx="1">
                  <c:v>0.20949369836575366</c:v>
                </c:pt>
                <c:pt idx="2">
                  <c:v>0.2085876304408851</c:v>
                </c:pt>
                <c:pt idx="3">
                  <c:v>0.18779982602306192</c:v>
                </c:pt>
                <c:pt idx="4">
                  <c:v>0.18034677244964473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4043-4082-AF0A-C15355295D4E}"/>
            </c:ext>
          </c:extLst>
        </c:ser>
        <c:ser>
          <c:idx val="3"/>
          <c:order val="3"/>
          <c:tx>
            <c:strRef>
              <c:f>Dashboard!$I$1</c:f>
              <c:strCache>
                <c:ptCount val="1"/>
                <c:pt idx="0">
                  <c:v>Retention Drop</c:v>
                </c:pt>
              </c:strCache>
            </c:strRef>
          </c:tx>
          <c:spPr>
            <a:ln w="28575" cap="rnd">
              <a:solidFill>
                <a:schemeClr val="accent4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4"/>
              </a:solidFill>
              <a:ln w="9525">
                <a:solidFill>
                  <a:schemeClr val="accent4"/>
                </a:solidFill>
              </a:ln>
              <a:effectLst/>
            </c:spPr>
          </c:marker>
          <c:cat>
            <c:numRef>
              <c:f>Dashboard!$B$6:$B$10</c:f>
              <c:numCache>
                <c:formatCode>General</c:formatCode>
                <c:ptCount val="5"/>
                <c:pt idx="0">
                  <c:v>8</c:v>
                </c:pt>
                <c:pt idx="1">
                  <c:v>16</c:v>
                </c:pt>
                <c:pt idx="2">
                  <c:v>32</c:v>
                </c:pt>
                <c:pt idx="3">
                  <c:v>64</c:v>
                </c:pt>
                <c:pt idx="4">
                  <c:v>128</c:v>
                </c:pt>
              </c:numCache>
            </c:numRef>
          </c:cat>
          <c:val>
            <c:numRef>
              <c:f>Dashboard!$I$6:$I$10</c:f>
              <c:numCache>
                <c:formatCode>0.000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4043-4082-AF0A-C15355295D4E}"/>
            </c:ext>
          </c:extLst>
        </c:ser>
        <c:ser>
          <c:idx val="4"/>
          <c:order val="4"/>
          <c:tx>
            <c:strRef>
              <c:f>Dashboard!$J$1</c:f>
              <c:strCache>
                <c:ptCount val="1"/>
                <c:pt idx="0">
                  <c:v>FT Final Avg. performance</c:v>
                </c:pt>
              </c:strCache>
            </c:strRef>
          </c:tx>
          <c:spPr>
            <a:ln w="28575" cap="rnd">
              <a:solidFill>
                <a:schemeClr val="accent1"/>
              </a:solidFill>
              <a:prstDash val="sysDot"/>
              <a:round/>
            </a:ln>
            <a:effectLst/>
          </c:spPr>
          <c:marker>
            <c:symbol val="none"/>
          </c:marker>
          <c:cat>
            <c:numRef>
              <c:f>Dashboard!$B$6:$B$10</c:f>
              <c:numCache>
                <c:formatCode>General</c:formatCode>
                <c:ptCount val="5"/>
                <c:pt idx="0">
                  <c:v>8</c:v>
                </c:pt>
                <c:pt idx="1">
                  <c:v>16</c:v>
                </c:pt>
                <c:pt idx="2">
                  <c:v>32</c:v>
                </c:pt>
                <c:pt idx="3">
                  <c:v>64</c:v>
                </c:pt>
                <c:pt idx="4">
                  <c:v>128</c:v>
                </c:pt>
              </c:numCache>
            </c:numRef>
          </c:cat>
          <c:val>
            <c:numRef>
              <c:f>Dashboard!$J$6:$J$10</c:f>
              <c:numCache>
                <c:formatCode>0.000</c:formatCode>
                <c:ptCount val="5"/>
                <c:pt idx="0">
                  <c:v>0.13041320790710714</c:v>
                </c:pt>
                <c:pt idx="1">
                  <c:v>0.13041320790710714</c:v>
                </c:pt>
                <c:pt idx="2">
                  <c:v>0.13041320790710714</c:v>
                </c:pt>
                <c:pt idx="3">
                  <c:v>0.13041320790710714</c:v>
                </c:pt>
                <c:pt idx="4">
                  <c:v>0.13041320790710714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4043-4082-AF0A-C15355295D4E}"/>
            </c:ext>
          </c:extLst>
        </c:ser>
        <c:ser>
          <c:idx val="5"/>
          <c:order val="5"/>
          <c:tx>
            <c:strRef>
              <c:f>Dashboard!$K$1</c:f>
              <c:strCache>
                <c:ptCount val="1"/>
                <c:pt idx="0">
                  <c:v>FT Forgetting</c:v>
                </c:pt>
              </c:strCache>
            </c:strRef>
          </c:tx>
          <c:spPr>
            <a:ln w="28575" cap="rnd">
              <a:solidFill>
                <a:srgbClr val="00B050"/>
              </a:solidFill>
              <a:prstDash val="sysDot"/>
              <a:round/>
            </a:ln>
            <a:effectLst/>
          </c:spPr>
          <c:marker>
            <c:symbol val="none"/>
          </c:marker>
          <c:cat>
            <c:numRef>
              <c:f>Dashboard!$B$6:$B$10</c:f>
              <c:numCache>
                <c:formatCode>General</c:formatCode>
                <c:ptCount val="5"/>
                <c:pt idx="0">
                  <c:v>8</c:v>
                </c:pt>
                <c:pt idx="1">
                  <c:v>16</c:v>
                </c:pt>
                <c:pt idx="2">
                  <c:v>32</c:v>
                </c:pt>
                <c:pt idx="3">
                  <c:v>64</c:v>
                </c:pt>
                <c:pt idx="4">
                  <c:v>128</c:v>
                </c:pt>
              </c:numCache>
            </c:numRef>
          </c:cat>
          <c:val>
            <c:numRef>
              <c:f>Dashboard!$K$6:$K$10</c:f>
              <c:numCache>
                <c:formatCode>0.000</c:formatCode>
                <c:ptCount val="5"/>
                <c:pt idx="0">
                  <c:v>0.81221432456296339</c:v>
                </c:pt>
                <c:pt idx="1">
                  <c:v>0.81221432456296339</c:v>
                </c:pt>
                <c:pt idx="2">
                  <c:v>0.81221432456296339</c:v>
                </c:pt>
                <c:pt idx="3">
                  <c:v>0.81221432456296339</c:v>
                </c:pt>
                <c:pt idx="4">
                  <c:v>0.81221432456296339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4043-4082-AF0A-C15355295D4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hiLowLines>
          <c:spPr>
            <a:ln w="9525" cap="flat" cmpd="sng" algn="ctr">
              <a:solidFill>
                <a:schemeClr val="bg2">
                  <a:lumMod val="90000"/>
                </a:schemeClr>
              </a:solidFill>
              <a:round/>
            </a:ln>
            <a:effectLst/>
          </c:spPr>
        </c:hiLowLines>
        <c:marker val="1"/>
        <c:smooth val="0"/>
        <c:axId val="1094622272"/>
        <c:axId val="978258416"/>
      </c:lineChart>
      <c:catAx>
        <c:axId val="1094622272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4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IN"/>
                  <a:t>LoRA Rank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4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978258416"/>
        <c:crosses val="autoZero"/>
        <c:auto val="1"/>
        <c:lblAlgn val="ctr"/>
        <c:lblOffset val="100"/>
        <c:tickLblSkip val="1"/>
        <c:tickMarkSkip val="1"/>
        <c:noMultiLvlLbl val="0"/>
      </c:catAx>
      <c:valAx>
        <c:axId val="97825841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4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IN"/>
                  <a:t> Metric Value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4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IN"/>
            </a:p>
          </c:txPr>
        </c:title>
        <c:numFmt formatCode="0.000" sourceLinked="1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9462227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9.0920508491526122E-2"/>
          <c:y val="0.81199159020943235"/>
          <c:w val="0.90780973334196102"/>
          <c:h val="0.1726098601641946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 sz="1400"/>
      </a:pPr>
      <a:endParaRPr lang="en-US"/>
    </a:p>
  </c:txPr>
  <c:externalData r:id="rId4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0" i="0" u="none" strike="noStrike" kern="1200" spc="0" baseline="0">
              <a:solidFill>
                <a:srgbClr val="041E42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Extras!$C$1</c:f>
              <c:strCache>
                <c:ptCount val="1"/>
                <c:pt idx="0">
                  <c:v>Relative Frobenius Norm of LoRA Weights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chemeClr val="accent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2B8D-43FA-9246-8E4B6BE72AB6}"/>
              </c:ext>
            </c:extLst>
          </c:dPt>
          <c:dPt>
            <c:idx val="1"/>
            <c:invertIfNegative val="0"/>
            <c:bubble3D val="0"/>
            <c:spPr>
              <a:solidFill>
                <a:schemeClr val="accent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2B8D-43FA-9246-8E4B6BE72AB6}"/>
              </c:ext>
            </c:extLst>
          </c:dPt>
          <c:dPt>
            <c:idx val="2"/>
            <c:invertIfNegative val="0"/>
            <c:bubble3D val="0"/>
            <c:spPr>
              <a:solidFill>
                <a:schemeClr val="accent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2B8D-43FA-9246-8E4B6BE72AB6}"/>
              </c:ext>
            </c:extLst>
          </c:dPt>
          <c:dPt>
            <c:idx val="3"/>
            <c:invertIfNegative val="0"/>
            <c:bubble3D val="0"/>
            <c:spPr>
              <a:solidFill>
                <a:schemeClr val="accent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2B8D-43FA-9246-8E4B6BE72AB6}"/>
              </c:ext>
            </c:extLst>
          </c:dPt>
          <c:cat>
            <c:strRef>
              <c:f>Extras!$B$2:$B$9</c:f>
              <c:strCache>
                <c:ptCount val="8"/>
                <c:pt idx="0">
                  <c:v>Lateral Tibial -&gt; Medial Tibial</c:v>
                </c:pt>
                <c:pt idx="1">
                  <c:v>Medial Tibial -&gt; Femoral</c:v>
                </c:pt>
                <c:pt idx="2">
                  <c:v>Femoral -&gt; Patellar</c:v>
                </c:pt>
                <c:pt idx="3">
                  <c:v>Patellar -&gt; Medial Meniscus</c:v>
                </c:pt>
                <c:pt idx="4">
                  <c:v>Medial Meniscus -&gt; Patellar</c:v>
                </c:pt>
                <c:pt idx="5">
                  <c:v>Patellar -&gt; Femoral</c:v>
                </c:pt>
                <c:pt idx="6">
                  <c:v>Femoral -&gt; Medial Tibial</c:v>
                </c:pt>
                <c:pt idx="7">
                  <c:v>Medial Tibial -&gt; Lateral Tibial</c:v>
                </c:pt>
              </c:strCache>
              <c:extLst/>
            </c:strRef>
          </c:cat>
          <c:val>
            <c:numRef>
              <c:f>Extras!$C$2:$C$9</c:f>
              <c:numCache>
                <c:formatCode>0.00</c:formatCode>
                <c:ptCount val="8"/>
                <c:pt idx="0">
                  <c:v>4.09570079916328E-2</c:v>
                </c:pt>
                <c:pt idx="1">
                  <c:v>4.2534859779233797E-2</c:v>
                </c:pt>
                <c:pt idx="2">
                  <c:v>0.23941292433981201</c:v>
                </c:pt>
                <c:pt idx="3">
                  <c:v>0.12429498195396101</c:v>
                </c:pt>
                <c:pt idx="4">
                  <c:v>0.243273645003728</c:v>
                </c:pt>
                <c:pt idx="5">
                  <c:v>0.111449750583911</c:v>
                </c:pt>
                <c:pt idx="6">
                  <c:v>2.32723264233698E-2</c:v>
                </c:pt>
                <c:pt idx="7">
                  <c:v>4.4738194384700801E-2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2B8D-43FA-9246-8E4B6BE72AB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75"/>
        <c:overlap val="-25"/>
        <c:axId val="1421117520"/>
        <c:axId val="978157616"/>
      </c:barChart>
      <c:catAx>
        <c:axId val="1421117520"/>
        <c:scaling>
          <c:orientation val="minMax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400" b="0" i="0" u="none" strike="noStrike" kern="1200" baseline="0">
                    <a:solidFill>
                      <a:srgbClr val="041E42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IN">
                    <a:solidFill>
                      <a:srgbClr val="041E42"/>
                    </a:solidFill>
                  </a:rPr>
                  <a:t>Task Transition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400" b="0" i="0" u="none" strike="noStrike" kern="1200" baseline="0">
                  <a:solidFill>
                    <a:srgbClr val="041E42"/>
                  </a:solidFill>
                  <a:latin typeface="+mn-lt"/>
                  <a:ea typeface="+mn-ea"/>
                  <a:cs typeface="+mn-cs"/>
                </a:defRPr>
              </a:pPr>
              <a:endParaRPr lang="en-IN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rgbClr val="041E4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978157616"/>
        <c:crosses val="autoZero"/>
        <c:auto val="1"/>
        <c:lblAlgn val="ctr"/>
        <c:lblOffset val="100"/>
        <c:noMultiLvlLbl val="0"/>
      </c:catAx>
      <c:valAx>
        <c:axId val="978157616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400" b="0" i="0" u="none" strike="noStrike" kern="1200" baseline="0">
                    <a:solidFill>
                      <a:srgbClr val="041E42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dirty="0">
                    <a:solidFill>
                      <a:srgbClr val="041E42"/>
                    </a:solidFill>
                  </a:rPr>
                  <a:t>Relative Frobenius Norm</a:t>
                </a:r>
              </a:p>
            </c:rich>
          </c:tx>
          <c:layout>
            <c:manualLayout>
              <c:xMode val="edge"/>
              <c:yMode val="edge"/>
              <c:x val="0.44868078498664282"/>
              <c:y val="0.93749934166126725"/>
            </c:manualLayout>
          </c:layout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400" b="0" i="0" u="none" strike="noStrike" kern="1200" baseline="0">
                  <a:solidFill>
                    <a:srgbClr val="041E42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0.0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rgbClr val="041E4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421117520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 sz="1400"/>
      </a:pPr>
      <a:endParaRPr lang="en-US"/>
    </a:p>
  </c:txPr>
  <c:externalData r:id="rId4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1" vertOverflow="ellipsis" vert="horz" wrap="square" anchor="ctr" anchorCtr="1"/>
          <a:lstStyle/>
          <a:p>
            <a:pPr>
              <a:defRPr sz="168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IN"/>
              <a:t>Effect of 10% Replay Buffer on CIL-LoRA (rank 128) Performance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8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IN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Dashboard!$A$54</c:f>
              <c:strCache>
                <c:ptCount val="1"/>
                <c:pt idx="0">
                  <c:v>CIL-LoRA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Dashboard!$B$53:$E$53</c:f>
              <c:strCache>
                <c:ptCount val="4"/>
                <c:pt idx="0">
                  <c:v>Final Average Performance</c:v>
                </c:pt>
                <c:pt idx="1">
                  <c:v>Final Forgetting</c:v>
                </c:pt>
                <c:pt idx="2">
                  <c:v>Transfer</c:v>
                </c:pt>
                <c:pt idx="3">
                  <c:v>Retention Drop</c:v>
                </c:pt>
              </c:strCache>
            </c:strRef>
          </c:cat>
          <c:val>
            <c:numRef>
              <c:f>Dashboard!$B$54:$E$54</c:f>
              <c:numCache>
                <c:formatCode>0.000</c:formatCode>
                <c:ptCount val="4"/>
                <c:pt idx="0">
                  <c:v>0</c:v>
                </c:pt>
                <c:pt idx="1">
                  <c:v>0.67012428569917826</c:v>
                </c:pt>
                <c:pt idx="2">
                  <c:v>0.20162295673244032</c:v>
                </c:pt>
                <c:pt idx="3">
                  <c:v>0.97939328849315599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BDA-41D0-A3F2-694A7FF66137}"/>
            </c:ext>
          </c:extLst>
        </c:ser>
        <c:ser>
          <c:idx val="1"/>
          <c:order val="1"/>
          <c:tx>
            <c:strRef>
              <c:f>Dashboard!$A$55</c:f>
              <c:strCache>
                <c:ptCount val="1"/>
                <c:pt idx="0">
                  <c:v>CIL-LoRA + Replay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Dashboard!$B$53:$E$53</c:f>
              <c:strCache>
                <c:ptCount val="4"/>
                <c:pt idx="0">
                  <c:v>Final Average Performance</c:v>
                </c:pt>
                <c:pt idx="1">
                  <c:v>Final Forgetting</c:v>
                </c:pt>
                <c:pt idx="2">
                  <c:v>Transfer</c:v>
                </c:pt>
                <c:pt idx="3">
                  <c:v>Retention Drop</c:v>
                </c:pt>
              </c:strCache>
            </c:strRef>
          </c:cat>
          <c:val>
            <c:numRef>
              <c:f>Dashboard!$B$55:$E$55</c:f>
              <c:numCache>
                <c:formatCode>0.000</c:formatCode>
                <c:ptCount val="4"/>
                <c:pt idx="0">
                  <c:v>0.35306040356711754</c:v>
                </c:pt>
                <c:pt idx="1">
                  <c:v>0.36275102232078404</c:v>
                </c:pt>
                <c:pt idx="2">
                  <c:v>0.12887594358852156</c:v>
                </c:pt>
                <c:pt idx="3">
                  <c:v>0.53402084857225396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BDA-41D0-A3F2-694A7FF6613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926084415"/>
        <c:axId val="953774159"/>
      </c:barChart>
      <c:catAx>
        <c:axId val="926084415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953774159"/>
        <c:crosses val="autoZero"/>
        <c:auto val="1"/>
        <c:lblAlgn val="ctr"/>
        <c:lblOffset val="100"/>
        <c:noMultiLvlLbl val="0"/>
      </c:catAx>
      <c:valAx>
        <c:axId val="95377415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.00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926084415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 sz="1400"/>
      </a:pPr>
      <a:endParaRPr lang="en-US"/>
    </a:p>
  </c:txPr>
  <c:externalData r:id="rId4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1" vertOverflow="ellipsis" vert="horz" wrap="square" anchor="ctr" anchorCtr="1"/>
          <a:lstStyle/>
          <a:p>
            <a:pPr>
              <a:defRPr sz="168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IN"/>
              <a:t>Final Average Performance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8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IN"/>
        </a:p>
      </c:txPr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'Few-shot Analysis'!$B$16</c:f>
              <c:strCache>
                <c:ptCount val="1"/>
                <c:pt idx="0">
                  <c:v>Fine-Tuning</c:v>
                </c:pt>
              </c:strCache>
            </c:strRef>
          </c:tx>
          <c:spPr>
            <a:ln w="19050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dPt>
            <c:idx val="3"/>
            <c:marker>
              <c:symbol val="circle"/>
              <c:size val="5"/>
              <c:spPr>
                <a:solidFill>
                  <a:schemeClr val="accent1"/>
                </a:solidFill>
                <a:ln w="9525">
                  <a:solidFill>
                    <a:schemeClr val="accent1"/>
                  </a:solidFill>
                </a:ln>
                <a:effectLst/>
              </c:spPr>
            </c:marker>
            <c:bubble3D val="0"/>
            <c:spPr>
              <a:ln w="19050" cap="rnd">
                <a:solidFill>
                  <a:schemeClr val="accent1"/>
                </a:solidFill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1-A48A-4863-B8F4-4F22D6F12184}"/>
              </c:ext>
            </c:extLst>
          </c:dPt>
          <c:xVal>
            <c:numRef>
              <c:f>'Few-shot Analysis'!$A$17:$A$20</c:f>
              <c:numCache>
                <c:formatCode>General</c:formatCode>
                <c:ptCount val="4"/>
                <c:pt idx="0">
                  <c:v>5</c:v>
                </c:pt>
                <c:pt idx="1">
                  <c:v>10</c:v>
                </c:pt>
                <c:pt idx="2">
                  <c:v>20</c:v>
                </c:pt>
                <c:pt idx="3">
                  <c:v>108</c:v>
                </c:pt>
              </c:numCache>
            </c:numRef>
          </c:xVal>
          <c:yVal>
            <c:numRef>
              <c:f>'Few-shot Analysis'!$B$17:$B$20</c:f>
              <c:numCache>
                <c:formatCode>0.000</c:formatCode>
                <c:ptCount val="4"/>
                <c:pt idx="0">
                  <c:v>1.3025533130761597E-5</c:v>
                </c:pt>
                <c:pt idx="1">
                  <c:v>0</c:v>
                </c:pt>
                <c:pt idx="2">
                  <c:v>0</c:v>
                </c:pt>
                <c:pt idx="3">
                  <c:v>0.13041320790710714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2-A48A-4863-B8F4-4F22D6F12184}"/>
            </c:ext>
          </c:extLst>
        </c:ser>
        <c:ser>
          <c:idx val="1"/>
          <c:order val="1"/>
          <c:tx>
            <c:strRef>
              <c:f>'Few-shot Analysis'!$C$16</c:f>
              <c:strCache>
                <c:ptCount val="1"/>
                <c:pt idx="0">
                  <c:v>TIL-LoRA</c:v>
                </c:pt>
              </c:strCache>
            </c:strRef>
          </c:tx>
          <c:spPr>
            <a:ln w="19050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chemeClr val="accent2"/>
                </a:solidFill>
                <a:ln w="9525">
                  <a:solidFill>
                    <a:schemeClr val="accent2"/>
                  </a:solidFill>
                </a:ln>
                <a:effectLst/>
              </c:spPr>
            </c:marker>
            <c:bubble3D val="0"/>
            <c:spPr>
              <a:ln w="19050" cap="rnd">
                <a:solidFill>
                  <a:schemeClr val="accent2"/>
                </a:solidFill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4-A48A-4863-B8F4-4F22D6F12184}"/>
              </c:ext>
            </c:extLst>
          </c:dPt>
          <c:dPt>
            <c:idx val="3"/>
            <c:marker>
              <c:symbol val="circle"/>
              <c:size val="5"/>
              <c:spPr>
                <a:solidFill>
                  <a:schemeClr val="accent2"/>
                </a:solidFill>
                <a:ln w="9525">
                  <a:solidFill>
                    <a:schemeClr val="accent2"/>
                  </a:solidFill>
                </a:ln>
                <a:effectLst/>
              </c:spPr>
            </c:marker>
            <c:bubble3D val="0"/>
            <c:spPr>
              <a:ln w="19050" cap="rnd">
                <a:solidFill>
                  <a:schemeClr val="accent2"/>
                </a:solidFill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6-A48A-4863-B8F4-4F22D6F12184}"/>
              </c:ext>
            </c:extLst>
          </c:dPt>
          <c:xVal>
            <c:numRef>
              <c:f>'Few-shot Analysis'!$A$17:$A$20</c:f>
              <c:numCache>
                <c:formatCode>General</c:formatCode>
                <c:ptCount val="4"/>
                <c:pt idx="0">
                  <c:v>5</c:v>
                </c:pt>
                <c:pt idx="1">
                  <c:v>10</c:v>
                </c:pt>
                <c:pt idx="2">
                  <c:v>20</c:v>
                </c:pt>
                <c:pt idx="3">
                  <c:v>108</c:v>
                </c:pt>
              </c:numCache>
            </c:numRef>
          </c:xVal>
          <c:yVal>
            <c:numRef>
              <c:f>'Few-shot Analysis'!$C$17:$C$20</c:f>
              <c:numCache>
                <c:formatCode>0.000</c:formatCode>
                <c:ptCount val="4"/>
                <c:pt idx="0">
                  <c:v>0.33153970763087259</c:v>
                </c:pt>
                <c:pt idx="1">
                  <c:v>0.33679310753941516</c:v>
                </c:pt>
                <c:pt idx="2">
                  <c:v>0.33764468819778493</c:v>
                </c:pt>
                <c:pt idx="3">
                  <c:v>0.70172176038225409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7-A48A-4863-B8F4-4F22D6F12184}"/>
            </c:ext>
          </c:extLst>
        </c:ser>
        <c:ser>
          <c:idx val="2"/>
          <c:order val="2"/>
          <c:tx>
            <c:strRef>
              <c:f>'Few-shot Analysis'!$D$16</c:f>
              <c:strCache>
                <c:ptCount val="1"/>
                <c:pt idx="0">
                  <c:v>CIL-LoRA + Replay</c:v>
                </c:pt>
              </c:strCache>
            </c:strRef>
          </c:tx>
          <c:spPr>
            <a:ln w="19050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dPt>
            <c:idx val="3"/>
            <c:marker>
              <c:symbol val="circle"/>
              <c:size val="5"/>
              <c:spPr>
                <a:solidFill>
                  <a:schemeClr val="accent3"/>
                </a:solidFill>
                <a:ln w="9525">
                  <a:solidFill>
                    <a:schemeClr val="accent3"/>
                  </a:solidFill>
                </a:ln>
                <a:effectLst/>
              </c:spPr>
            </c:marker>
            <c:bubble3D val="0"/>
            <c:spPr>
              <a:ln w="19050" cap="rnd">
                <a:solidFill>
                  <a:schemeClr val="accent3"/>
                </a:solidFill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9-A48A-4863-B8F4-4F22D6F12184}"/>
              </c:ext>
            </c:extLst>
          </c:dPt>
          <c:xVal>
            <c:numRef>
              <c:f>'Few-shot Analysis'!$A$17:$A$20</c:f>
              <c:numCache>
                <c:formatCode>General</c:formatCode>
                <c:ptCount val="4"/>
                <c:pt idx="0">
                  <c:v>5</c:v>
                </c:pt>
                <c:pt idx="1">
                  <c:v>10</c:v>
                </c:pt>
                <c:pt idx="2">
                  <c:v>20</c:v>
                </c:pt>
                <c:pt idx="3">
                  <c:v>108</c:v>
                </c:pt>
              </c:numCache>
            </c:numRef>
          </c:xVal>
          <c:yVal>
            <c:numRef>
              <c:f>'Few-shot Analysis'!$D$17:$D$20</c:f>
              <c:numCache>
                <c:formatCode>0.000</c:formatCode>
                <c:ptCount val="4"/>
                <c:pt idx="0">
                  <c:v>1.3040762123030919E-3</c:v>
                </c:pt>
                <c:pt idx="1">
                  <c:v>9.0138830794482087E-3</c:v>
                </c:pt>
                <c:pt idx="2">
                  <c:v>9.3502386789623051E-3</c:v>
                </c:pt>
                <c:pt idx="3">
                  <c:v>0.35306040356711754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A-A48A-4863-B8F4-4F22D6F1218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284712992"/>
        <c:axId val="327834960"/>
      </c:scatterChart>
      <c:valAx>
        <c:axId val="2847129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327834960"/>
        <c:crosses val="autoZero"/>
        <c:crossBetween val="midCat"/>
      </c:valAx>
      <c:valAx>
        <c:axId val="32783496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.000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84712992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 sz="1400"/>
      </a:pPr>
      <a:endParaRPr lang="en-US"/>
    </a:p>
  </c:txPr>
  <c:externalData r:id="rId4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1" vertOverflow="ellipsis" vert="horz" wrap="square" anchor="ctr" anchorCtr="1"/>
          <a:lstStyle/>
          <a:p>
            <a:pPr>
              <a:defRPr sz="168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IN"/>
              <a:t>Final Forgetting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8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IN"/>
        </a:p>
      </c:txPr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'Few-shot Analysis'!$B$23</c:f>
              <c:strCache>
                <c:ptCount val="1"/>
                <c:pt idx="0">
                  <c:v>Fine-Tuning</c:v>
                </c:pt>
              </c:strCache>
            </c:strRef>
          </c:tx>
          <c:spPr>
            <a:ln w="19050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dPt>
            <c:idx val="3"/>
            <c:marker>
              <c:symbol val="circle"/>
              <c:size val="5"/>
              <c:spPr>
                <a:solidFill>
                  <a:schemeClr val="accent1"/>
                </a:solidFill>
                <a:ln w="9525">
                  <a:solidFill>
                    <a:schemeClr val="accent1"/>
                  </a:solidFill>
                </a:ln>
                <a:effectLst/>
              </c:spPr>
            </c:marker>
            <c:bubble3D val="0"/>
            <c:spPr>
              <a:ln w="19050" cap="rnd">
                <a:solidFill>
                  <a:schemeClr val="accent1"/>
                </a:solidFill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1-CD38-4094-804A-78343B67D5B0}"/>
              </c:ext>
            </c:extLst>
          </c:dPt>
          <c:xVal>
            <c:numRef>
              <c:f>'Few-shot Analysis'!$A$24:$A$27</c:f>
              <c:numCache>
                <c:formatCode>General</c:formatCode>
                <c:ptCount val="4"/>
                <c:pt idx="0">
                  <c:v>5</c:v>
                </c:pt>
                <c:pt idx="1">
                  <c:v>10</c:v>
                </c:pt>
                <c:pt idx="2">
                  <c:v>20</c:v>
                </c:pt>
                <c:pt idx="3">
                  <c:v>108</c:v>
                </c:pt>
              </c:numCache>
            </c:numRef>
          </c:xVal>
          <c:yVal>
            <c:numRef>
              <c:f>'Few-shot Analysis'!$B$24:$B$27</c:f>
              <c:numCache>
                <c:formatCode>0.000</c:formatCode>
                <c:ptCount val="4"/>
                <c:pt idx="0">
                  <c:v>0.68765294755401618</c:v>
                </c:pt>
                <c:pt idx="1">
                  <c:v>0.75656230685611514</c:v>
                </c:pt>
                <c:pt idx="2">
                  <c:v>0.77451379255702046</c:v>
                </c:pt>
                <c:pt idx="3">
                  <c:v>0.81221432456296339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2-CD38-4094-804A-78343B67D5B0}"/>
            </c:ext>
          </c:extLst>
        </c:ser>
        <c:ser>
          <c:idx val="1"/>
          <c:order val="1"/>
          <c:tx>
            <c:strRef>
              <c:f>'Few-shot Analysis'!$C$23</c:f>
              <c:strCache>
                <c:ptCount val="1"/>
                <c:pt idx="0">
                  <c:v>TIL-LoRA</c:v>
                </c:pt>
              </c:strCache>
            </c:strRef>
          </c:tx>
          <c:spPr>
            <a:ln w="19050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dPt>
            <c:idx val="3"/>
            <c:marker>
              <c:symbol val="circle"/>
              <c:size val="5"/>
              <c:spPr>
                <a:solidFill>
                  <a:schemeClr val="accent2"/>
                </a:solidFill>
                <a:ln w="9525">
                  <a:solidFill>
                    <a:schemeClr val="accent2"/>
                  </a:solidFill>
                </a:ln>
                <a:effectLst/>
              </c:spPr>
            </c:marker>
            <c:bubble3D val="0"/>
            <c:spPr>
              <a:ln w="19050" cap="rnd">
                <a:solidFill>
                  <a:schemeClr val="accent2"/>
                </a:solidFill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4-CD38-4094-804A-78343B67D5B0}"/>
              </c:ext>
            </c:extLst>
          </c:dPt>
          <c:xVal>
            <c:numRef>
              <c:f>'Few-shot Analysis'!$A$24:$A$27</c:f>
              <c:numCache>
                <c:formatCode>General</c:formatCode>
                <c:ptCount val="4"/>
                <c:pt idx="0">
                  <c:v>5</c:v>
                </c:pt>
                <c:pt idx="1">
                  <c:v>10</c:v>
                </c:pt>
                <c:pt idx="2">
                  <c:v>20</c:v>
                </c:pt>
                <c:pt idx="3">
                  <c:v>108</c:v>
                </c:pt>
              </c:numCache>
            </c:numRef>
          </c:xVal>
          <c:yVal>
            <c:numRef>
              <c:f>'Few-shot Analysis'!$C$24:$C$27</c:f>
              <c:numCache>
                <c:formatCode>0.000</c:formatCode>
                <c:ptCount val="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5-CD38-4094-804A-78343B67D5B0}"/>
            </c:ext>
          </c:extLst>
        </c:ser>
        <c:ser>
          <c:idx val="2"/>
          <c:order val="2"/>
          <c:tx>
            <c:strRef>
              <c:f>'Few-shot Analysis'!$D$23</c:f>
              <c:strCache>
                <c:ptCount val="1"/>
                <c:pt idx="0">
                  <c:v>CIL-LoRA + Replay</c:v>
                </c:pt>
              </c:strCache>
            </c:strRef>
          </c:tx>
          <c:spPr>
            <a:ln w="19050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dPt>
            <c:idx val="3"/>
            <c:marker>
              <c:symbol val="circle"/>
              <c:size val="5"/>
              <c:spPr>
                <a:solidFill>
                  <a:schemeClr val="accent3"/>
                </a:solidFill>
                <a:ln w="9525">
                  <a:solidFill>
                    <a:schemeClr val="accent3"/>
                  </a:solidFill>
                </a:ln>
                <a:effectLst/>
              </c:spPr>
            </c:marker>
            <c:bubble3D val="0"/>
            <c:spPr>
              <a:ln w="19050" cap="rnd">
                <a:solidFill>
                  <a:schemeClr val="accent3"/>
                </a:solidFill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7-CD38-4094-804A-78343B67D5B0}"/>
              </c:ext>
            </c:extLst>
          </c:dPt>
          <c:xVal>
            <c:numRef>
              <c:f>'Few-shot Analysis'!$A$24:$A$27</c:f>
              <c:numCache>
                <c:formatCode>General</c:formatCode>
                <c:ptCount val="4"/>
                <c:pt idx="0">
                  <c:v>5</c:v>
                </c:pt>
                <c:pt idx="1">
                  <c:v>10</c:v>
                </c:pt>
                <c:pt idx="2">
                  <c:v>20</c:v>
                </c:pt>
                <c:pt idx="3">
                  <c:v>108</c:v>
                </c:pt>
              </c:numCache>
            </c:numRef>
          </c:xVal>
          <c:yVal>
            <c:numRef>
              <c:f>'Few-shot Analysis'!$D$24:$D$27</c:f>
              <c:numCache>
                <c:formatCode>0.000</c:formatCode>
                <c:ptCount val="4"/>
                <c:pt idx="0">
                  <c:v>0.3950809173008259</c:v>
                </c:pt>
                <c:pt idx="1">
                  <c:v>0.35098729270619788</c:v>
                </c:pt>
                <c:pt idx="2">
                  <c:v>0.46887751395115596</c:v>
                </c:pt>
                <c:pt idx="3">
                  <c:v>0.36275102232078404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8-CD38-4094-804A-78343B67D5B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284733408"/>
        <c:axId val="327743760"/>
      </c:scatterChart>
      <c:valAx>
        <c:axId val="284733408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327743760"/>
        <c:crosses val="autoZero"/>
        <c:crossBetween val="midCat"/>
      </c:valAx>
      <c:valAx>
        <c:axId val="32774376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.000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84733408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 sz="1400"/>
      </a:pPr>
      <a:endParaRPr lang="en-US"/>
    </a:p>
  </c:txPr>
  <c:externalData r:id="rId4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1" vertOverflow="ellipsis" vert="horz" wrap="square" anchor="ctr" anchorCtr="1"/>
          <a:lstStyle/>
          <a:p>
            <a:pPr>
              <a:defRPr sz="168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IN"/>
              <a:t>Performance-Forgetting Trade-off Across Continual Learning Methods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8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IN"/>
        </a:p>
      </c:txPr>
    </c:title>
    <c:autoTitleDeleted val="0"/>
    <c:plotArea>
      <c:layout/>
      <c:scatterChart>
        <c:scatterStyle val="lineMarker"/>
        <c:varyColors val="0"/>
        <c:ser>
          <c:idx val="0"/>
          <c:order val="0"/>
          <c:spPr>
            <a:ln w="1905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dPt>
            <c:idx val="3"/>
            <c:marker>
              <c:symbol val="circle"/>
              <c:size val="5"/>
              <c:spPr>
                <a:solidFill>
                  <a:schemeClr val="accent2"/>
                </a:solidFill>
                <a:ln w="9525">
                  <a:solidFill>
                    <a:schemeClr val="accent2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C770-4470-A483-4F985E8AFDE1}"/>
              </c:ext>
            </c:extLst>
          </c:dPt>
          <c:dLbls>
            <c:dLbl>
              <c:idx val="0"/>
              <c:layout>
                <c:manualLayout>
                  <c:x val="2.8014357174743444E-3"/>
                  <c:y val="-3.1543140152323519E-3"/>
                </c:manualLayout>
              </c:layout>
              <c:tx>
                <c:rich>
                  <a:bodyPr/>
                  <a:lstStyle/>
                  <a:p>
                    <a:fld id="{BB5F65B6-A1AE-410F-A0A2-92D7934DEF72}" type="CELLRANGE">
                      <a:rPr lang="en-US"/>
                      <a:pPr/>
                      <a:t>[CELLRANGE]</a:t>
                    </a:fld>
                    <a:endParaRPr lang="en-IN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01-C770-4470-A483-4F985E8AFDE1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fld id="{5C87C776-0A57-4DDD-8E54-87352DD24491}" type="CELLRANGE">
                      <a:rPr lang="en-US"/>
                      <a:pPr/>
                      <a:t>[CELLRANGE]</a:t>
                    </a:fld>
                    <a:endParaRPr lang="en-IN"/>
                  </a:p>
                </c:rich>
              </c:tx>
              <c:dLblPos val="t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02-C770-4470-A483-4F985E8AFDE1}"/>
                </c:ext>
              </c:extLst>
            </c:dLbl>
            <c:dLbl>
              <c:idx val="2"/>
              <c:layout>
                <c:manualLayout>
                  <c:x val="-2.336432094696449E-2"/>
                  <c:y val="3.5446331070342077E-2"/>
                </c:manualLayout>
              </c:layout>
              <c:tx>
                <c:rich>
                  <a:bodyPr/>
                  <a:lstStyle/>
                  <a:p>
                    <a:fld id="{E4D9D77A-1F64-4730-89EF-261D736B47DA}" type="CELLRANGE">
                      <a:rPr lang="en-US"/>
                      <a:pPr/>
                      <a:t>[CELLRANGE]</a:t>
                    </a:fld>
                    <a:endParaRPr lang="en-IN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03-C770-4470-A483-4F985E8AFDE1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fld id="{B768505E-D5B7-47CD-9C2C-608C31B02F84}" type="CELLRANGE">
                      <a:rPr lang="en-US"/>
                      <a:pPr/>
                      <a:t>[CELLRANGE]</a:t>
                    </a:fld>
                    <a:endParaRPr lang="en-IN"/>
                  </a:p>
                </c:rich>
              </c:tx>
              <c:dLblPos val="t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00-C770-4470-A483-4F985E8AFDE1}"/>
                </c:ext>
              </c:extLst>
            </c:dLbl>
            <c:dLbl>
              <c:idx val="4"/>
              <c:layout>
                <c:manualLayout>
                  <c:x val="-8.1858528473910439E-2"/>
                  <c:y val="3.2934659454063722E-2"/>
                </c:manualLayout>
              </c:layout>
              <c:tx>
                <c:rich>
                  <a:bodyPr/>
                  <a:lstStyle/>
                  <a:p>
                    <a:fld id="{9A4320C9-33F1-4C45-9A1C-5ED5551AF286}" type="CELLRANGE">
                      <a:rPr lang="en-US"/>
                      <a:pPr/>
                      <a:t>[CELLRANGE]</a:t>
                    </a:fld>
                    <a:endParaRPr lang="en-IN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04-C770-4470-A483-4F985E8AFDE1}"/>
                </c:ext>
              </c:extLst>
            </c:dLbl>
            <c:dLbl>
              <c:idx val="5"/>
              <c:layout>
                <c:manualLayout>
                  <c:x val="-0.24179167969681339"/>
                  <c:y val="-2.3152686685871771E-2"/>
                </c:manualLayout>
              </c:layout>
              <c:tx>
                <c:rich>
                  <a:bodyPr/>
                  <a:lstStyle/>
                  <a:p>
                    <a:fld id="{7880580D-5377-4B3A-9175-A83A28A53238}" type="CELLRANGE">
                      <a:rPr lang="en-US"/>
                      <a:pPr/>
                      <a:t>[CELLRANGE]</a:t>
                    </a:fld>
                    <a:endParaRPr lang="en-IN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680555555555557"/>
                      <c:h val="8.7824074074074068E-2"/>
                    </c:manualLayout>
                  </c15:layout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05-C770-4470-A483-4F985E8AFDE1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4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DataLabelsRange val="1"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xVal>
            <c:numRef>
              <c:f>Dashboard!$C$60:$C$65</c:f>
              <c:numCache>
                <c:formatCode>0.000</c:formatCode>
                <c:ptCount val="6"/>
                <c:pt idx="0">
                  <c:v>0.13041320790710714</c:v>
                </c:pt>
                <c:pt idx="1">
                  <c:v>0.42413065644347309</c:v>
                </c:pt>
                <c:pt idx="2">
                  <c:v>0</c:v>
                </c:pt>
                <c:pt idx="3">
                  <c:v>0.35306040356711754</c:v>
                </c:pt>
                <c:pt idx="4">
                  <c:v>0.11472533125867505</c:v>
                </c:pt>
                <c:pt idx="5">
                  <c:v>0.109952311488223</c:v>
                </c:pt>
              </c:numCache>
            </c:numRef>
          </c:xVal>
          <c:yVal>
            <c:numRef>
              <c:f>Dashboard!$B$60:$B$65</c:f>
              <c:numCache>
                <c:formatCode>0.000</c:formatCode>
                <c:ptCount val="6"/>
                <c:pt idx="0">
                  <c:v>0.81221432456296339</c:v>
                </c:pt>
                <c:pt idx="1">
                  <c:v>0</c:v>
                </c:pt>
                <c:pt idx="2">
                  <c:v>0.67012428569917826</c:v>
                </c:pt>
                <c:pt idx="3">
                  <c:v>0.36275102232078404</c:v>
                </c:pt>
                <c:pt idx="4">
                  <c:v>0.75303917993865788</c:v>
                </c:pt>
                <c:pt idx="5">
                  <c:v>0.83673433770458827</c:v>
                </c:pt>
              </c:numCache>
            </c:numRef>
          </c:yVal>
          <c:smooth val="0"/>
          <c:extLst>
            <c:ext xmlns:c15="http://schemas.microsoft.com/office/drawing/2012/chart" uri="{02D57815-91ED-43cb-92C2-25804820EDAC}">
              <c15:datalabelsRange>
                <c15:f>Dashboard!$A$60:$A$65</c15:f>
                <c15:dlblRangeCache>
                  <c:ptCount val="6"/>
                  <c:pt idx="0">
                    <c:v>Fine-Tuning</c:v>
                  </c:pt>
                  <c:pt idx="1">
                    <c:v>TIL-LoRA</c:v>
                  </c:pt>
                  <c:pt idx="2">
                    <c:v>CIL-LoRA</c:v>
                  </c:pt>
                  <c:pt idx="3">
                    <c:v>CIL-LoRA + Replay</c:v>
                  </c:pt>
                  <c:pt idx="4">
                    <c:v>Prompt-based</c:v>
                  </c:pt>
                  <c:pt idx="5">
                    <c:v>Regularisation-based</c:v>
                  </c:pt>
                </c15:dlblRangeCache>
              </c15:datalabelsRange>
            </c:ext>
            <c:ext xmlns:c16="http://schemas.microsoft.com/office/drawing/2014/chart" uri="{C3380CC4-5D6E-409C-BE32-E72D297353CC}">
              <c16:uniqueId val="{00000006-CF78-47B9-8635-FD81CE86BBD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970035519"/>
        <c:axId val="953906639"/>
      </c:scatterChart>
      <c:valAx>
        <c:axId val="970035519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4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IN"/>
                  <a:t>Final Average Performance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4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IN"/>
            </a:p>
          </c:txPr>
        </c:title>
        <c:numFmt formatCode="0.000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953906639"/>
        <c:crosses val="autoZero"/>
        <c:crossBetween val="midCat"/>
      </c:valAx>
      <c:valAx>
        <c:axId val="95390663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4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IN"/>
                  <a:t>Forgetting (lower is better)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4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0.000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970035519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 sz="1400"/>
      </a:pPr>
      <a:endParaRPr lang="en-US"/>
    </a:p>
  </c:txPr>
  <c:externalData r:id="rId4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02C9555C-46DE-4406-8ABE-45349F5208F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E4F3B590-57A4-4D61-9607-3C2EA36AB18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88CE87A-16FF-4C7D-8292-0CB980715C8B}" type="datetimeFigureOut">
              <a:rPr lang="de-DE" smtClean="0"/>
              <a:t>12.08.2026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C6DC5A1-1CCC-484A-AB24-DCA2F05D594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4041CFA-48F6-4759-86C7-790FC637E93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52F6222-CCA6-4FA7-88E0-B7BAE53645AA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4183288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ECA62E-2216-4960-A875-4D2633F4A404}" type="datetimeFigureOut">
              <a:rPr lang="de-DE" smtClean="0"/>
              <a:t>06.08.2026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1F93703-73BA-47D5-8B02-C172375928DA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533144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bild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Textplatzhalter 167">
            <a:extLst>
              <a:ext uri="{FF2B5EF4-FFF2-40B4-BE49-F238E27FC236}">
                <a16:creationId xmlns:a16="http://schemas.microsoft.com/office/drawing/2014/main" id="{91CA67B1-C872-42F5-99A5-C31B319F69A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0" y="1628775"/>
            <a:ext cx="12192000" cy="5229225"/>
          </a:xfrm>
          <a:gradFill>
            <a:gsLst>
              <a:gs pos="50000">
                <a:schemeClr val="accent4">
                  <a:alpha val="50000"/>
                </a:schemeClr>
              </a:gs>
              <a:gs pos="5000">
                <a:schemeClr val="accent4"/>
              </a:gs>
              <a:gs pos="100000">
                <a:schemeClr val="accent4">
                  <a:alpha val="20000"/>
                </a:schemeClr>
              </a:gs>
            </a:gsLst>
            <a:lin ang="5400000" scaled="1"/>
          </a:gradFill>
        </p:spPr>
        <p:txBody>
          <a:bodyPr vert="horz" wrap="square" lIns="540000" tIns="1188000" rIns="0" bIns="0" rtlCol="0" anchor="t" anchorCtr="0">
            <a:noAutofit/>
          </a:bodyPr>
          <a:lstStyle>
            <a:lvl1pPr>
              <a:defRPr lang="de-DE" sz="4000" b="1" dirty="0">
                <a:latin typeface="+mj-lt"/>
                <a:ea typeface="+mj-ea"/>
                <a:cs typeface="+mj-cs"/>
              </a:defRPr>
            </a:lvl1pPr>
          </a:lstStyle>
          <a:p>
            <a:pPr lvl="0">
              <a:spcBef>
                <a:spcPct val="0"/>
              </a:spcBef>
            </a:pPr>
            <a:r>
              <a:rPr lang="de-DE" dirty="0"/>
              <a:t> </a:t>
            </a:r>
          </a:p>
        </p:txBody>
      </p:sp>
      <p:sp>
        <p:nvSpPr>
          <p:cNvPr id="165" name="Bildplatzhalter 60">
            <a:extLst>
              <a:ext uri="{FF2B5EF4-FFF2-40B4-BE49-F238E27FC236}">
                <a16:creationId xmlns:a16="http://schemas.microsoft.com/office/drawing/2014/main" id="{F018B551-27B5-4B00-BF39-7527999917AE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1628775"/>
            <a:ext cx="12192000" cy="5229226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r>
              <a:rPr lang="de-DE" dirty="0"/>
              <a:t> 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6C1DC1BF-B7B9-4143-AFEB-7D1D6C73E88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0163" y="2913731"/>
            <a:ext cx="4979505" cy="1030539"/>
          </a:xfrm>
        </p:spPr>
        <p:txBody>
          <a:bodyPr wrap="none" tIns="0" rIns="0"/>
          <a:lstStyle>
            <a:lvl1pPr algn="l">
              <a:lnSpc>
                <a:spcPct val="110000"/>
              </a:lnSpc>
              <a:defRPr sz="660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Willkommen</a:t>
            </a: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929994FB-5DBF-40C3-99B7-BCB45F80FCBA}"/>
              </a:ext>
            </a:extLst>
          </p:cNvPr>
          <p:cNvSpPr/>
          <p:nvPr userDrawn="1"/>
        </p:nvSpPr>
        <p:spPr>
          <a:xfrm>
            <a:off x="518400" y="1196733"/>
            <a:ext cx="11676062" cy="72000"/>
          </a:xfrm>
          <a:prstGeom prst="rect">
            <a:avLst/>
          </a:prstGeom>
          <a:solidFill>
            <a:srgbClr val="2F586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57" name="Gruppieren 56">
            <a:extLst>
              <a:ext uri="{FF2B5EF4-FFF2-40B4-BE49-F238E27FC236}">
                <a16:creationId xmlns:a16="http://schemas.microsoft.com/office/drawing/2014/main" id="{A67BB0E1-5E7F-46E5-9D87-74249FA80151}"/>
              </a:ext>
            </a:extLst>
          </p:cNvPr>
          <p:cNvGrpSpPr/>
          <p:nvPr userDrawn="1"/>
        </p:nvGrpSpPr>
        <p:grpSpPr>
          <a:xfrm>
            <a:off x="-390525" y="160153"/>
            <a:ext cx="333375" cy="136812"/>
            <a:chOff x="-133350" y="2711163"/>
            <a:chExt cx="333375" cy="136812"/>
          </a:xfrm>
        </p:grpSpPr>
        <p:cxnSp>
          <p:nvCxnSpPr>
            <p:cNvPr id="58" name="Gerader Verbinder 57">
              <a:extLst>
                <a:ext uri="{FF2B5EF4-FFF2-40B4-BE49-F238E27FC236}">
                  <a16:creationId xmlns:a16="http://schemas.microsoft.com/office/drawing/2014/main" id="{735EC3F0-D52F-43D8-9D20-FC4F70B1922F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Textfeld 58">
              <a:extLst>
                <a:ext uri="{FF2B5EF4-FFF2-40B4-BE49-F238E27FC236}">
                  <a16:creationId xmlns:a16="http://schemas.microsoft.com/office/drawing/2014/main" id="{D73E6E84-A759-4118-9971-2B614D3FE504}"/>
                </a:ext>
              </a:extLst>
            </p:cNvPr>
            <p:cNvSpPr txBox="1"/>
            <p:nvPr userDrawn="1"/>
          </p:nvSpPr>
          <p:spPr>
            <a:xfrm>
              <a:off x="-96506" y="2711163"/>
              <a:ext cx="259686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08,70</a:t>
              </a:r>
            </a:p>
          </p:txBody>
        </p:sp>
      </p:grpSp>
      <p:grpSp>
        <p:nvGrpSpPr>
          <p:cNvPr id="60" name="Gruppieren 59">
            <a:extLst>
              <a:ext uri="{FF2B5EF4-FFF2-40B4-BE49-F238E27FC236}">
                <a16:creationId xmlns:a16="http://schemas.microsoft.com/office/drawing/2014/main" id="{F1FCC803-A93B-423F-B835-B52876B2721B}"/>
              </a:ext>
            </a:extLst>
          </p:cNvPr>
          <p:cNvGrpSpPr/>
          <p:nvPr userDrawn="1"/>
        </p:nvGrpSpPr>
        <p:grpSpPr>
          <a:xfrm>
            <a:off x="-390525" y="1131703"/>
            <a:ext cx="333375" cy="136812"/>
            <a:chOff x="-133350" y="2711163"/>
            <a:chExt cx="333375" cy="136812"/>
          </a:xfrm>
        </p:grpSpPr>
        <p:cxnSp>
          <p:nvCxnSpPr>
            <p:cNvPr id="61" name="Gerader Verbinder 60">
              <a:extLst>
                <a:ext uri="{FF2B5EF4-FFF2-40B4-BE49-F238E27FC236}">
                  <a16:creationId xmlns:a16="http://schemas.microsoft.com/office/drawing/2014/main" id="{94D29247-DB20-40F1-888F-155F9E5ABC80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Textfeld 61">
              <a:extLst>
                <a:ext uri="{FF2B5EF4-FFF2-40B4-BE49-F238E27FC236}">
                  <a16:creationId xmlns:a16="http://schemas.microsoft.com/office/drawing/2014/main" id="{5E32A3F3-E989-43F3-A16F-94173C632533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06,00</a:t>
              </a:r>
            </a:p>
          </p:txBody>
        </p:sp>
      </p:grpSp>
      <p:grpSp>
        <p:nvGrpSpPr>
          <p:cNvPr id="63" name="Gruppieren 62">
            <a:extLst>
              <a:ext uri="{FF2B5EF4-FFF2-40B4-BE49-F238E27FC236}">
                <a16:creationId xmlns:a16="http://schemas.microsoft.com/office/drawing/2014/main" id="{44D22F83-A0F5-4FE2-9D6C-012542F7E2B8}"/>
              </a:ext>
            </a:extLst>
          </p:cNvPr>
          <p:cNvGrpSpPr/>
          <p:nvPr userDrawn="1"/>
        </p:nvGrpSpPr>
        <p:grpSpPr>
          <a:xfrm>
            <a:off x="-390525" y="1491963"/>
            <a:ext cx="333375" cy="136812"/>
            <a:chOff x="-133350" y="2711163"/>
            <a:chExt cx="333375" cy="136812"/>
          </a:xfrm>
        </p:grpSpPr>
        <p:cxnSp>
          <p:nvCxnSpPr>
            <p:cNvPr id="64" name="Gerader Verbinder 63">
              <a:extLst>
                <a:ext uri="{FF2B5EF4-FFF2-40B4-BE49-F238E27FC236}">
                  <a16:creationId xmlns:a16="http://schemas.microsoft.com/office/drawing/2014/main" id="{BA2BC1BF-6FE4-4475-BE69-6D37CBD51645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5" name="Textfeld 64">
              <a:extLst>
                <a:ext uri="{FF2B5EF4-FFF2-40B4-BE49-F238E27FC236}">
                  <a16:creationId xmlns:a16="http://schemas.microsoft.com/office/drawing/2014/main" id="{88D7DDBE-C865-4F05-B6F5-3E2BBB15FDA7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05,00</a:t>
              </a:r>
            </a:p>
          </p:txBody>
        </p:sp>
      </p:grpSp>
      <p:grpSp>
        <p:nvGrpSpPr>
          <p:cNvPr id="66" name="Gruppieren 65">
            <a:extLst>
              <a:ext uri="{FF2B5EF4-FFF2-40B4-BE49-F238E27FC236}">
                <a16:creationId xmlns:a16="http://schemas.microsoft.com/office/drawing/2014/main" id="{5BF365C6-4DF1-469F-A081-5BB981472333}"/>
              </a:ext>
            </a:extLst>
          </p:cNvPr>
          <p:cNvGrpSpPr/>
          <p:nvPr userDrawn="1"/>
        </p:nvGrpSpPr>
        <p:grpSpPr>
          <a:xfrm>
            <a:off x="-390525" y="3292188"/>
            <a:ext cx="333375" cy="136812"/>
            <a:chOff x="-133350" y="2711163"/>
            <a:chExt cx="333375" cy="136812"/>
          </a:xfrm>
        </p:grpSpPr>
        <p:cxnSp>
          <p:nvCxnSpPr>
            <p:cNvPr id="67" name="Gerader Verbinder 66">
              <a:extLst>
                <a:ext uri="{FF2B5EF4-FFF2-40B4-BE49-F238E27FC236}">
                  <a16:creationId xmlns:a16="http://schemas.microsoft.com/office/drawing/2014/main" id="{9CA1C573-E95F-4CC5-A4BE-0E74960DBC2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8" name="Textfeld 67">
              <a:extLst>
                <a:ext uri="{FF2B5EF4-FFF2-40B4-BE49-F238E27FC236}">
                  <a16:creationId xmlns:a16="http://schemas.microsoft.com/office/drawing/2014/main" id="{02A35681-195F-407A-BB6C-7E3B4E241132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00,00</a:t>
              </a:r>
            </a:p>
          </p:txBody>
        </p:sp>
      </p:grpSp>
      <p:grpSp>
        <p:nvGrpSpPr>
          <p:cNvPr id="69" name="Gruppieren 68">
            <a:extLst>
              <a:ext uri="{FF2B5EF4-FFF2-40B4-BE49-F238E27FC236}">
                <a16:creationId xmlns:a16="http://schemas.microsoft.com/office/drawing/2014/main" id="{BF6DC0B3-1B79-4824-B73B-DC9B7AA77A08}"/>
              </a:ext>
            </a:extLst>
          </p:cNvPr>
          <p:cNvGrpSpPr/>
          <p:nvPr userDrawn="1"/>
        </p:nvGrpSpPr>
        <p:grpSpPr>
          <a:xfrm>
            <a:off x="-390525" y="6063963"/>
            <a:ext cx="333375" cy="136812"/>
            <a:chOff x="-133350" y="2711163"/>
            <a:chExt cx="333375" cy="136812"/>
          </a:xfrm>
        </p:grpSpPr>
        <p:cxnSp>
          <p:nvCxnSpPr>
            <p:cNvPr id="70" name="Gerader Verbinder 69">
              <a:extLst>
                <a:ext uri="{FF2B5EF4-FFF2-40B4-BE49-F238E27FC236}">
                  <a16:creationId xmlns:a16="http://schemas.microsoft.com/office/drawing/2014/main" id="{439D9EA3-D6F8-4D8A-8C91-B7BCDD4883C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1" name="Textfeld 70">
              <a:extLst>
                <a:ext uri="{FF2B5EF4-FFF2-40B4-BE49-F238E27FC236}">
                  <a16:creationId xmlns:a16="http://schemas.microsoft.com/office/drawing/2014/main" id="{EF8776E0-353D-4DBE-918C-2BE4D9ED22C0}"/>
                </a:ext>
              </a:extLst>
            </p:cNvPr>
            <p:cNvSpPr txBox="1"/>
            <p:nvPr userDrawn="1"/>
          </p:nvSpPr>
          <p:spPr>
            <a:xfrm>
              <a:off x="-96504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07,70</a:t>
              </a:r>
            </a:p>
          </p:txBody>
        </p:sp>
      </p:grpSp>
      <p:grpSp>
        <p:nvGrpSpPr>
          <p:cNvPr id="72" name="Gruppieren 71">
            <a:extLst>
              <a:ext uri="{FF2B5EF4-FFF2-40B4-BE49-F238E27FC236}">
                <a16:creationId xmlns:a16="http://schemas.microsoft.com/office/drawing/2014/main" id="{EB1A981A-C15F-48BC-856D-45BFDE402164}"/>
              </a:ext>
            </a:extLst>
          </p:cNvPr>
          <p:cNvGrpSpPr/>
          <p:nvPr userDrawn="1"/>
        </p:nvGrpSpPr>
        <p:grpSpPr>
          <a:xfrm>
            <a:off x="-390525" y="6495763"/>
            <a:ext cx="333375" cy="136812"/>
            <a:chOff x="-133350" y="2711163"/>
            <a:chExt cx="333375" cy="136812"/>
          </a:xfrm>
        </p:grpSpPr>
        <p:cxnSp>
          <p:nvCxnSpPr>
            <p:cNvPr id="73" name="Gerader Verbinder 72">
              <a:extLst>
                <a:ext uri="{FF2B5EF4-FFF2-40B4-BE49-F238E27FC236}">
                  <a16:creationId xmlns:a16="http://schemas.microsoft.com/office/drawing/2014/main" id="{CA1B7D91-52B4-4C4E-9872-DAE627C5BDA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4" name="Textfeld 73">
              <a:extLst>
                <a:ext uri="{FF2B5EF4-FFF2-40B4-BE49-F238E27FC236}">
                  <a16:creationId xmlns:a16="http://schemas.microsoft.com/office/drawing/2014/main" id="{DD5301F3-CDC0-4F62-A7F3-64DF1FAFB6C3}"/>
                </a:ext>
              </a:extLst>
            </p:cNvPr>
            <p:cNvSpPr txBox="1"/>
            <p:nvPr userDrawn="1"/>
          </p:nvSpPr>
          <p:spPr>
            <a:xfrm>
              <a:off x="-96503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08,90</a:t>
              </a:r>
            </a:p>
          </p:txBody>
        </p:sp>
      </p:grpSp>
      <p:grpSp>
        <p:nvGrpSpPr>
          <p:cNvPr id="75" name="Gruppieren 74">
            <a:extLst>
              <a:ext uri="{FF2B5EF4-FFF2-40B4-BE49-F238E27FC236}">
                <a16:creationId xmlns:a16="http://schemas.microsoft.com/office/drawing/2014/main" id="{C5363AC9-A7FE-4ED9-A4AE-BF1F41479440}"/>
              </a:ext>
            </a:extLst>
          </p:cNvPr>
          <p:cNvGrpSpPr/>
          <p:nvPr userDrawn="1"/>
        </p:nvGrpSpPr>
        <p:grpSpPr>
          <a:xfrm rot="16200000">
            <a:off x="281643" y="-299136"/>
            <a:ext cx="333375" cy="136808"/>
            <a:chOff x="-133350" y="2711167"/>
            <a:chExt cx="333375" cy="136808"/>
          </a:xfrm>
        </p:grpSpPr>
        <p:cxnSp>
          <p:nvCxnSpPr>
            <p:cNvPr id="76" name="Gerader Verbinder 75">
              <a:extLst>
                <a:ext uri="{FF2B5EF4-FFF2-40B4-BE49-F238E27FC236}">
                  <a16:creationId xmlns:a16="http://schemas.microsoft.com/office/drawing/2014/main" id="{A5C058E5-1B77-4F37-8A90-6C2DB0C9F0D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7" name="Textfeld 76">
              <a:extLst>
                <a:ext uri="{FF2B5EF4-FFF2-40B4-BE49-F238E27FC236}">
                  <a16:creationId xmlns:a16="http://schemas.microsoft.com/office/drawing/2014/main" id="{3F3FD432-7B0C-441D-887D-260F088129D6}"/>
                </a:ext>
              </a:extLst>
            </p:cNvPr>
            <p:cNvSpPr txBox="1"/>
            <p:nvPr userDrawn="1"/>
          </p:nvSpPr>
          <p:spPr>
            <a:xfrm>
              <a:off x="-96507" y="2711167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78" name="Gruppieren 77">
            <a:extLst>
              <a:ext uri="{FF2B5EF4-FFF2-40B4-BE49-F238E27FC236}">
                <a16:creationId xmlns:a16="http://schemas.microsoft.com/office/drawing/2014/main" id="{11D3348D-CD05-48E5-89ED-528A62DA8118}"/>
              </a:ext>
            </a:extLst>
          </p:cNvPr>
          <p:cNvGrpSpPr/>
          <p:nvPr userDrawn="1"/>
        </p:nvGrpSpPr>
        <p:grpSpPr>
          <a:xfrm rot="16200000">
            <a:off x="5752963" y="-299136"/>
            <a:ext cx="333375" cy="136804"/>
            <a:chOff x="-133350" y="2711171"/>
            <a:chExt cx="333375" cy="136804"/>
          </a:xfrm>
        </p:grpSpPr>
        <p:cxnSp>
          <p:nvCxnSpPr>
            <p:cNvPr id="79" name="Gerader Verbinder 78">
              <a:extLst>
                <a:ext uri="{FF2B5EF4-FFF2-40B4-BE49-F238E27FC236}">
                  <a16:creationId xmlns:a16="http://schemas.microsoft.com/office/drawing/2014/main" id="{8C904B9B-CFB8-4878-BE89-64B7783A68C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0" name="Textfeld 79">
              <a:extLst>
                <a:ext uri="{FF2B5EF4-FFF2-40B4-BE49-F238E27FC236}">
                  <a16:creationId xmlns:a16="http://schemas.microsoft.com/office/drawing/2014/main" id="{C15810B6-1DFF-43DE-849F-E24988A1AC21}"/>
                </a:ext>
              </a:extLst>
            </p:cNvPr>
            <p:cNvSpPr txBox="1"/>
            <p:nvPr userDrawn="1"/>
          </p:nvSpPr>
          <p:spPr>
            <a:xfrm>
              <a:off x="-96504" y="271117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grpSp>
        <p:nvGrpSpPr>
          <p:cNvPr id="81" name="Gruppieren 80">
            <a:extLst>
              <a:ext uri="{FF2B5EF4-FFF2-40B4-BE49-F238E27FC236}">
                <a16:creationId xmlns:a16="http://schemas.microsoft.com/office/drawing/2014/main" id="{CFDE3FDD-B76C-49E7-81B4-7302EAE01430}"/>
              </a:ext>
            </a:extLst>
          </p:cNvPr>
          <p:cNvGrpSpPr/>
          <p:nvPr userDrawn="1"/>
        </p:nvGrpSpPr>
        <p:grpSpPr>
          <a:xfrm>
            <a:off x="6203950" y="-397424"/>
            <a:ext cx="124906" cy="333375"/>
            <a:chOff x="6416680" y="-397424"/>
            <a:chExt cx="124906" cy="333375"/>
          </a:xfrm>
        </p:grpSpPr>
        <p:cxnSp>
          <p:nvCxnSpPr>
            <p:cNvPr id="82" name="Gerader Verbinder 81">
              <a:extLst>
                <a:ext uri="{FF2B5EF4-FFF2-40B4-BE49-F238E27FC236}">
                  <a16:creationId xmlns:a16="http://schemas.microsoft.com/office/drawing/2014/main" id="{CC2966EC-F4C0-41FC-88ED-2E5F725EA0B2}"/>
                </a:ext>
              </a:extLst>
            </p:cNvPr>
            <p:cNvCxnSpPr>
              <a:cxnSpLocks/>
            </p:cNvCxnSpPr>
            <p:nvPr userDrawn="1"/>
          </p:nvCxnSpPr>
          <p:spPr>
            <a:xfrm rot="16200000">
              <a:off x="6249993" y="-230736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3" name="Textfeld 82">
              <a:extLst>
                <a:ext uri="{FF2B5EF4-FFF2-40B4-BE49-F238E27FC236}">
                  <a16:creationId xmlns:a16="http://schemas.microsoft.com/office/drawing/2014/main" id="{92230FDE-430C-429C-A396-DFCEF2CE147E}"/>
                </a:ext>
              </a:extLst>
            </p:cNvPr>
            <p:cNvSpPr txBox="1"/>
            <p:nvPr userDrawn="1"/>
          </p:nvSpPr>
          <p:spPr>
            <a:xfrm rot="16200000">
              <a:off x="6349289" y="-29319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cxnSp>
        <p:nvCxnSpPr>
          <p:cNvPr id="84" name="Gerader Verbinder 83">
            <a:extLst>
              <a:ext uri="{FF2B5EF4-FFF2-40B4-BE49-F238E27FC236}">
                <a16:creationId xmlns:a16="http://schemas.microsoft.com/office/drawing/2014/main" id="{53056242-C21F-4347-8E6E-305C959935E8}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5929313" y="-230736"/>
            <a:ext cx="333375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5" name="Gruppieren 84">
            <a:extLst>
              <a:ext uri="{FF2B5EF4-FFF2-40B4-BE49-F238E27FC236}">
                <a16:creationId xmlns:a16="http://schemas.microsoft.com/office/drawing/2014/main" id="{A954A2AB-7A1B-4F20-8556-0C283B584BE2}"/>
              </a:ext>
            </a:extLst>
          </p:cNvPr>
          <p:cNvGrpSpPr/>
          <p:nvPr userDrawn="1"/>
        </p:nvGrpSpPr>
        <p:grpSpPr>
          <a:xfrm rot="16200000">
            <a:off x="11447325" y="-299139"/>
            <a:ext cx="333375" cy="136800"/>
            <a:chOff x="-133350" y="2711175"/>
            <a:chExt cx="333375" cy="136800"/>
          </a:xfrm>
        </p:grpSpPr>
        <p:cxnSp>
          <p:nvCxnSpPr>
            <p:cNvPr id="86" name="Gerader Verbinder 85">
              <a:extLst>
                <a:ext uri="{FF2B5EF4-FFF2-40B4-BE49-F238E27FC236}">
                  <a16:creationId xmlns:a16="http://schemas.microsoft.com/office/drawing/2014/main" id="{C31D32E9-A207-4C49-AAE0-5A541EE5B56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7" name="Textfeld 86">
              <a:extLst>
                <a:ext uri="{FF2B5EF4-FFF2-40B4-BE49-F238E27FC236}">
                  <a16:creationId xmlns:a16="http://schemas.microsoft.com/office/drawing/2014/main" id="{0027A521-04C3-4807-A55B-38087BBBA705}"/>
                </a:ext>
              </a:extLst>
            </p:cNvPr>
            <p:cNvSpPr txBox="1"/>
            <p:nvPr userDrawn="1"/>
          </p:nvSpPr>
          <p:spPr>
            <a:xfrm>
              <a:off x="-96501" y="2711175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2ED5713B-0A5B-5944-BEBB-63C8BF5985F2}"/>
              </a:ext>
            </a:extLst>
          </p:cNvPr>
          <p:cNvGrpSpPr/>
          <p:nvPr userDrawn="1"/>
        </p:nvGrpSpPr>
        <p:grpSpPr>
          <a:xfrm>
            <a:off x="510639" y="293096"/>
            <a:ext cx="2388067" cy="301237"/>
            <a:chOff x="510639" y="293688"/>
            <a:chExt cx="2594512" cy="327279"/>
          </a:xfrm>
        </p:grpSpPr>
        <p:sp>
          <p:nvSpPr>
            <p:cNvPr id="140" name="Freihandform: Form 139">
              <a:extLst>
                <a:ext uri="{FF2B5EF4-FFF2-40B4-BE49-F238E27FC236}">
                  <a16:creationId xmlns:a16="http://schemas.microsoft.com/office/drawing/2014/main" id="{437E43AF-FE61-4974-AF5C-89AC3C8150FD}"/>
                </a:ext>
              </a:extLst>
            </p:cNvPr>
            <p:cNvSpPr/>
            <p:nvPr/>
          </p:nvSpPr>
          <p:spPr>
            <a:xfrm>
              <a:off x="519935" y="300420"/>
              <a:ext cx="78213" cy="124372"/>
            </a:xfrm>
            <a:custGeom>
              <a:avLst/>
              <a:gdLst>
                <a:gd name="connsiteX0" fmla="*/ 232410 w 232409"/>
                <a:gd name="connsiteY0" fmla="*/ 60960 h 369569"/>
                <a:gd name="connsiteX1" fmla="*/ 65723 w 232409"/>
                <a:gd name="connsiteY1" fmla="*/ 60960 h 369569"/>
                <a:gd name="connsiteX2" fmla="*/ 65723 w 232409"/>
                <a:gd name="connsiteY2" fmla="*/ 152400 h 369569"/>
                <a:gd name="connsiteX3" fmla="*/ 189547 w 232409"/>
                <a:gd name="connsiteY3" fmla="*/ 152400 h 369569"/>
                <a:gd name="connsiteX4" fmla="*/ 189547 w 232409"/>
                <a:gd name="connsiteY4" fmla="*/ 212408 h 369569"/>
                <a:gd name="connsiteX5" fmla="*/ 65723 w 232409"/>
                <a:gd name="connsiteY5" fmla="*/ 212408 h 369569"/>
                <a:gd name="connsiteX6" fmla="*/ 65723 w 232409"/>
                <a:gd name="connsiteY6" fmla="*/ 369570 h 369569"/>
                <a:gd name="connsiteX7" fmla="*/ 0 w 232409"/>
                <a:gd name="connsiteY7" fmla="*/ 369570 h 369569"/>
                <a:gd name="connsiteX8" fmla="*/ 0 w 232409"/>
                <a:gd name="connsiteY8" fmla="*/ 0 h 369569"/>
                <a:gd name="connsiteX9" fmla="*/ 231458 w 232409"/>
                <a:gd name="connsiteY9" fmla="*/ 0 h 369569"/>
                <a:gd name="connsiteX10" fmla="*/ 231458 w 232409"/>
                <a:gd name="connsiteY10" fmla="*/ 60960 h 3695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32409" h="369569">
                  <a:moveTo>
                    <a:pt x="232410" y="60960"/>
                  </a:moveTo>
                  <a:lnTo>
                    <a:pt x="65723" y="60960"/>
                  </a:lnTo>
                  <a:lnTo>
                    <a:pt x="65723" y="152400"/>
                  </a:lnTo>
                  <a:lnTo>
                    <a:pt x="189547" y="152400"/>
                  </a:lnTo>
                  <a:lnTo>
                    <a:pt x="189547" y="212408"/>
                  </a:lnTo>
                  <a:lnTo>
                    <a:pt x="65723" y="212408"/>
                  </a:lnTo>
                  <a:lnTo>
                    <a:pt x="65723" y="369570"/>
                  </a:lnTo>
                  <a:lnTo>
                    <a:pt x="0" y="369570"/>
                  </a:lnTo>
                  <a:lnTo>
                    <a:pt x="0" y="0"/>
                  </a:lnTo>
                  <a:lnTo>
                    <a:pt x="231458" y="0"/>
                  </a:lnTo>
                  <a:lnTo>
                    <a:pt x="231458" y="60960"/>
                  </a:lnTo>
                  <a:close/>
                </a:path>
              </a:pathLst>
            </a:custGeom>
            <a:solidFill>
              <a:srgbClr val="041E4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1" name="Freihandform: Form 140">
              <a:extLst>
                <a:ext uri="{FF2B5EF4-FFF2-40B4-BE49-F238E27FC236}">
                  <a16:creationId xmlns:a16="http://schemas.microsoft.com/office/drawing/2014/main" id="{B5C643AC-A2D8-483C-9099-467ED404B78A}"/>
                </a:ext>
              </a:extLst>
            </p:cNvPr>
            <p:cNvSpPr/>
            <p:nvPr/>
          </p:nvSpPr>
          <p:spPr>
            <a:xfrm>
              <a:off x="610329" y="332713"/>
              <a:ext cx="53852" cy="91758"/>
            </a:xfrm>
            <a:custGeom>
              <a:avLst/>
              <a:gdLst>
                <a:gd name="connsiteX0" fmla="*/ 160020 w 160020"/>
                <a:gd name="connsiteY0" fmla="*/ 5005 h 272657"/>
                <a:gd name="connsiteX1" fmla="*/ 150495 w 160020"/>
                <a:gd name="connsiteY1" fmla="*/ 68823 h 272657"/>
                <a:gd name="connsiteX2" fmla="*/ 116205 w 160020"/>
                <a:gd name="connsiteY2" fmla="*/ 60250 h 272657"/>
                <a:gd name="connsiteX3" fmla="*/ 61913 w 160020"/>
                <a:gd name="connsiteY3" fmla="*/ 135498 h 272657"/>
                <a:gd name="connsiteX4" fmla="*/ 61913 w 160020"/>
                <a:gd name="connsiteY4" fmla="*/ 272658 h 272657"/>
                <a:gd name="connsiteX5" fmla="*/ 0 w 160020"/>
                <a:gd name="connsiteY5" fmla="*/ 272658 h 272657"/>
                <a:gd name="connsiteX6" fmla="*/ 0 w 160020"/>
                <a:gd name="connsiteY6" fmla="*/ 5958 h 272657"/>
                <a:gd name="connsiteX7" fmla="*/ 60960 w 160020"/>
                <a:gd name="connsiteY7" fmla="*/ 5958 h 272657"/>
                <a:gd name="connsiteX8" fmla="*/ 60960 w 160020"/>
                <a:gd name="connsiteY8" fmla="*/ 40248 h 272657"/>
                <a:gd name="connsiteX9" fmla="*/ 61913 w 160020"/>
                <a:gd name="connsiteY9" fmla="*/ 40248 h 272657"/>
                <a:gd name="connsiteX10" fmla="*/ 131445 w 160020"/>
                <a:gd name="connsiteY10" fmla="*/ 243 h 272657"/>
                <a:gd name="connsiteX11" fmla="*/ 160020 w 160020"/>
                <a:gd name="connsiteY11" fmla="*/ 5005 h 2726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0020" h="272657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2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7" y="-710"/>
                    <a:pt x="150495" y="1195"/>
                    <a:pt x="160020" y="5005"/>
                  </a:cubicBezTo>
                  <a:close/>
                </a:path>
              </a:pathLst>
            </a:custGeom>
            <a:solidFill>
              <a:srgbClr val="041E4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2" name="Freihandform: Form 141">
              <a:extLst>
                <a:ext uri="{FF2B5EF4-FFF2-40B4-BE49-F238E27FC236}">
                  <a16:creationId xmlns:a16="http://schemas.microsoft.com/office/drawing/2014/main" id="{DC1A9518-9882-4BEE-9042-98771FD22461}"/>
                </a:ext>
              </a:extLst>
            </p:cNvPr>
            <p:cNvSpPr/>
            <p:nvPr/>
          </p:nvSpPr>
          <p:spPr>
            <a:xfrm>
              <a:off x="679247" y="294971"/>
              <a:ext cx="26605" cy="129501"/>
            </a:xfrm>
            <a:custGeom>
              <a:avLst/>
              <a:gdLst>
                <a:gd name="connsiteX0" fmla="*/ 79058 w 79057"/>
                <a:gd name="connsiteY0" fmla="*/ 38100 h 384810"/>
                <a:gd name="connsiteX1" fmla="*/ 39052 w 79057"/>
                <a:gd name="connsiteY1" fmla="*/ 76200 h 384810"/>
                <a:gd name="connsiteX2" fmla="*/ 0 w 79057"/>
                <a:gd name="connsiteY2" fmla="*/ 38100 h 384810"/>
                <a:gd name="connsiteX3" fmla="*/ 39052 w 79057"/>
                <a:gd name="connsiteY3" fmla="*/ 0 h 384810"/>
                <a:gd name="connsiteX4" fmla="*/ 79058 w 79057"/>
                <a:gd name="connsiteY4" fmla="*/ 38100 h 384810"/>
                <a:gd name="connsiteX5" fmla="*/ 70485 w 79057"/>
                <a:gd name="connsiteY5" fmla="*/ 384810 h 384810"/>
                <a:gd name="connsiteX6" fmla="*/ 8573 w 79057"/>
                <a:gd name="connsiteY6" fmla="*/ 384810 h 384810"/>
                <a:gd name="connsiteX7" fmla="*/ 8573 w 79057"/>
                <a:gd name="connsiteY7" fmla="*/ 118110 h 384810"/>
                <a:gd name="connsiteX8" fmla="*/ 70485 w 79057"/>
                <a:gd name="connsiteY8" fmla="*/ 118110 h 384810"/>
                <a:gd name="connsiteX9" fmla="*/ 70485 w 79057"/>
                <a:gd name="connsiteY9" fmla="*/ 384810 h 384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4810">
                  <a:moveTo>
                    <a:pt x="79058" y="38100"/>
                  </a:moveTo>
                  <a:cubicBezTo>
                    <a:pt x="79058" y="60007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8" y="0"/>
                    <a:pt x="39052" y="0"/>
                  </a:cubicBezTo>
                  <a:cubicBezTo>
                    <a:pt x="60960" y="0"/>
                    <a:pt x="79058" y="16193"/>
                    <a:pt x="79058" y="38100"/>
                  </a:cubicBezTo>
                  <a:close/>
                  <a:moveTo>
                    <a:pt x="70485" y="384810"/>
                  </a:moveTo>
                  <a:lnTo>
                    <a:pt x="8573" y="384810"/>
                  </a:lnTo>
                  <a:lnTo>
                    <a:pt x="8573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solidFill>
              <a:srgbClr val="041E4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3" name="Freihandform: Form 142">
              <a:extLst>
                <a:ext uri="{FF2B5EF4-FFF2-40B4-BE49-F238E27FC236}">
                  <a16:creationId xmlns:a16="http://schemas.microsoft.com/office/drawing/2014/main" id="{CB6A9836-D16F-4BD4-B96F-43DCD4A1ADD1}"/>
                </a:ext>
              </a:extLst>
            </p:cNvPr>
            <p:cNvSpPr/>
            <p:nvPr/>
          </p:nvSpPr>
          <p:spPr>
            <a:xfrm>
              <a:off x="725086" y="332795"/>
              <a:ext cx="81739" cy="93920"/>
            </a:xfrm>
            <a:custGeom>
              <a:avLst/>
              <a:gdLst>
                <a:gd name="connsiteX0" fmla="*/ 132397 w 242887"/>
                <a:gd name="connsiteY0" fmla="*/ 279083 h 279082"/>
                <a:gd name="connsiteX1" fmla="*/ 0 w 242887"/>
                <a:gd name="connsiteY1" fmla="*/ 139065 h 279082"/>
                <a:gd name="connsiteX2" fmla="*/ 124777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7 w 242887"/>
                <a:gd name="connsiteY6" fmla="*/ 225743 h 279082"/>
                <a:gd name="connsiteX7" fmla="*/ 198120 w 242887"/>
                <a:gd name="connsiteY7" fmla="*/ 194310 h 279082"/>
                <a:gd name="connsiteX8" fmla="*/ 237172 w 242887"/>
                <a:gd name="connsiteY8" fmla="*/ 235268 h 279082"/>
                <a:gd name="connsiteX9" fmla="*/ 132397 w 242887"/>
                <a:gd name="connsiteY9" fmla="*/ 279083 h 279082"/>
                <a:gd name="connsiteX10" fmla="*/ 61913 w 242887"/>
                <a:gd name="connsiteY10" fmla="*/ 115253 h 279082"/>
                <a:gd name="connsiteX11" fmla="*/ 182880 w 242887"/>
                <a:gd name="connsiteY11" fmla="*/ 115253 h 279082"/>
                <a:gd name="connsiteX12" fmla="*/ 123825 w 242887"/>
                <a:gd name="connsiteY12" fmla="*/ 50482 h 279082"/>
                <a:gd name="connsiteX13" fmla="*/ 61913 w 242887"/>
                <a:gd name="connsiteY13" fmla="*/ 115253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3"/>
                    <a:pt x="132397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2" y="235268"/>
                  </a:lnTo>
                  <a:cubicBezTo>
                    <a:pt x="206692" y="264795"/>
                    <a:pt x="172402" y="279083"/>
                    <a:pt x="132397" y="279083"/>
                  </a:cubicBezTo>
                  <a:close/>
                  <a:moveTo>
                    <a:pt x="61913" y="115253"/>
                  </a:moveTo>
                  <a:lnTo>
                    <a:pt x="182880" y="115253"/>
                  </a:lnTo>
                  <a:cubicBezTo>
                    <a:pt x="180022" y="74295"/>
                    <a:pt x="159067" y="50482"/>
                    <a:pt x="123825" y="50482"/>
                  </a:cubicBezTo>
                  <a:cubicBezTo>
                    <a:pt x="89535" y="50482"/>
                    <a:pt x="67627" y="74295"/>
                    <a:pt x="61913" y="115253"/>
                  </a:cubicBezTo>
                  <a:close/>
                </a:path>
              </a:pathLst>
            </a:custGeom>
            <a:solidFill>
              <a:srgbClr val="041E4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4" name="Freihandform: Form 143">
              <a:extLst>
                <a:ext uri="{FF2B5EF4-FFF2-40B4-BE49-F238E27FC236}">
                  <a16:creationId xmlns:a16="http://schemas.microsoft.com/office/drawing/2014/main" id="{ABBE1A7C-C42E-43DA-AC68-19B53213BFEA}"/>
                </a:ext>
              </a:extLst>
            </p:cNvPr>
            <p:cNvSpPr/>
            <p:nvPr/>
          </p:nvSpPr>
          <p:spPr>
            <a:xfrm>
              <a:off x="825417" y="293688"/>
              <a:ext cx="83663" cy="133347"/>
            </a:xfrm>
            <a:custGeom>
              <a:avLst/>
              <a:gdLst>
                <a:gd name="connsiteX0" fmla="*/ 0 w 248602"/>
                <a:gd name="connsiteY0" fmla="*/ 255270 h 396239"/>
                <a:gd name="connsiteX1" fmla="*/ 108585 w 248602"/>
                <a:gd name="connsiteY1" fmla="*/ 116205 h 396239"/>
                <a:gd name="connsiteX2" fmla="*/ 185738 w 248602"/>
                <a:gd name="connsiteY2" fmla="*/ 152400 h 396239"/>
                <a:gd name="connsiteX3" fmla="*/ 186690 w 248602"/>
                <a:gd name="connsiteY3" fmla="*/ 152400 h 396239"/>
                <a:gd name="connsiteX4" fmla="*/ 186690 w 248602"/>
                <a:gd name="connsiteY4" fmla="*/ 15240 h 396239"/>
                <a:gd name="connsiteX5" fmla="*/ 248602 w 248602"/>
                <a:gd name="connsiteY5" fmla="*/ 0 h 396239"/>
                <a:gd name="connsiteX6" fmla="*/ 248602 w 248602"/>
                <a:gd name="connsiteY6" fmla="*/ 389573 h 396239"/>
                <a:gd name="connsiteX7" fmla="*/ 187642 w 248602"/>
                <a:gd name="connsiteY7" fmla="*/ 389573 h 396239"/>
                <a:gd name="connsiteX8" fmla="*/ 187642 w 248602"/>
                <a:gd name="connsiteY8" fmla="*/ 358140 h 396239"/>
                <a:gd name="connsiteX9" fmla="*/ 186690 w 248602"/>
                <a:gd name="connsiteY9" fmla="*/ 358140 h 396239"/>
                <a:gd name="connsiteX10" fmla="*/ 106680 w 248602"/>
                <a:gd name="connsiteY10" fmla="*/ 396240 h 396239"/>
                <a:gd name="connsiteX11" fmla="*/ 0 w 248602"/>
                <a:gd name="connsiteY11" fmla="*/ 255270 h 396239"/>
                <a:gd name="connsiteX12" fmla="*/ 60960 w 248602"/>
                <a:gd name="connsiteY12" fmla="*/ 255270 h 396239"/>
                <a:gd name="connsiteX13" fmla="*/ 122872 w 248602"/>
                <a:gd name="connsiteY13" fmla="*/ 340995 h 396239"/>
                <a:gd name="connsiteX14" fmla="*/ 186690 w 248602"/>
                <a:gd name="connsiteY14" fmla="*/ 305753 h 396239"/>
                <a:gd name="connsiteX15" fmla="*/ 186690 w 248602"/>
                <a:gd name="connsiteY15" fmla="*/ 207645 h 396239"/>
                <a:gd name="connsiteX16" fmla="*/ 122872 w 248602"/>
                <a:gd name="connsiteY16" fmla="*/ 172402 h 396239"/>
                <a:gd name="connsiteX17" fmla="*/ 60960 w 248602"/>
                <a:gd name="connsiteY17" fmla="*/ 255270 h 396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48602" h="396239">
                  <a:moveTo>
                    <a:pt x="0" y="255270"/>
                  </a:moveTo>
                  <a:cubicBezTo>
                    <a:pt x="0" y="169545"/>
                    <a:pt x="43815" y="116205"/>
                    <a:pt x="108585" y="116205"/>
                  </a:cubicBezTo>
                  <a:cubicBezTo>
                    <a:pt x="141922" y="116205"/>
                    <a:pt x="168592" y="130493"/>
                    <a:pt x="185738" y="152400"/>
                  </a:cubicBezTo>
                  <a:lnTo>
                    <a:pt x="186690" y="152400"/>
                  </a:lnTo>
                  <a:lnTo>
                    <a:pt x="186690" y="15240"/>
                  </a:lnTo>
                  <a:lnTo>
                    <a:pt x="248602" y="0"/>
                  </a:lnTo>
                  <a:lnTo>
                    <a:pt x="248602" y="389573"/>
                  </a:lnTo>
                  <a:lnTo>
                    <a:pt x="187642" y="389573"/>
                  </a:lnTo>
                  <a:lnTo>
                    <a:pt x="187642" y="358140"/>
                  </a:lnTo>
                  <a:lnTo>
                    <a:pt x="186690" y="358140"/>
                  </a:lnTo>
                  <a:cubicBezTo>
                    <a:pt x="167640" y="381953"/>
                    <a:pt x="140017" y="396240"/>
                    <a:pt x="106680" y="396240"/>
                  </a:cubicBezTo>
                  <a:cubicBezTo>
                    <a:pt x="43815" y="395288"/>
                    <a:pt x="0" y="340995"/>
                    <a:pt x="0" y="255270"/>
                  </a:cubicBezTo>
                  <a:close/>
                  <a:moveTo>
                    <a:pt x="60960" y="255270"/>
                  </a:moveTo>
                  <a:cubicBezTo>
                    <a:pt x="60960" y="309563"/>
                    <a:pt x="83820" y="340995"/>
                    <a:pt x="122872" y="340995"/>
                  </a:cubicBezTo>
                  <a:cubicBezTo>
                    <a:pt x="146685" y="340995"/>
                    <a:pt x="166688" y="329565"/>
                    <a:pt x="186690" y="305753"/>
                  </a:cubicBezTo>
                  <a:lnTo>
                    <a:pt x="186690" y="207645"/>
                  </a:lnTo>
                  <a:cubicBezTo>
                    <a:pt x="168592" y="183833"/>
                    <a:pt x="148590" y="172402"/>
                    <a:pt x="122872" y="172402"/>
                  </a:cubicBezTo>
                  <a:cubicBezTo>
                    <a:pt x="82867" y="172402"/>
                    <a:pt x="60960" y="201930"/>
                    <a:pt x="60960" y="255270"/>
                  </a:cubicBezTo>
                  <a:close/>
                </a:path>
              </a:pathLst>
            </a:custGeom>
            <a:solidFill>
              <a:srgbClr val="041E4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5" name="Freihandform: Form 144">
              <a:extLst>
                <a:ext uri="{FF2B5EF4-FFF2-40B4-BE49-F238E27FC236}">
                  <a16:creationId xmlns:a16="http://schemas.microsoft.com/office/drawing/2014/main" id="{36C1CDBB-E0C9-4C76-AEE4-24D676B22582}"/>
                </a:ext>
              </a:extLst>
            </p:cNvPr>
            <p:cNvSpPr/>
            <p:nvPr/>
          </p:nvSpPr>
          <p:spPr>
            <a:xfrm>
              <a:off x="936967" y="332713"/>
              <a:ext cx="53852" cy="91758"/>
            </a:xfrm>
            <a:custGeom>
              <a:avLst/>
              <a:gdLst>
                <a:gd name="connsiteX0" fmla="*/ 160020 w 160020"/>
                <a:gd name="connsiteY0" fmla="*/ 5005 h 272657"/>
                <a:gd name="connsiteX1" fmla="*/ 150495 w 160020"/>
                <a:gd name="connsiteY1" fmla="*/ 68823 h 272657"/>
                <a:gd name="connsiteX2" fmla="*/ 116205 w 160020"/>
                <a:gd name="connsiteY2" fmla="*/ 60250 h 272657"/>
                <a:gd name="connsiteX3" fmla="*/ 61913 w 160020"/>
                <a:gd name="connsiteY3" fmla="*/ 135498 h 272657"/>
                <a:gd name="connsiteX4" fmla="*/ 61913 w 160020"/>
                <a:gd name="connsiteY4" fmla="*/ 272658 h 272657"/>
                <a:gd name="connsiteX5" fmla="*/ 0 w 160020"/>
                <a:gd name="connsiteY5" fmla="*/ 272658 h 272657"/>
                <a:gd name="connsiteX6" fmla="*/ 0 w 160020"/>
                <a:gd name="connsiteY6" fmla="*/ 5958 h 272657"/>
                <a:gd name="connsiteX7" fmla="*/ 60960 w 160020"/>
                <a:gd name="connsiteY7" fmla="*/ 5958 h 272657"/>
                <a:gd name="connsiteX8" fmla="*/ 60960 w 160020"/>
                <a:gd name="connsiteY8" fmla="*/ 40248 h 272657"/>
                <a:gd name="connsiteX9" fmla="*/ 61913 w 160020"/>
                <a:gd name="connsiteY9" fmla="*/ 40248 h 272657"/>
                <a:gd name="connsiteX10" fmla="*/ 131445 w 160020"/>
                <a:gd name="connsiteY10" fmla="*/ 243 h 272657"/>
                <a:gd name="connsiteX11" fmla="*/ 160020 w 160020"/>
                <a:gd name="connsiteY11" fmla="*/ 5005 h 2726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0020" h="272657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3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8" y="-710"/>
                    <a:pt x="150495" y="1195"/>
                    <a:pt x="160020" y="5005"/>
                  </a:cubicBezTo>
                  <a:close/>
                </a:path>
              </a:pathLst>
            </a:custGeom>
            <a:solidFill>
              <a:srgbClr val="041E4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6" name="Freihandform: Form 145">
              <a:extLst>
                <a:ext uri="{FF2B5EF4-FFF2-40B4-BE49-F238E27FC236}">
                  <a16:creationId xmlns:a16="http://schemas.microsoft.com/office/drawing/2014/main" id="{867D40B8-3DC0-48CD-8C10-83ACD74CC070}"/>
                </a:ext>
              </a:extLst>
            </p:cNvPr>
            <p:cNvSpPr/>
            <p:nvPr/>
          </p:nvSpPr>
          <p:spPr>
            <a:xfrm>
              <a:off x="1005565" y="294971"/>
              <a:ext cx="26605" cy="129501"/>
            </a:xfrm>
            <a:custGeom>
              <a:avLst/>
              <a:gdLst>
                <a:gd name="connsiteX0" fmla="*/ 79058 w 79057"/>
                <a:gd name="connsiteY0" fmla="*/ 38100 h 384810"/>
                <a:gd name="connsiteX1" fmla="*/ 39052 w 79057"/>
                <a:gd name="connsiteY1" fmla="*/ 76200 h 384810"/>
                <a:gd name="connsiteX2" fmla="*/ 0 w 79057"/>
                <a:gd name="connsiteY2" fmla="*/ 38100 h 384810"/>
                <a:gd name="connsiteX3" fmla="*/ 39052 w 79057"/>
                <a:gd name="connsiteY3" fmla="*/ 0 h 384810"/>
                <a:gd name="connsiteX4" fmla="*/ 79058 w 79057"/>
                <a:gd name="connsiteY4" fmla="*/ 38100 h 384810"/>
                <a:gd name="connsiteX5" fmla="*/ 71438 w 79057"/>
                <a:gd name="connsiteY5" fmla="*/ 384810 h 384810"/>
                <a:gd name="connsiteX6" fmla="*/ 9525 w 79057"/>
                <a:gd name="connsiteY6" fmla="*/ 384810 h 384810"/>
                <a:gd name="connsiteX7" fmla="*/ 9525 w 79057"/>
                <a:gd name="connsiteY7" fmla="*/ 118110 h 384810"/>
                <a:gd name="connsiteX8" fmla="*/ 71438 w 79057"/>
                <a:gd name="connsiteY8" fmla="*/ 118110 h 384810"/>
                <a:gd name="connsiteX9" fmla="*/ 71438 w 79057"/>
                <a:gd name="connsiteY9" fmla="*/ 384810 h 384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4810">
                  <a:moveTo>
                    <a:pt x="79058" y="38100"/>
                  </a:moveTo>
                  <a:cubicBezTo>
                    <a:pt x="79058" y="60007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7" y="0"/>
                    <a:pt x="39052" y="0"/>
                  </a:cubicBezTo>
                  <a:cubicBezTo>
                    <a:pt x="61913" y="0"/>
                    <a:pt x="79058" y="16193"/>
                    <a:pt x="79058" y="38100"/>
                  </a:cubicBezTo>
                  <a:close/>
                  <a:moveTo>
                    <a:pt x="71438" y="384810"/>
                  </a:moveTo>
                  <a:lnTo>
                    <a:pt x="9525" y="384810"/>
                  </a:lnTo>
                  <a:lnTo>
                    <a:pt x="9525" y="118110"/>
                  </a:lnTo>
                  <a:lnTo>
                    <a:pt x="71438" y="118110"/>
                  </a:lnTo>
                  <a:lnTo>
                    <a:pt x="71438" y="384810"/>
                  </a:lnTo>
                  <a:close/>
                </a:path>
              </a:pathLst>
            </a:custGeom>
            <a:solidFill>
              <a:srgbClr val="041E4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7" name="Freihandform: Form 146">
              <a:extLst>
                <a:ext uri="{FF2B5EF4-FFF2-40B4-BE49-F238E27FC236}">
                  <a16:creationId xmlns:a16="http://schemas.microsoft.com/office/drawing/2014/main" id="{5E72B66D-AA60-4159-88C6-253B8BCA5544}"/>
                </a:ext>
              </a:extLst>
            </p:cNvPr>
            <p:cNvSpPr/>
            <p:nvPr/>
          </p:nvSpPr>
          <p:spPr>
            <a:xfrm>
              <a:off x="1052044" y="332474"/>
              <a:ext cx="75649" cy="94240"/>
            </a:xfrm>
            <a:custGeom>
              <a:avLst/>
              <a:gdLst>
                <a:gd name="connsiteX0" fmla="*/ 222885 w 224789"/>
                <a:gd name="connsiteY0" fmla="*/ 237172 h 280034"/>
                <a:gd name="connsiteX1" fmla="*/ 127635 w 224789"/>
                <a:gd name="connsiteY1" fmla="*/ 280035 h 280034"/>
                <a:gd name="connsiteX2" fmla="*/ 0 w 224789"/>
                <a:gd name="connsiteY2" fmla="*/ 140970 h 280034"/>
                <a:gd name="connsiteX3" fmla="*/ 128588 w 224789"/>
                <a:gd name="connsiteY3" fmla="*/ 0 h 280034"/>
                <a:gd name="connsiteX4" fmla="*/ 224790 w 224789"/>
                <a:gd name="connsiteY4" fmla="*/ 45720 h 280034"/>
                <a:gd name="connsiteX5" fmla="*/ 181927 w 224789"/>
                <a:gd name="connsiteY5" fmla="*/ 86678 h 280034"/>
                <a:gd name="connsiteX6" fmla="*/ 128588 w 224789"/>
                <a:gd name="connsiteY6" fmla="*/ 57150 h 280034"/>
                <a:gd name="connsiteX7" fmla="*/ 62865 w 224789"/>
                <a:gd name="connsiteY7" fmla="*/ 140018 h 280034"/>
                <a:gd name="connsiteX8" fmla="*/ 128588 w 224789"/>
                <a:gd name="connsiteY8" fmla="*/ 222885 h 280034"/>
                <a:gd name="connsiteX9" fmla="*/ 183833 w 224789"/>
                <a:gd name="connsiteY9" fmla="*/ 193358 h 280034"/>
                <a:gd name="connsiteX10" fmla="*/ 222885 w 224789"/>
                <a:gd name="connsiteY10" fmla="*/ 237172 h 2800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4789" h="280034">
                  <a:moveTo>
                    <a:pt x="222885" y="237172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2" y="0"/>
                    <a:pt x="200977" y="15240"/>
                    <a:pt x="224790" y="45720"/>
                  </a:cubicBezTo>
                  <a:lnTo>
                    <a:pt x="181927" y="86678"/>
                  </a:lnTo>
                  <a:cubicBezTo>
                    <a:pt x="166688" y="66675"/>
                    <a:pt x="149542" y="57150"/>
                    <a:pt x="128588" y="57150"/>
                  </a:cubicBezTo>
                  <a:cubicBezTo>
                    <a:pt x="89535" y="57150"/>
                    <a:pt x="62865" y="89535"/>
                    <a:pt x="62865" y="140018"/>
                  </a:cubicBezTo>
                  <a:cubicBezTo>
                    <a:pt x="62865" y="189547"/>
                    <a:pt x="89535" y="222885"/>
                    <a:pt x="128588" y="222885"/>
                  </a:cubicBezTo>
                  <a:cubicBezTo>
                    <a:pt x="149542" y="222885"/>
                    <a:pt x="166688" y="213360"/>
                    <a:pt x="183833" y="193358"/>
                  </a:cubicBezTo>
                  <a:lnTo>
                    <a:pt x="222885" y="237172"/>
                  </a:lnTo>
                  <a:close/>
                </a:path>
              </a:pathLst>
            </a:custGeom>
            <a:solidFill>
              <a:srgbClr val="041E4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8" name="Freihandform: Form 147">
              <a:extLst>
                <a:ext uri="{FF2B5EF4-FFF2-40B4-BE49-F238E27FC236}">
                  <a16:creationId xmlns:a16="http://schemas.microsoft.com/office/drawing/2014/main" id="{F4BEF0C1-E2DD-43FB-8B64-132092CB0783}"/>
                </a:ext>
              </a:extLst>
            </p:cNvPr>
            <p:cNvSpPr/>
            <p:nvPr/>
          </p:nvSpPr>
          <p:spPr>
            <a:xfrm>
              <a:off x="1145644" y="293688"/>
              <a:ext cx="77252" cy="131103"/>
            </a:xfrm>
            <a:custGeom>
              <a:avLst/>
              <a:gdLst>
                <a:gd name="connsiteX0" fmla="*/ 229553 w 229552"/>
                <a:gd name="connsiteY0" fmla="*/ 388620 h 389572"/>
                <a:gd name="connsiteX1" fmla="*/ 167640 w 229552"/>
                <a:gd name="connsiteY1" fmla="*/ 388620 h 389572"/>
                <a:gd name="connsiteX2" fmla="*/ 167640 w 229552"/>
                <a:gd name="connsiteY2" fmla="*/ 236220 h 389572"/>
                <a:gd name="connsiteX3" fmla="*/ 118110 w 229552"/>
                <a:gd name="connsiteY3" fmla="*/ 171450 h 389572"/>
                <a:gd name="connsiteX4" fmla="*/ 62865 w 229552"/>
                <a:gd name="connsiteY4" fmla="*/ 236220 h 389572"/>
                <a:gd name="connsiteX5" fmla="*/ 62865 w 229552"/>
                <a:gd name="connsiteY5" fmla="*/ 389573 h 389572"/>
                <a:gd name="connsiteX6" fmla="*/ 0 w 229552"/>
                <a:gd name="connsiteY6" fmla="*/ 389573 h 389572"/>
                <a:gd name="connsiteX7" fmla="*/ 0 w 229552"/>
                <a:gd name="connsiteY7" fmla="*/ 15240 h 389572"/>
                <a:gd name="connsiteX8" fmla="*/ 61913 w 229552"/>
                <a:gd name="connsiteY8" fmla="*/ 0 h 389572"/>
                <a:gd name="connsiteX9" fmla="*/ 61913 w 229552"/>
                <a:gd name="connsiteY9" fmla="*/ 155258 h 389572"/>
                <a:gd name="connsiteX10" fmla="*/ 62865 w 229552"/>
                <a:gd name="connsiteY10" fmla="*/ 155258 h 389572"/>
                <a:gd name="connsiteX11" fmla="*/ 140970 w 229552"/>
                <a:gd name="connsiteY11" fmla="*/ 116205 h 389572"/>
                <a:gd name="connsiteX12" fmla="*/ 228600 w 229552"/>
                <a:gd name="connsiteY12" fmla="*/ 223838 h 389572"/>
                <a:gd name="connsiteX13" fmla="*/ 228600 w 229552"/>
                <a:gd name="connsiteY13" fmla="*/ 388620 h 389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9552" h="389572">
                  <a:moveTo>
                    <a:pt x="229553" y="388620"/>
                  </a:moveTo>
                  <a:lnTo>
                    <a:pt x="167640" y="388620"/>
                  </a:lnTo>
                  <a:lnTo>
                    <a:pt x="167640" y="236220"/>
                  </a:lnTo>
                  <a:cubicBezTo>
                    <a:pt x="167640" y="197168"/>
                    <a:pt x="155257" y="171450"/>
                    <a:pt x="118110" y="171450"/>
                  </a:cubicBezTo>
                  <a:cubicBezTo>
                    <a:pt x="75247" y="171450"/>
                    <a:pt x="62865" y="205740"/>
                    <a:pt x="62865" y="236220"/>
                  </a:cubicBezTo>
                  <a:lnTo>
                    <a:pt x="62865" y="389573"/>
                  </a:lnTo>
                  <a:lnTo>
                    <a:pt x="0" y="389573"/>
                  </a:lnTo>
                  <a:lnTo>
                    <a:pt x="0" y="15240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8" y="116205"/>
                    <a:pt x="140970" y="116205"/>
                  </a:cubicBezTo>
                  <a:cubicBezTo>
                    <a:pt x="202882" y="116205"/>
                    <a:pt x="228600" y="161925"/>
                    <a:pt x="228600" y="223838"/>
                  </a:cubicBezTo>
                  <a:lnTo>
                    <a:pt x="228600" y="388620"/>
                  </a:lnTo>
                  <a:close/>
                </a:path>
              </a:pathLst>
            </a:custGeom>
            <a:solidFill>
              <a:srgbClr val="041E4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9" name="Freihandform: Form 148">
              <a:extLst>
                <a:ext uri="{FF2B5EF4-FFF2-40B4-BE49-F238E27FC236}">
                  <a16:creationId xmlns:a16="http://schemas.microsoft.com/office/drawing/2014/main" id="{7943A356-FF21-4F42-A98E-DC40CF938137}"/>
                </a:ext>
              </a:extLst>
            </p:cNvPr>
            <p:cNvSpPr/>
            <p:nvPr/>
          </p:nvSpPr>
          <p:spPr>
            <a:xfrm>
              <a:off x="1246937" y="359721"/>
              <a:ext cx="43915" cy="19874"/>
            </a:xfrm>
            <a:custGeom>
              <a:avLst/>
              <a:gdLst>
                <a:gd name="connsiteX0" fmla="*/ 130492 w 130492"/>
                <a:gd name="connsiteY0" fmla="*/ 59055 h 59055"/>
                <a:gd name="connsiteX1" fmla="*/ 0 w 130492"/>
                <a:gd name="connsiteY1" fmla="*/ 59055 h 59055"/>
                <a:gd name="connsiteX2" fmla="*/ 0 w 130492"/>
                <a:gd name="connsiteY2" fmla="*/ 0 h 59055"/>
                <a:gd name="connsiteX3" fmla="*/ 130492 w 130492"/>
                <a:gd name="connsiteY3" fmla="*/ 0 h 59055"/>
                <a:gd name="connsiteX4" fmla="*/ 130492 w 130492"/>
                <a:gd name="connsiteY4" fmla="*/ 59055 h 59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0492" h="59055">
                  <a:moveTo>
                    <a:pt x="130492" y="59055"/>
                  </a:moveTo>
                  <a:lnTo>
                    <a:pt x="0" y="59055"/>
                  </a:lnTo>
                  <a:lnTo>
                    <a:pt x="0" y="0"/>
                  </a:lnTo>
                  <a:lnTo>
                    <a:pt x="130492" y="0"/>
                  </a:lnTo>
                  <a:lnTo>
                    <a:pt x="130492" y="59055"/>
                  </a:lnTo>
                  <a:close/>
                </a:path>
              </a:pathLst>
            </a:custGeom>
            <a:solidFill>
              <a:srgbClr val="041E4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0" name="Freihandform: Form 149">
              <a:extLst>
                <a:ext uri="{FF2B5EF4-FFF2-40B4-BE49-F238E27FC236}">
                  <a16:creationId xmlns:a16="http://schemas.microsoft.com/office/drawing/2014/main" id="{5414F293-7400-4F17-8C14-513181D5C558}"/>
                </a:ext>
              </a:extLst>
            </p:cNvPr>
            <p:cNvSpPr/>
            <p:nvPr/>
          </p:nvSpPr>
          <p:spPr>
            <a:xfrm>
              <a:off x="1302071" y="300420"/>
              <a:ext cx="115397" cy="124051"/>
            </a:xfrm>
            <a:custGeom>
              <a:avLst/>
              <a:gdLst>
                <a:gd name="connsiteX0" fmla="*/ 136208 w 342900"/>
                <a:gd name="connsiteY0" fmla="*/ 0 h 368617"/>
                <a:gd name="connsiteX1" fmla="*/ 205740 w 342900"/>
                <a:gd name="connsiteY1" fmla="*/ 0 h 368617"/>
                <a:gd name="connsiteX2" fmla="*/ 342900 w 342900"/>
                <a:gd name="connsiteY2" fmla="*/ 368618 h 368617"/>
                <a:gd name="connsiteX3" fmla="*/ 271463 w 342900"/>
                <a:gd name="connsiteY3" fmla="*/ 368618 h 368617"/>
                <a:gd name="connsiteX4" fmla="*/ 244793 w 342900"/>
                <a:gd name="connsiteY4" fmla="*/ 290512 h 368617"/>
                <a:gd name="connsiteX5" fmla="*/ 96203 w 342900"/>
                <a:gd name="connsiteY5" fmla="*/ 290512 h 368617"/>
                <a:gd name="connsiteX6" fmla="*/ 69533 w 342900"/>
                <a:gd name="connsiteY6" fmla="*/ 368618 h 368617"/>
                <a:gd name="connsiteX7" fmla="*/ 0 w 342900"/>
                <a:gd name="connsiteY7" fmla="*/ 368618 h 368617"/>
                <a:gd name="connsiteX8" fmla="*/ 136208 w 342900"/>
                <a:gd name="connsiteY8" fmla="*/ 0 h 368617"/>
                <a:gd name="connsiteX9" fmla="*/ 116205 w 342900"/>
                <a:gd name="connsiteY9" fmla="*/ 231458 h 368617"/>
                <a:gd name="connsiteX10" fmla="*/ 223838 w 342900"/>
                <a:gd name="connsiteY10" fmla="*/ 231458 h 368617"/>
                <a:gd name="connsiteX11" fmla="*/ 170498 w 342900"/>
                <a:gd name="connsiteY11" fmla="*/ 75247 h 368617"/>
                <a:gd name="connsiteX12" fmla="*/ 169545 w 342900"/>
                <a:gd name="connsiteY12" fmla="*/ 75247 h 368617"/>
                <a:gd name="connsiteX13" fmla="*/ 116205 w 342900"/>
                <a:gd name="connsiteY13" fmla="*/ 231458 h 368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42900" h="368617">
                  <a:moveTo>
                    <a:pt x="136208" y="0"/>
                  </a:moveTo>
                  <a:lnTo>
                    <a:pt x="205740" y="0"/>
                  </a:lnTo>
                  <a:lnTo>
                    <a:pt x="342900" y="368618"/>
                  </a:lnTo>
                  <a:lnTo>
                    <a:pt x="271463" y="368618"/>
                  </a:lnTo>
                  <a:lnTo>
                    <a:pt x="244793" y="290512"/>
                  </a:lnTo>
                  <a:lnTo>
                    <a:pt x="96203" y="290512"/>
                  </a:lnTo>
                  <a:lnTo>
                    <a:pt x="69533" y="368618"/>
                  </a:lnTo>
                  <a:lnTo>
                    <a:pt x="0" y="368618"/>
                  </a:lnTo>
                  <a:lnTo>
                    <a:pt x="136208" y="0"/>
                  </a:lnTo>
                  <a:close/>
                  <a:moveTo>
                    <a:pt x="116205" y="231458"/>
                  </a:moveTo>
                  <a:lnTo>
                    <a:pt x="223838" y="231458"/>
                  </a:lnTo>
                  <a:lnTo>
                    <a:pt x="170498" y="75247"/>
                  </a:lnTo>
                  <a:lnTo>
                    <a:pt x="169545" y="75247"/>
                  </a:lnTo>
                  <a:lnTo>
                    <a:pt x="116205" y="231458"/>
                  </a:lnTo>
                  <a:close/>
                </a:path>
              </a:pathLst>
            </a:custGeom>
            <a:solidFill>
              <a:srgbClr val="041E4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1" name="Freihandform: Form 150">
              <a:extLst>
                <a:ext uri="{FF2B5EF4-FFF2-40B4-BE49-F238E27FC236}">
                  <a16:creationId xmlns:a16="http://schemas.microsoft.com/office/drawing/2014/main" id="{DF9046FE-F7DE-4669-A7FF-9C4BB6220EF1}"/>
                </a:ext>
              </a:extLst>
            </p:cNvPr>
            <p:cNvSpPr/>
            <p:nvPr/>
          </p:nvSpPr>
          <p:spPr>
            <a:xfrm>
              <a:off x="1436060" y="293688"/>
              <a:ext cx="20835" cy="130783"/>
            </a:xfrm>
            <a:custGeom>
              <a:avLst/>
              <a:gdLst>
                <a:gd name="connsiteX0" fmla="*/ 61913 w 61912"/>
                <a:gd name="connsiteY0" fmla="*/ 388620 h 388620"/>
                <a:gd name="connsiteX1" fmla="*/ 0 w 61912"/>
                <a:gd name="connsiteY1" fmla="*/ 388620 h 388620"/>
                <a:gd name="connsiteX2" fmla="*/ 0 w 61912"/>
                <a:gd name="connsiteY2" fmla="*/ 14288 h 388620"/>
                <a:gd name="connsiteX3" fmla="*/ 61913 w 61912"/>
                <a:gd name="connsiteY3" fmla="*/ 0 h 388620"/>
                <a:gd name="connsiteX4" fmla="*/ 61913 w 61912"/>
                <a:gd name="connsiteY4" fmla="*/ 388620 h 3886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1912" h="388620">
                  <a:moveTo>
                    <a:pt x="61913" y="388620"/>
                  </a:moveTo>
                  <a:lnTo>
                    <a:pt x="0" y="388620"/>
                  </a:lnTo>
                  <a:lnTo>
                    <a:pt x="0" y="14288"/>
                  </a:lnTo>
                  <a:lnTo>
                    <a:pt x="61913" y="0"/>
                  </a:lnTo>
                  <a:lnTo>
                    <a:pt x="61913" y="388620"/>
                  </a:lnTo>
                  <a:close/>
                </a:path>
              </a:pathLst>
            </a:custGeom>
            <a:solidFill>
              <a:srgbClr val="041E4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2" name="Freihandform: Form 151">
              <a:extLst>
                <a:ext uri="{FF2B5EF4-FFF2-40B4-BE49-F238E27FC236}">
                  <a16:creationId xmlns:a16="http://schemas.microsoft.com/office/drawing/2014/main" id="{17E9EBD2-1308-471A-9C37-29FF027D0A14}"/>
                </a:ext>
              </a:extLst>
            </p:cNvPr>
            <p:cNvSpPr/>
            <p:nvPr/>
          </p:nvSpPr>
          <p:spPr>
            <a:xfrm>
              <a:off x="1479334" y="332795"/>
              <a:ext cx="81739" cy="93920"/>
            </a:xfrm>
            <a:custGeom>
              <a:avLst/>
              <a:gdLst>
                <a:gd name="connsiteX0" fmla="*/ 132397 w 242887"/>
                <a:gd name="connsiteY0" fmla="*/ 279083 h 279082"/>
                <a:gd name="connsiteX1" fmla="*/ 0 w 242887"/>
                <a:gd name="connsiteY1" fmla="*/ 139065 h 279082"/>
                <a:gd name="connsiteX2" fmla="*/ 124778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7 w 242887"/>
                <a:gd name="connsiteY6" fmla="*/ 225743 h 279082"/>
                <a:gd name="connsiteX7" fmla="*/ 198120 w 242887"/>
                <a:gd name="connsiteY7" fmla="*/ 194310 h 279082"/>
                <a:gd name="connsiteX8" fmla="*/ 237172 w 242887"/>
                <a:gd name="connsiteY8" fmla="*/ 235268 h 279082"/>
                <a:gd name="connsiteX9" fmla="*/ 132397 w 242887"/>
                <a:gd name="connsiteY9" fmla="*/ 279083 h 279082"/>
                <a:gd name="connsiteX10" fmla="*/ 62865 w 242887"/>
                <a:gd name="connsiteY10" fmla="*/ 115253 h 279082"/>
                <a:gd name="connsiteX11" fmla="*/ 183832 w 242887"/>
                <a:gd name="connsiteY11" fmla="*/ 115253 h 279082"/>
                <a:gd name="connsiteX12" fmla="*/ 124778 w 242887"/>
                <a:gd name="connsiteY12" fmla="*/ 50482 h 279082"/>
                <a:gd name="connsiteX13" fmla="*/ 62865 w 242887"/>
                <a:gd name="connsiteY13" fmla="*/ 115253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8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3"/>
                    <a:pt x="132397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2" y="235268"/>
                  </a:lnTo>
                  <a:cubicBezTo>
                    <a:pt x="206692" y="264795"/>
                    <a:pt x="173355" y="279083"/>
                    <a:pt x="132397" y="279083"/>
                  </a:cubicBezTo>
                  <a:close/>
                  <a:moveTo>
                    <a:pt x="62865" y="115253"/>
                  </a:moveTo>
                  <a:lnTo>
                    <a:pt x="183832" y="115253"/>
                  </a:lnTo>
                  <a:cubicBezTo>
                    <a:pt x="180975" y="74295"/>
                    <a:pt x="160020" y="50482"/>
                    <a:pt x="124778" y="50482"/>
                  </a:cubicBezTo>
                  <a:cubicBezTo>
                    <a:pt x="90488" y="50482"/>
                    <a:pt x="68580" y="74295"/>
                    <a:pt x="62865" y="115253"/>
                  </a:cubicBezTo>
                  <a:close/>
                </a:path>
              </a:pathLst>
            </a:custGeom>
            <a:solidFill>
              <a:srgbClr val="041E4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3" name="Freihandform: Form 152">
              <a:extLst>
                <a:ext uri="{FF2B5EF4-FFF2-40B4-BE49-F238E27FC236}">
                  <a16:creationId xmlns:a16="http://schemas.microsoft.com/office/drawing/2014/main" id="{84D6E57D-0E5B-43A4-8081-53B3E5629513}"/>
                </a:ext>
              </a:extLst>
            </p:cNvPr>
            <p:cNvSpPr/>
            <p:nvPr/>
          </p:nvSpPr>
          <p:spPr>
            <a:xfrm>
              <a:off x="1572613" y="334718"/>
              <a:ext cx="85906" cy="89753"/>
            </a:xfrm>
            <a:custGeom>
              <a:avLst/>
              <a:gdLst>
                <a:gd name="connsiteX0" fmla="*/ 255270 w 255269"/>
                <a:gd name="connsiteY0" fmla="*/ 266700 h 266700"/>
                <a:gd name="connsiteX1" fmla="*/ 183832 w 255269"/>
                <a:gd name="connsiteY1" fmla="*/ 266700 h 266700"/>
                <a:gd name="connsiteX2" fmla="*/ 126682 w 255269"/>
                <a:gd name="connsiteY2" fmla="*/ 174307 h 266700"/>
                <a:gd name="connsiteX3" fmla="*/ 125730 w 255269"/>
                <a:gd name="connsiteY3" fmla="*/ 174307 h 266700"/>
                <a:gd name="connsiteX4" fmla="*/ 70485 w 255269"/>
                <a:gd name="connsiteY4" fmla="*/ 266700 h 266700"/>
                <a:gd name="connsiteX5" fmla="*/ 0 w 255269"/>
                <a:gd name="connsiteY5" fmla="*/ 266700 h 266700"/>
                <a:gd name="connsiteX6" fmla="*/ 91440 w 255269"/>
                <a:gd name="connsiteY6" fmla="*/ 128588 h 266700"/>
                <a:gd name="connsiteX7" fmla="*/ 6667 w 255269"/>
                <a:gd name="connsiteY7" fmla="*/ 0 h 266700"/>
                <a:gd name="connsiteX8" fmla="*/ 77152 w 255269"/>
                <a:gd name="connsiteY8" fmla="*/ 0 h 266700"/>
                <a:gd name="connsiteX9" fmla="*/ 127635 w 255269"/>
                <a:gd name="connsiteY9" fmla="*/ 81915 h 266700"/>
                <a:gd name="connsiteX10" fmla="*/ 128588 w 255269"/>
                <a:gd name="connsiteY10" fmla="*/ 81915 h 266700"/>
                <a:gd name="connsiteX11" fmla="*/ 178117 w 255269"/>
                <a:gd name="connsiteY11" fmla="*/ 0 h 266700"/>
                <a:gd name="connsiteX12" fmla="*/ 247650 w 255269"/>
                <a:gd name="connsiteY12" fmla="*/ 0 h 266700"/>
                <a:gd name="connsiteX13" fmla="*/ 163830 w 255269"/>
                <a:gd name="connsiteY13" fmla="*/ 127635 h 266700"/>
                <a:gd name="connsiteX14" fmla="*/ 255270 w 255269"/>
                <a:gd name="connsiteY14" fmla="*/ 266700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55269" h="266700">
                  <a:moveTo>
                    <a:pt x="255270" y="266700"/>
                  </a:moveTo>
                  <a:lnTo>
                    <a:pt x="183832" y="266700"/>
                  </a:lnTo>
                  <a:lnTo>
                    <a:pt x="126682" y="174307"/>
                  </a:lnTo>
                  <a:lnTo>
                    <a:pt x="125730" y="174307"/>
                  </a:lnTo>
                  <a:lnTo>
                    <a:pt x="70485" y="266700"/>
                  </a:lnTo>
                  <a:lnTo>
                    <a:pt x="0" y="266700"/>
                  </a:lnTo>
                  <a:lnTo>
                    <a:pt x="91440" y="128588"/>
                  </a:lnTo>
                  <a:lnTo>
                    <a:pt x="6667" y="0"/>
                  </a:lnTo>
                  <a:lnTo>
                    <a:pt x="77152" y="0"/>
                  </a:lnTo>
                  <a:lnTo>
                    <a:pt x="127635" y="81915"/>
                  </a:lnTo>
                  <a:lnTo>
                    <a:pt x="128588" y="81915"/>
                  </a:lnTo>
                  <a:lnTo>
                    <a:pt x="178117" y="0"/>
                  </a:lnTo>
                  <a:lnTo>
                    <a:pt x="247650" y="0"/>
                  </a:lnTo>
                  <a:lnTo>
                    <a:pt x="163830" y="127635"/>
                  </a:lnTo>
                  <a:lnTo>
                    <a:pt x="255270" y="266700"/>
                  </a:lnTo>
                  <a:close/>
                </a:path>
              </a:pathLst>
            </a:custGeom>
            <a:solidFill>
              <a:srgbClr val="041E4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4" name="Freihandform: Form 153">
              <a:extLst>
                <a:ext uri="{FF2B5EF4-FFF2-40B4-BE49-F238E27FC236}">
                  <a16:creationId xmlns:a16="http://schemas.microsoft.com/office/drawing/2014/main" id="{0A41A31B-8432-4CD9-B0E9-2DA62432F17C}"/>
                </a:ext>
              </a:extLst>
            </p:cNvPr>
            <p:cNvSpPr/>
            <p:nvPr/>
          </p:nvSpPr>
          <p:spPr>
            <a:xfrm>
              <a:off x="1669733" y="332795"/>
              <a:ext cx="75975" cy="93920"/>
            </a:xfrm>
            <a:custGeom>
              <a:avLst/>
              <a:gdLst>
                <a:gd name="connsiteX0" fmla="*/ 114317 w 225759"/>
                <a:gd name="connsiteY0" fmla="*/ 107632 h 279082"/>
                <a:gd name="connsiteX1" fmla="*/ 164799 w 225759"/>
                <a:gd name="connsiteY1" fmla="*/ 113347 h 279082"/>
                <a:gd name="connsiteX2" fmla="*/ 164799 w 225759"/>
                <a:gd name="connsiteY2" fmla="*/ 103822 h 279082"/>
                <a:gd name="connsiteX3" fmla="*/ 105744 w 225759"/>
                <a:gd name="connsiteY3" fmla="*/ 52388 h 279082"/>
                <a:gd name="connsiteX4" fmla="*/ 38117 w 225759"/>
                <a:gd name="connsiteY4" fmla="*/ 67628 h 279082"/>
                <a:gd name="connsiteX5" fmla="*/ 24782 w 225759"/>
                <a:gd name="connsiteY5" fmla="*/ 15240 h 279082"/>
                <a:gd name="connsiteX6" fmla="*/ 112412 w 225759"/>
                <a:gd name="connsiteY6" fmla="*/ 0 h 279082"/>
                <a:gd name="connsiteX7" fmla="*/ 225759 w 225759"/>
                <a:gd name="connsiteY7" fmla="*/ 102870 h 279082"/>
                <a:gd name="connsiteX8" fmla="*/ 225759 w 225759"/>
                <a:gd name="connsiteY8" fmla="*/ 273368 h 279082"/>
                <a:gd name="connsiteX9" fmla="*/ 166704 w 225759"/>
                <a:gd name="connsiteY9" fmla="*/ 273368 h 279082"/>
                <a:gd name="connsiteX10" fmla="*/ 166704 w 225759"/>
                <a:gd name="connsiteY10" fmla="*/ 244793 h 279082"/>
                <a:gd name="connsiteX11" fmla="*/ 165752 w 225759"/>
                <a:gd name="connsiteY11" fmla="*/ 244793 h 279082"/>
                <a:gd name="connsiteX12" fmla="*/ 87647 w 225759"/>
                <a:gd name="connsiteY12" fmla="*/ 279083 h 279082"/>
                <a:gd name="connsiteX13" fmla="*/ 17 w 225759"/>
                <a:gd name="connsiteY13" fmla="*/ 194310 h 279082"/>
                <a:gd name="connsiteX14" fmla="*/ 114317 w 225759"/>
                <a:gd name="connsiteY14" fmla="*/ 107632 h 279082"/>
                <a:gd name="connsiteX15" fmla="*/ 103839 w 225759"/>
                <a:gd name="connsiteY15" fmla="*/ 232410 h 279082"/>
                <a:gd name="connsiteX16" fmla="*/ 164799 w 225759"/>
                <a:gd name="connsiteY16" fmla="*/ 200025 h 279082"/>
                <a:gd name="connsiteX17" fmla="*/ 164799 w 225759"/>
                <a:gd name="connsiteY17" fmla="*/ 154305 h 279082"/>
                <a:gd name="connsiteX18" fmla="*/ 120984 w 225759"/>
                <a:gd name="connsiteY18" fmla="*/ 149543 h 279082"/>
                <a:gd name="connsiteX19" fmla="*/ 59072 w 225759"/>
                <a:gd name="connsiteY19" fmla="*/ 193358 h 279082"/>
                <a:gd name="connsiteX20" fmla="*/ 103839 w 225759"/>
                <a:gd name="connsiteY20" fmla="*/ 232410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25759" h="279082">
                  <a:moveTo>
                    <a:pt x="114317" y="107632"/>
                  </a:moveTo>
                  <a:cubicBezTo>
                    <a:pt x="131462" y="107632"/>
                    <a:pt x="147654" y="108585"/>
                    <a:pt x="164799" y="113347"/>
                  </a:cubicBezTo>
                  <a:lnTo>
                    <a:pt x="164799" y="103822"/>
                  </a:lnTo>
                  <a:cubicBezTo>
                    <a:pt x="164799" y="69532"/>
                    <a:pt x="144797" y="52388"/>
                    <a:pt x="105744" y="52388"/>
                  </a:cubicBezTo>
                  <a:cubicBezTo>
                    <a:pt x="83837" y="52388"/>
                    <a:pt x="60024" y="57150"/>
                    <a:pt x="38117" y="67628"/>
                  </a:cubicBezTo>
                  <a:lnTo>
                    <a:pt x="24782" y="15240"/>
                  </a:lnTo>
                  <a:cubicBezTo>
                    <a:pt x="49547" y="5715"/>
                    <a:pt x="81932" y="0"/>
                    <a:pt x="112412" y="0"/>
                  </a:cubicBezTo>
                  <a:cubicBezTo>
                    <a:pt x="187659" y="0"/>
                    <a:pt x="225759" y="35243"/>
                    <a:pt x="225759" y="102870"/>
                  </a:cubicBezTo>
                  <a:lnTo>
                    <a:pt x="225759" y="273368"/>
                  </a:lnTo>
                  <a:lnTo>
                    <a:pt x="166704" y="273368"/>
                  </a:lnTo>
                  <a:lnTo>
                    <a:pt x="166704" y="244793"/>
                  </a:lnTo>
                  <a:lnTo>
                    <a:pt x="165752" y="244793"/>
                  </a:lnTo>
                  <a:cubicBezTo>
                    <a:pt x="142892" y="268605"/>
                    <a:pt x="119079" y="279083"/>
                    <a:pt x="87647" y="279083"/>
                  </a:cubicBezTo>
                  <a:cubicBezTo>
                    <a:pt x="34307" y="279083"/>
                    <a:pt x="17" y="245745"/>
                    <a:pt x="17" y="194310"/>
                  </a:cubicBezTo>
                  <a:cubicBezTo>
                    <a:pt x="-936" y="138113"/>
                    <a:pt x="39069" y="107632"/>
                    <a:pt x="114317" y="107632"/>
                  </a:cubicBezTo>
                  <a:close/>
                  <a:moveTo>
                    <a:pt x="103839" y="232410"/>
                  </a:moveTo>
                  <a:cubicBezTo>
                    <a:pt x="126699" y="232410"/>
                    <a:pt x="147654" y="220980"/>
                    <a:pt x="164799" y="200025"/>
                  </a:cubicBezTo>
                  <a:lnTo>
                    <a:pt x="164799" y="154305"/>
                  </a:lnTo>
                  <a:cubicBezTo>
                    <a:pt x="150512" y="150495"/>
                    <a:pt x="135272" y="149543"/>
                    <a:pt x="120984" y="149543"/>
                  </a:cubicBezTo>
                  <a:cubicBezTo>
                    <a:pt x="81932" y="149543"/>
                    <a:pt x="59072" y="164783"/>
                    <a:pt x="59072" y="193358"/>
                  </a:cubicBezTo>
                  <a:cubicBezTo>
                    <a:pt x="59072" y="217170"/>
                    <a:pt x="76217" y="232410"/>
                    <a:pt x="103839" y="232410"/>
                  </a:cubicBezTo>
                  <a:close/>
                </a:path>
              </a:pathLst>
            </a:custGeom>
            <a:solidFill>
              <a:srgbClr val="041E4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5" name="Freihandform: Form 154">
              <a:extLst>
                <a:ext uri="{FF2B5EF4-FFF2-40B4-BE49-F238E27FC236}">
                  <a16:creationId xmlns:a16="http://schemas.microsoft.com/office/drawing/2014/main" id="{46FF8D8D-5FE8-43E4-A552-F9B3C3353B29}"/>
                </a:ext>
              </a:extLst>
            </p:cNvPr>
            <p:cNvSpPr/>
            <p:nvPr/>
          </p:nvSpPr>
          <p:spPr>
            <a:xfrm>
              <a:off x="1772314" y="332795"/>
              <a:ext cx="77252" cy="91997"/>
            </a:xfrm>
            <a:custGeom>
              <a:avLst/>
              <a:gdLst>
                <a:gd name="connsiteX0" fmla="*/ 229553 w 229552"/>
                <a:gd name="connsiteY0" fmla="*/ 272415 h 273367"/>
                <a:gd name="connsiteX1" fmla="*/ 166688 w 229552"/>
                <a:gd name="connsiteY1" fmla="*/ 272415 h 273367"/>
                <a:gd name="connsiteX2" fmla="*/ 166688 w 229552"/>
                <a:gd name="connsiteY2" fmla="*/ 120015 h 273367"/>
                <a:gd name="connsiteX3" fmla="*/ 117157 w 229552"/>
                <a:gd name="connsiteY3" fmla="*/ 55245 h 273367"/>
                <a:gd name="connsiteX4" fmla="*/ 61913 w 229552"/>
                <a:gd name="connsiteY4" fmla="*/ 120015 h 273367"/>
                <a:gd name="connsiteX5" fmla="*/ 61913 w 229552"/>
                <a:gd name="connsiteY5" fmla="*/ 273368 h 273367"/>
                <a:gd name="connsiteX6" fmla="*/ 0 w 229552"/>
                <a:gd name="connsiteY6" fmla="*/ 273368 h 273367"/>
                <a:gd name="connsiteX7" fmla="*/ 0 w 229552"/>
                <a:gd name="connsiteY7" fmla="*/ 6668 h 273367"/>
                <a:gd name="connsiteX8" fmla="*/ 61913 w 229552"/>
                <a:gd name="connsiteY8" fmla="*/ 6668 h 273367"/>
                <a:gd name="connsiteX9" fmla="*/ 61913 w 229552"/>
                <a:gd name="connsiteY9" fmla="*/ 39053 h 273367"/>
                <a:gd name="connsiteX10" fmla="*/ 62865 w 229552"/>
                <a:gd name="connsiteY10" fmla="*/ 39053 h 273367"/>
                <a:gd name="connsiteX11" fmla="*/ 140970 w 229552"/>
                <a:gd name="connsiteY11" fmla="*/ 0 h 273367"/>
                <a:gd name="connsiteX12" fmla="*/ 228600 w 229552"/>
                <a:gd name="connsiteY12" fmla="*/ 107632 h 273367"/>
                <a:gd name="connsiteX13" fmla="*/ 228600 w 229552"/>
                <a:gd name="connsiteY13" fmla="*/ 272415 h 273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9552" h="273367">
                  <a:moveTo>
                    <a:pt x="229553" y="272415"/>
                  </a:moveTo>
                  <a:lnTo>
                    <a:pt x="166688" y="272415"/>
                  </a:lnTo>
                  <a:lnTo>
                    <a:pt x="166688" y="120015"/>
                  </a:lnTo>
                  <a:cubicBezTo>
                    <a:pt x="166688" y="80963"/>
                    <a:pt x="155257" y="55245"/>
                    <a:pt x="117157" y="55245"/>
                  </a:cubicBezTo>
                  <a:cubicBezTo>
                    <a:pt x="73343" y="55245"/>
                    <a:pt x="61913" y="90488"/>
                    <a:pt x="61913" y="120015"/>
                  </a:cubicBezTo>
                  <a:lnTo>
                    <a:pt x="61913" y="273368"/>
                  </a:lnTo>
                  <a:lnTo>
                    <a:pt x="0" y="273368"/>
                  </a:lnTo>
                  <a:lnTo>
                    <a:pt x="0" y="6668"/>
                  </a:lnTo>
                  <a:lnTo>
                    <a:pt x="61913" y="6668"/>
                  </a:lnTo>
                  <a:lnTo>
                    <a:pt x="61913" y="39053"/>
                  </a:lnTo>
                  <a:lnTo>
                    <a:pt x="62865" y="39053"/>
                  </a:lnTo>
                  <a:cubicBezTo>
                    <a:pt x="79057" y="15240"/>
                    <a:pt x="106680" y="0"/>
                    <a:pt x="140970" y="0"/>
                  </a:cubicBezTo>
                  <a:cubicBezTo>
                    <a:pt x="201930" y="0"/>
                    <a:pt x="228600" y="44768"/>
                    <a:pt x="228600" y="107632"/>
                  </a:cubicBezTo>
                  <a:lnTo>
                    <a:pt x="228600" y="272415"/>
                  </a:lnTo>
                  <a:close/>
                </a:path>
              </a:pathLst>
            </a:custGeom>
            <a:solidFill>
              <a:srgbClr val="041E4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6" name="Freihandform: Form 155">
              <a:extLst>
                <a:ext uri="{FF2B5EF4-FFF2-40B4-BE49-F238E27FC236}">
                  <a16:creationId xmlns:a16="http://schemas.microsoft.com/office/drawing/2014/main" id="{7AA2D936-8A2E-448A-A3FE-121C90D55E4E}"/>
                </a:ext>
              </a:extLst>
            </p:cNvPr>
            <p:cNvSpPr/>
            <p:nvPr/>
          </p:nvSpPr>
          <p:spPr>
            <a:xfrm>
              <a:off x="1871684" y="293688"/>
              <a:ext cx="83663" cy="133347"/>
            </a:xfrm>
            <a:custGeom>
              <a:avLst/>
              <a:gdLst>
                <a:gd name="connsiteX0" fmla="*/ 0 w 248602"/>
                <a:gd name="connsiteY0" fmla="*/ 255270 h 396239"/>
                <a:gd name="connsiteX1" fmla="*/ 108585 w 248602"/>
                <a:gd name="connsiteY1" fmla="*/ 116205 h 396239"/>
                <a:gd name="connsiteX2" fmla="*/ 185738 w 248602"/>
                <a:gd name="connsiteY2" fmla="*/ 152400 h 396239"/>
                <a:gd name="connsiteX3" fmla="*/ 186690 w 248602"/>
                <a:gd name="connsiteY3" fmla="*/ 152400 h 396239"/>
                <a:gd name="connsiteX4" fmla="*/ 186690 w 248602"/>
                <a:gd name="connsiteY4" fmla="*/ 15240 h 396239"/>
                <a:gd name="connsiteX5" fmla="*/ 248603 w 248602"/>
                <a:gd name="connsiteY5" fmla="*/ 0 h 396239"/>
                <a:gd name="connsiteX6" fmla="*/ 248603 w 248602"/>
                <a:gd name="connsiteY6" fmla="*/ 389573 h 396239"/>
                <a:gd name="connsiteX7" fmla="*/ 187643 w 248602"/>
                <a:gd name="connsiteY7" fmla="*/ 389573 h 396239"/>
                <a:gd name="connsiteX8" fmla="*/ 187643 w 248602"/>
                <a:gd name="connsiteY8" fmla="*/ 358140 h 396239"/>
                <a:gd name="connsiteX9" fmla="*/ 186690 w 248602"/>
                <a:gd name="connsiteY9" fmla="*/ 358140 h 396239"/>
                <a:gd name="connsiteX10" fmla="*/ 106680 w 248602"/>
                <a:gd name="connsiteY10" fmla="*/ 396240 h 396239"/>
                <a:gd name="connsiteX11" fmla="*/ 0 w 248602"/>
                <a:gd name="connsiteY11" fmla="*/ 255270 h 396239"/>
                <a:gd name="connsiteX12" fmla="*/ 61913 w 248602"/>
                <a:gd name="connsiteY12" fmla="*/ 255270 h 396239"/>
                <a:gd name="connsiteX13" fmla="*/ 123825 w 248602"/>
                <a:gd name="connsiteY13" fmla="*/ 340995 h 396239"/>
                <a:gd name="connsiteX14" fmla="*/ 187643 w 248602"/>
                <a:gd name="connsiteY14" fmla="*/ 305753 h 396239"/>
                <a:gd name="connsiteX15" fmla="*/ 187643 w 248602"/>
                <a:gd name="connsiteY15" fmla="*/ 207645 h 396239"/>
                <a:gd name="connsiteX16" fmla="*/ 123825 w 248602"/>
                <a:gd name="connsiteY16" fmla="*/ 172402 h 396239"/>
                <a:gd name="connsiteX17" fmla="*/ 61913 w 248602"/>
                <a:gd name="connsiteY17" fmla="*/ 255270 h 396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48602" h="396239">
                  <a:moveTo>
                    <a:pt x="0" y="255270"/>
                  </a:moveTo>
                  <a:cubicBezTo>
                    <a:pt x="0" y="169545"/>
                    <a:pt x="43815" y="116205"/>
                    <a:pt x="108585" y="116205"/>
                  </a:cubicBezTo>
                  <a:cubicBezTo>
                    <a:pt x="141922" y="116205"/>
                    <a:pt x="168593" y="130493"/>
                    <a:pt x="185738" y="152400"/>
                  </a:cubicBezTo>
                  <a:lnTo>
                    <a:pt x="186690" y="152400"/>
                  </a:lnTo>
                  <a:lnTo>
                    <a:pt x="186690" y="15240"/>
                  </a:lnTo>
                  <a:lnTo>
                    <a:pt x="248603" y="0"/>
                  </a:lnTo>
                  <a:lnTo>
                    <a:pt x="248603" y="389573"/>
                  </a:lnTo>
                  <a:lnTo>
                    <a:pt x="187643" y="389573"/>
                  </a:lnTo>
                  <a:lnTo>
                    <a:pt x="187643" y="358140"/>
                  </a:lnTo>
                  <a:lnTo>
                    <a:pt x="186690" y="358140"/>
                  </a:lnTo>
                  <a:cubicBezTo>
                    <a:pt x="167640" y="381953"/>
                    <a:pt x="140018" y="396240"/>
                    <a:pt x="106680" y="396240"/>
                  </a:cubicBezTo>
                  <a:cubicBezTo>
                    <a:pt x="43815" y="395288"/>
                    <a:pt x="0" y="340995"/>
                    <a:pt x="0" y="255270"/>
                  </a:cubicBezTo>
                  <a:close/>
                  <a:moveTo>
                    <a:pt x="61913" y="255270"/>
                  </a:moveTo>
                  <a:cubicBezTo>
                    <a:pt x="61913" y="309563"/>
                    <a:pt x="84772" y="340995"/>
                    <a:pt x="123825" y="340995"/>
                  </a:cubicBezTo>
                  <a:cubicBezTo>
                    <a:pt x="147638" y="340995"/>
                    <a:pt x="167640" y="329565"/>
                    <a:pt x="187643" y="305753"/>
                  </a:cubicBezTo>
                  <a:lnTo>
                    <a:pt x="187643" y="207645"/>
                  </a:lnTo>
                  <a:cubicBezTo>
                    <a:pt x="169545" y="183833"/>
                    <a:pt x="149543" y="172402"/>
                    <a:pt x="123825" y="172402"/>
                  </a:cubicBezTo>
                  <a:cubicBezTo>
                    <a:pt x="82868" y="172402"/>
                    <a:pt x="61913" y="201930"/>
                    <a:pt x="61913" y="255270"/>
                  </a:cubicBezTo>
                  <a:close/>
                </a:path>
              </a:pathLst>
            </a:custGeom>
            <a:solidFill>
              <a:srgbClr val="041E4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7" name="Freihandform: Form 156">
              <a:extLst>
                <a:ext uri="{FF2B5EF4-FFF2-40B4-BE49-F238E27FC236}">
                  <a16:creationId xmlns:a16="http://schemas.microsoft.com/office/drawing/2014/main" id="{7D614E3F-8E38-48A8-A892-90F1BE5DFC41}"/>
                </a:ext>
              </a:extLst>
            </p:cNvPr>
            <p:cNvSpPr/>
            <p:nvPr/>
          </p:nvSpPr>
          <p:spPr>
            <a:xfrm>
              <a:off x="1978106" y="332795"/>
              <a:ext cx="81739" cy="93920"/>
            </a:xfrm>
            <a:custGeom>
              <a:avLst/>
              <a:gdLst>
                <a:gd name="connsiteX0" fmla="*/ 132397 w 242887"/>
                <a:gd name="connsiteY0" fmla="*/ 279083 h 279082"/>
                <a:gd name="connsiteX1" fmla="*/ 0 w 242887"/>
                <a:gd name="connsiteY1" fmla="*/ 139065 h 279082"/>
                <a:gd name="connsiteX2" fmla="*/ 124777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7 w 242887"/>
                <a:gd name="connsiteY6" fmla="*/ 225743 h 279082"/>
                <a:gd name="connsiteX7" fmla="*/ 198120 w 242887"/>
                <a:gd name="connsiteY7" fmla="*/ 194310 h 279082"/>
                <a:gd name="connsiteX8" fmla="*/ 237172 w 242887"/>
                <a:gd name="connsiteY8" fmla="*/ 235268 h 279082"/>
                <a:gd name="connsiteX9" fmla="*/ 132397 w 242887"/>
                <a:gd name="connsiteY9" fmla="*/ 279083 h 279082"/>
                <a:gd name="connsiteX10" fmla="*/ 62865 w 242887"/>
                <a:gd name="connsiteY10" fmla="*/ 115253 h 279082"/>
                <a:gd name="connsiteX11" fmla="*/ 183832 w 242887"/>
                <a:gd name="connsiteY11" fmla="*/ 115253 h 279082"/>
                <a:gd name="connsiteX12" fmla="*/ 124777 w 242887"/>
                <a:gd name="connsiteY12" fmla="*/ 50482 h 279082"/>
                <a:gd name="connsiteX13" fmla="*/ 62865 w 242887"/>
                <a:gd name="connsiteY13" fmla="*/ 115253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3"/>
                    <a:pt x="132397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2" y="235268"/>
                  </a:lnTo>
                  <a:cubicBezTo>
                    <a:pt x="206693" y="264795"/>
                    <a:pt x="172402" y="279083"/>
                    <a:pt x="132397" y="279083"/>
                  </a:cubicBezTo>
                  <a:close/>
                  <a:moveTo>
                    <a:pt x="62865" y="115253"/>
                  </a:moveTo>
                  <a:lnTo>
                    <a:pt x="183832" y="115253"/>
                  </a:lnTo>
                  <a:cubicBezTo>
                    <a:pt x="180975" y="74295"/>
                    <a:pt x="160020" y="50482"/>
                    <a:pt x="124777" y="50482"/>
                  </a:cubicBezTo>
                  <a:cubicBezTo>
                    <a:pt x="90488" y="50482"/>
                    <a:pt x="67627" y="74295"/>
                    <a:pt x="62865" y="115253"/>
                  </a:cubicBezTo>
                  <a:close/>
                </a:path>
              </a:pathLst>
            </a:custGeom>
            <a:solidFill>
              <a:srgbClr val="041E4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8" name="Freihandform: Form 157">
              <a:extLst>
                <a:ext uri="{FF2B5EF4-FFF2-40B4-BE49-F238E27FC236}">
                  <a16:creationId xmlns:a16="http://schemas.microsoft.com/office/drawing/2014/main" id="{EB14B71E-9496-43D9-A4EC-B717F5048611}"/>
                </a:ext>
              </a:extLst>
            </p:cNvPr>
            <p:cNvSpPr/>
            <p:nvPr/>
          </p:nvSpPr>
          <p:spPr>
            <a:xfrm>
              <a:off x="2083566" y="332713"/>
              <a:ext cx="53852" cy="91758"/>
            </a:xfrm>
            <a:custGeom>
              <a:avLst/>
              <a:gdLst>
                <a:gd name="connsiteX0" fmla="*/ 160020 w 160020"/>
                <a:gd name="connsiteY0" fmla="*/ 5005 h 272657"/>
                <a:gd name="connsiteX1" fmla="*/ 150495 w 160020"/>
                <a:gd name="connsiteY1" fmla="*/ 68823 h 272657"/>
                <a:gd name="connsiteX2" fmla="*/ 116205 w 160020"/>
                <a:gd name="connsiteY2" fmla="*/ 60250 h 272657"/>
                <a:gd name="connsiteX3" fmla="*/ 61913 w 160020"/>
                <a:gd name="connsiteY3" fmla="*/ 135498 h 272657"/>
                <a:gd name="connsiteX4" fmla="*/ 61913 w 160020"/>
                <a:gd name="connsiteY4" fmla="*/ 272658 h 272657"/>
                <a:gd name="connsiteX5" fmla="*/ 0 w 160020"/>
                <a:gd name="connsiteY5" fmla="*/ 272658 h 272657"/>
                <a:gd name="connsiteX6" fmla="*/ 0 w 160020"/>
                <a:gd name="connsiteY6" fmla="*/ 5958 h 272657"/>
                <a:gd name="connsiteX7" fmla="*/ 60960 w 160020"/>
                <a:gd name="connsiteY7" fmla="*/ 5958 h 272657"/>
                <a:gd name="connsiteX8" fmla="*/ 60960 w 160020"/>
                <a:gd name="connsiteY8" fmla="*/ 40248 h 272657"/>
                <a:gd name="connsiteX9" fmla="*/ 61913 w 160020"/>
                <a:gd name="connsiteY9" fmla="*/ 40248 h 272657"/>
                <a:gd name="connsiteX10" fmla="*/ 131445 w 160020"/>
                <a:gd name="connsiteY10" fmla="*/ 243 h 272657"/>
                <a:gd name="connsiteX11" fmla="*/ 160020 w 160020"/>
                <a:gd name="connsiteY11" fmla="*/ 5005 h 2726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0020" h="272657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3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8" y="-710"/>
                    <a:pt x="150495" y="1195"/>
                    <a:pt x="160020" y="5005"/>
                  </a:cubicBezTo>
                  <a:close/>
                </a:path>
              </a:pathLst>
            </a:custGeom>
            <a:solidFill>
              <a:srgbClr val="041E4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9" name="Freihandform: Form 158">
              <a:extLst>
                <a:ext uri="{FF2B5EF4-FFF2-40B4-BE49-F238E27FC236}">
                  <a16:creationId xmlns:a16="http://schemas.microsoft.com/office/drawing/2014/main" id="{790BD971-8810-42D7-9C91-5E31E7DE2C4E}"/>
                </a:ext>
              </a:extLst>
            </p:cNvPr>
            <p:cNvSpPr/>
            <p:nvPr/>
          </p:nvSpPr>
          <p:spPr>
            <a:xfrm>
              <a:off x="2150561" y="359721"/>
              <a:ext cx="43915" cy="19874"/>
            </a:xfrm>
            <a:custGeom>
              <a:avLst/>
              <a:gdLst>
                <a:gd name="connsiteX0" fmla="*/ 130493 w 130492"/>
                <a:gd name="connsiteY0" fmla="*/ 59055 h 59055"/>
                <a:gd name="connsiteX1" fmla="*/ 0 w 130492"/>
                <a:gd name="connsiteY1" fmla="*/ 59055 h 59055"/>
                <a:gd name="connsiteX2" fmla="*/ 0 w 130492"/>
                <a:gd name="connsiteY2" fmla="*/ 0 h 59055"/>
                <a:gd name="connsiteX3" fmla="*/ 130493 w 130492"/>
                <a:gd name="connsiteY3" fmla="*/ 0 h 59055"/>
                <a:gd name="connsiteX4" fmla="*/ 130493 w 130492"/>
                <a:gd name="connsiteY4" fmla="*/ 59055 h 59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0492" h="59055">
                  <a:moveTo>
                    <a:pt x="130493" y="59055"/>
                  </a:moveTo>
                  <a:lnTo>
                    <a:pt x="0" y="59055"/>
                  </a:lnTo>
                  <a:lnTo>
                    <a:pt x="0" y="0"/>
                  </a:lnTo>
                  <a:lnTo>
                    <a:pt x="130493" y="0"/>
                  </a:lnTo>
                  <a:lnTo>
                    <a:pt x="130493" y="59055"/>
                  </a:lnTo>
                  <a:close/>
                </a:path>
              </a:pathLst>
            </a:custGeom>
            <a:solidFill>
              <a:srgbClr val="041E4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0" name="Freihandform: Form 159">
              <a:extLst>
                <a:ext uri="{FF2B5EF4-FFF2-40B4-BE49-F238E27FC236}">
                  <a16:creationId xmlns:a16="http://schemas.microsoft.com/office/drawing/2014/main" id="{32DC33CF-54F4-4299-82CD-B2375462167E}"/>
                </a:ext>
              </a:extLst>
            </p:cNvPr>
            <p:cNvSpPr/>
            <p:nvPr/>
          </p:nvSpPr>
          <p:spPr>
            <a:xfrm>
              <a:off x="2221081" y="300420"/>
              <a:ext cx="97126" cy="126295"/>
            </a:xfrm>
            <a:custGeom>
              <a:avLst/>
              <a:gdLst>
                <a:gd name="connsiteX0" fmla="*/ 288607 w 288607"/>
                <a:gd name="connsiteY0" fmla="*/ 222885 h 375284"/>
                <a:gd name="connsiteX1" fmla="*/ 143827 w 288607"/>
                <a:gd name="connsiteY1" fmla="*/ 375285 h 375284"/>
                <a:gd name="connsiteX2" fmla="*/ 0 w 288607"/>
                <a:gd name="connsiteY2" fmla="*/ 222885 h 375284"/>
                <a:gd name="connsiteX3" fmla="*/ 0 w 288607"/>
                <a:gd name="connsiteY3" fmla="*/ 0 h 375284"/>
                <a:gd name="connsiteX4" fmla="*/ 66675 w 288607"/>
                <a:gd name="connsiteY4" fmla="*/ 0 h 375284"/>
                <a:gd name="connsiteX5" fmla="*/ 66675 w 288607"/>
                <a:gd name="connsiteY5" fmla="*/ 219075 h 375284"/>
                <a:gd name="connsiteX6" fmla="*/ 144780 w 288607"/>
                <a:gd name="connsiteY6" fmla="*/ 312420 h 375284"/>
                <a:gd name="connsiteX7" fmla="*/ 220980 w 288607"/>
                <a:gd name="connsiteY7" fmla="*/ 219075 h 375284"/>
                <a:gd name="connsiteX8" fmla="*/ 220980 w 288607"/>
                <a:gd name="connsiteY8" fmla="*/ 0 h 375284"/>
                <a:gd name="connsiteX9" fmla="*/ 287655 w 288607"/>
                <a:gd name="connsiteY9" fmla="*/ 0 h 375284"/>
                <a:gd name="connsiteX10" fmla="*/ 287655 w 288607"/>
                <a:gd name="connsiteY10" fmla="*/ 222885 h 3752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88607" h="375284">
                  <a:moveTo>
                    <a:pt x="288607" y="222885"/>
                  </a:moveTo>
                  <a:cubicBezTo>
                    <a:pt x="288607" y="311468"/>
                    <a:pt x="242888" y="375285"/>
                    <a:pt x="143827" y="375285"/>
                  </a:cubicBezTo>
                  <a:cubicBezTo>
                    <a:pt x="45720" y="375285"/>
                    <a:pt x="0" y="312420"/>
                    <a:pt x="0" y="222885"/>
                  </a:cubicBezTo>
                  <a:lnTo>
                    <a:pt x="0" y="0"/>
                  </a:lnTo>
                  <a:lnTo>
                    <a:pt x="66675" y="0"/>
                  </a:lnTo>
                  <a:lnTo>
                    <a:pt x="66675" y="219075"/>
                  </a:lnTo>
                  <a:cubicBezTo>
                    <a:pt x="66675" y="274320"/>
                    <a:pt x="90488" y="312420"/>
                    <a:pt x="144780" y="312420"/>
                  </a:cubicBezTo>
                  <a:cubicBezTo>
                    <a:pt x="199073" y="312420"/>
                    <a:pt x="220980" y="275272"/>
                    <a:pt x="220980" y="219075"/>
                  </a:cubicBezTo>
                  <a:lnTo>
                    <a:pt x="220980" y="0"/>
                  </a:lnTo>
                  <a:lnTo>
                    <a:pt x="287655" y="0"/>
                  </a:lnTo>
                  <a:lnTo>
                    <a:pt x="287655" y="222885"/>
                  </a:lnTo>
                  <a:close/>
                </a:path>
              </a:pathLst>
            </a:custGeom>
            <a:solidFill>
              <a:srgbClr val="041E4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1" name="Freihandform: Form 160">
              <a:extLst>
                <a:ext uri="{FF2B5EF4-FFF2-40B4-BE49-F238E27FC236}">
                  <a16:creationId xmlns:a16="http://schemas.microsoft.com/office/drawing/2014/main" id="{28E7B4C3-0E3A-4A63-A15B-FBBF0A790C9D}"/>
                </a:ext>
              </a:extLst>
            </p:cNvPr>
            <p:cNvSpPr/>
            <p:nvPr/>
          </p:nvSpPr>
          <p:spPr>
            <a:xfrm>
              <a:off x="2346415" y="332795"/>
              <a:ext cx="76931" cy="91997"/>
            </a:xfrm>
            <a:custGeom>
              <a:avLst/>
              <a:gdLst>
                <a:gd name="connsiteX0" fmla="*/ 228600 w 228600"/>
                <a:gd name="connsiteY0" fmla="*/ 272415 h 273367"/>
                <a:gd name="connsiteX1" fmla="*/ 166688 w 228600"/>
                <a:gd name="connsiteY1" fmla="*/ 272415 h 273367"/>
                <a:gd name="connsiteX2" fmla="*/ 166688 w 228600"/>
                <a:gd name="connsiteY2" fmla="*/ 120015 h 273367"/>
                <a:gd name="connsiteX3" fmla="*/ 117158 w 228600"/>
                <a:gd name="connsiteY3" fmla="*/ 55245 h 273367"/>
                <a:gd name="connsiteX4" fmla="*/ 61913 w 228600"/>
                <a:gd name="connsiteY4" fmla="*/ 120015 h 273367"/>
                <a:gd name="connsiteX5" fmla="*/ 61913 w 228600"/>
                <a:gd name="connsiteY5" fmla="*/ 273368 h 273367"/>
                <a:gd name="connsiteX6" fmla="*/ 0 w 228600"/>
                <a:gd name="connsiteY6" fmla="*/ 273368 h 273367"/>
                <a:gd name="connsiteX7" fmla="*/ 0 w 228600"/>
                <a:gd name="connsiteY7" fmla="*/ 6668 h 273367"/>
                <a:gd name="connsiteX8" fmla="*/ 61913 w 228600"/>
                <a:gd name="connsiteY8" fmla="*/ 6668 h 273367"/>
                <a:gd name="connsiteX9" fmla="*/ 61913 w 228600"/>
                <a:gd name="connsiteY9" fmla="*/ 39053 h 273367"/>
                <a:gd name="connsiteX10" fmla="*/ 62865 w 228600"/>
                <a:gd name="connsiteY10" fmla="*/ 39053 h 273367"/>
                <a:gd name="connsiteX11" fmla="*/ 140970 w 228600"/>
                <a:gd name="connsiteY11" fmla="*/ 0 h 273367"/>
                <a:gd name="connsiteX12" fmla="*/ 228600 w 228600"/>
                <a:gd name="connsiteY12" fmla="*/ 107632 h 273367"/>
                <a:gd name="connsiteX13" fmla="*/ 228600 w 228600"/>
                <a:gd name="connsiteY13" fmla="*/ 272415 h 273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8600" h="273367">
                  <a:moveTo>
                    <a:pt x="228600" y="272415"/>
                  </a:moveTo>
                  <a:lnTo>
                    <a:pt x="166688" y="272415"/>
                  </a:lnTo>
                  <a:lnTo>
                    <a:pt x="166688" y="120015"/>
                  </a:lnTo>
                  <a:cubicBezTo>
                    <a:pt x="166688" y="80963"/>
                    <a:pt x="155258" y="55245"/>
                    <a:pt x="117158" y="55245"/>
                  </a:cubicBezTo>
                  <a:cubicBezTo>
                    <a:pt x="73343" y="55245"/>
                    <a:pt x="61913" y="90488"/>
                    <a:pt x="61913" y="120015"/>
                  </a:cubicBezTo>
                  <a:lnTo>
                    <a:pt x="61913" y="273368"/>
                  </a:lnTo>
                  <a:lnTo>
                    <a:pt x="0" y="273368"/>
                  </a:lnTo>
                  <a:lnTo>
                    <a:pt x="0" y="6668"/>
                  </a:lnTo>
                  <a:lnTo>
                    <a:pt x="61913" y="6668"/>
                  </a:lnTo>
                  <a:lnTo>
                    <a:pt x="61913" y="39053"/>
                  </a:lnTo>
                  <a:lnTo>
                    <a:pt x="62865" y="39053"/>
                  </a:lnTo>
                  <a:cubicBezTo>
                    <a:pt x="79058" y="15240"/>
                    <a:pt x="106680" y="0"/>
                    <a:pt x="140970" y="0"/>
                  </a:cubicBezTo>
                  <a:cubicBezTo>
                    <a:pt x="201930" y="0"/>
                    <a:pt x="228600" y="44768"/>
                    <a:pt x="228600" y="107632"/>
                  </a:cubicBezTo>
                  <a:lnTo>
                    <a:pt x="228600" y="272415"/>
                  </a:lnTo>
                  <a:close/>
                </a:path>
              </a:pathLst>
            </a:custGeom>
            <a:solidFill>
              <a:srgbClr val="041E4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2" name="Freihandform: Form 161">
              <a:extLst>
                <a:ext uri="{FF2B5EF4-FFF2-40B4-BE49-F238E27FC236}">
                  <a16:creationId xmlns:a16="http://schemas.microsoft.com/office/drawing/2014/main" id="{DE83242C-3DAB-4186-A2CF-ABC5CE556834}"/>
                </a:ext>
              </a:extLst>
            </p:cNvPr>
            <p:cNvSpPr/>
            <p:nvPr/>
          </p:nvSpPr>
          <p:spPr>
            <a:xfrm>
              <a:off x="2447067" y="294971"/>
              <a:ext cx="26605" cy="129501"/>
            </a:xfrm>
            <a:custGeom>
              <a:avLst/>
              <a:gdLst>
                <a:gd name="connsiteX0" fmla="*/ 79057 w 79057"/>
                <a:gd name="connsiteY0" fmla="*/ 38100 h 384810"/>
                <a:gd name="connsiteX1" fmla="*/ 39052 w 79057"/>
                <a:gd name="connsiteY1" fmla="*/ 76200 h 384810"/>
                <a:gd name="connsiteX2" fmla="*/ 0 w 79057"/>
                <a:gd name="connsiteY2" fmla="*/ 38100 h 384810"/>
                <a:gd name="connsiteX3" fmla="*/ 39052 w 79057"/>
                <a:gd name="connsiteY3" fmla="*/ 0 h 384810"/>
                <a:gd name="connsiteX4" fmla="*/ 79057 w 79057"/>
                <a:gd name="connsiteY4" fmla="*/ 38100 h 384810"/>
                <a:gd name="connsiteX5" fmla="*/ 70485 w 79057"/>
                <a:gd name="connsiteY5" fmla="*/ 384810 h 384810"/>
                <a:gd name="connsiteX6" fmla="*/ 8573 w 79057"/>
                <a:gd name="connsiteY6" fmla="*/ 384810 h 384810"/>
                <a:gd name="connsiteX7" fmla="*/ 8573 w 79057"/>
                <a:gd name="connsiteY7" fmla="*/ 118110 h 384810"/>
                <a:gd name="connsiteX8" fmla="*/ 70485 w 79057"/>
                <a:gd name="connsiteY8" fmla="*/ 118110 h 384810"/>
                <a:gd name="connsiteX9" fmla="*/ 70485 w 79057"/>
                <a:gd name="connsiteY9" fmla="*/ 384810 h 384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4810">
                  <a:moveTo>
                    <a:pt x="79057" y="38100"/>
                  </a:moveTo>
                  <a:cubicBezTo>
                    <a:pt x="79057" y="60007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8" y="0"/>
                    <a:pt x="39052" y="0"/>
                  </a:cubicBezTo>
                  <a:cubicBezTo>
                    <a:pt x="60960" y="0"/>
                    <a:pt x="79057" y="16193"/>
                    <a:pt x="79057" y="38100"/>
                  </a:cubicBezTo>
                  <a:close/>
                  <a:moveTo>
                    <a:pt x="70485" y="384810"/>
                  </a:moveTo>
                  <a:lnTo>
                    <a:pt x="8573" y="384810"/>
                  </a:lnTo>
                  <a:lnTo>
                    <a:pt x="8573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solidFill>
              <a:srgbClr val="041E4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3" name="Freihandform: Form 162">
              <a:extLst>
                <a:ext uri="{FF2B5EF4-FFF2-40B4-BE49-F238E27FC236}">
                  <a16:creationId xmlns:a16="http://schemas.microsoft.com/office/drawing/2014/main" id="{CE94665A-1959-4E8D-8843-30D9AA88A120}"/>
                </a:ext>
              </a:extLst>
            </p:cNvPr>
            <p:cNvSpPr/>
            <p:nvPr/>
          </p:nvSpPr>
          <p:spPr>
            <a:xfrm>
              <a:off x="2488418" y="335039"/>
              <a:ext cx="87189" cy="89753"/>
            </a:xfrm>
            <a:custGeom>
              <a:avLst/>
              <a:gdLst>
                <a:gd name="connsiteX0" fmla="*/ 259080 w 259079"/>
                <a:gd name="connsiteY0" fmla="*/ 0 h 266700"/>
                <a:gd name="connsiteX1" fmla="*/ 161925 w 259079"/>
                <a:gd name="connsiteY1" fmla="*/ 266700 h 266700"/>
                <a:gd name="connsiteX2" fmla="*/ 97155 w 259079"/>
                <a:gd name="connsiteY2" fmla="*/ 266700 h 266700"/>
                <a:gd name="connsiteX3" fmla="*/ 0 w 259079"/>
                <a:gd name="connsiteY3" fmla="*/ 0 h 266700"/>
                <a:gd name="connsiteX4" fmla="*/ 68580 w 259079"/>
                <a:gd name="connsiteY4" fmla="*/ 0 h 266700"/>
                <a:gd name="connsiteX5" fmla="*/ 129540 w 259079"/>
                <a:gd name="connsiteY5" fmla="*/ 193358 h 266700"/>
                <a:gd name="connsiteX6" fmla="*/ 130492 w 259079"/>
                <a:gd name="connsiteY6" fmla="*/ 193358 h 266700"/>
                <a:gd name="connsiteX7" fmla="*/ 191452 w 259079"/>
                <a:gd name="connsiteY7" fmla="*/ 0 h 266700"/>
                <a:gd name="connsiteX8" fmla="*/ 259080 w 259079"/>
                <a:gd name="connsiteY8" fmla="*/ 0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59079" h="266700">
                  <a:moveTo>
                    <a:pt x="259080" y="0"/>
                  </a:moveTo>
                  <a:lnTo>
                    <a:pt x="161925" y="266700"/>
                  </a:lnTo>
                  <a:lnTo>
                    <a:pt x="97155" y="266700"/>
                  </a:lnTo>
                  <a:lnTo>
                    <a:pt x="0" y="0"/>
                  </a:lnTo>
                  <a:lnTo>
                    <a:pt x="68580" y="0"/>
                  </a:lnTo>
                  <a:lnTo>
                    <a:pt x="129540" y="193358"/>
                  </a:lnTo>
                  <a:lnTo>
                    <a:pt x="130492" y="193358"/>
                  </a:lnTo>
                  <a:lnTo>
                    <a:pt x="191452" y="0"/>
                  </a:lnTo>
                  <a:lnTo>
                    <a:pt x="259080" y="0"/>
                  </a:lnTo>
                  <a:close/>
                </a:path>
              </a:pathLst>
            </a:custGeom>
            <a:solidFill>
              <a:srgbClr val="041E4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4" name="Freihandform: Form 163">
              <a:extLst>
                <a:ext uri="{FF2B5EF4-FFF2-40B4-BE49-F238E27FC236}">
                  <a16:creationId xmlns:a16="http://schemas.microsoft.com/office/drawing/2014/main" id="{6D37DE7E-42BD-43AE-AD54-7C9257288F34}"/>
                </a:ext>
              </a:extLst>
            </p:cNvPr>
            <p:cNvSpPr/>
            <p:nvPr/>
          </p:nvSpPr>
          <p:spPr>
            <a:xfrm>
              <a:off x="2585223" y="332795"/>
              <a:ext cx="81739" cy="93920"/>
            </a:xfrm>
            <a:custGeom>
              <a:avLst/>
              <a:gdLst>
                <a:gd name="connsiteX0" fmla="*/ 132398 w 242887"/>
                <a:gd name="connsiteY0" fmla="*/ 279083 h 279082"/>
                <a:gd name="connsiteX1" fmla="*/ 0 w 242887"/>
                <a:gd name="connsiteY1" fmla="*/ 139065 h 279082"/>
                <a:gd name="connsiteX2" fmla="*/ 124778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8 w 242887"/>
                <a:gd name="connsiteY6" fmla="*/ 225743 h 279082"/>
                <a:gd name="connsiteX7" fmla="*/ 198120 w 242887"/>
                <a:gd name="connsiteY7" fmla="*/ 194310 h 279082"/>
                <a:gd name="connsiteX8" fmla="*/ 237173 w 242887"/>
                <a:gd name="connsiteY8" fmla="*/ 235268 h 279082"/>
                <a:gd name="connsiteX9" fmla="*/ 132398 w 242887"/>
                <a:gd name="connsiteY9" fmla="*/ 279083 h 279082"/>
                <a:gd name="connsiteX10" fmla="*/ 62865 w 242887"/>
                <a:gd name="connsiteY10" fmla="*/ 115253 h 279082"/>
                <a:gd name="connsiteX11" fmla="*/ 183833 w 242887"/>
                <a:gd name="connsiteY11" fmla="*/ 115253 h 279082"/>
                <a:gd name="connsiteX12" fmla="*/ 124778 w 242887"/>
                <a:gd name="connsiteY12" fmla="*/ 50482 h 279082"/>
                <a:gd name="connsiteX13" fmla="*/ 62865 w 242887"/>
                <a:gd name="connsiteY13" fmla="*/ 115253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8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3" y="0"/>
                    <a:pt x="124778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3" y="201930"/>
                    <a:pt x="94298" y="225743"/>
                    <a:pt x="132398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3" y="235268"/>
                  </a:lnTo>
                  <a:cubicBezTo>
                    <a:pt x="206693" y="264795"/>
                    <a:pt x="173355" y="279083"/>
                    <a:pt x="132398" y="279083"/>
                  </a:cubicBezTo>
                  <a:close/>
                  <a:moveTo>
                    <a:pt x="62865" y="115253"/>
                  </a:moveTo>
                  <a:lnTo>
                    <a:pt x="183833" y="115253"/>
                  </a:lnTo>
                  <a:cubicBezTo>
                    <a:pt x="180975" y="74295"/>
                    <a:pt x="160020" y="50482"/>
                    <a:pt x="124778" y="50482"/>
                  </a:cubicBezTo>
                  <a:cubicBezTo>
                    <a:pt x="90488" y="50482"/>
                    <a:pt x="68580" y="74295"/>
                    <a:pt x="62865" y="115253"/>
                  </a:cubicBezTo>
                  <a:close/>
                </a:path>
              </a:pathLst>
            </a:custGeom>
            <a:solidFill>
              <a:srgbClr val="041E4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6" name="Freihandform: Form 165">
              <a:extLst>
                <a:ext uri="{FF2B5EF4-FFF2-40B4-BE49-F238E27FC236}">
                  <a16:creationId xmlns:a16="http://schemas.microsoft.com/office/drawing/2014/main" id="{EA89A64B-C979-45EC-B4F6-949EB2001B5D}"/>
                </a:ext>
              </a:extLst>
            </p:cNvPr>
            <p:cNvSpPr/>
            <p:nvPr/>
          </p:nvSpPr>
          <p:spPr>
            <a:xfrm>
              <a:off x="2690683" y="332713"/>
              <a:ext cx="53852" cy="91758"/>
            </a:xfrm>
            <a:custGeom>
              <a:avLst/>
              <a:gdLst>
                <a:gd name="connsiteX0" fmla="*/ 160020 w 160019"/>
                <a:gd name="connsiteY0" fmla="*/ 5005 h 272657"/>
                <a:gd name="connsiteX1" fmla="*/ 150495 w 160019"/>
                <a:gd name="connsiteY1" fmla="*/ 68823 h 272657"/>
                <a:gd name="connsiteX2" fmla="*/ 116205 w 160019"/>
                <a:gd name="connsiteY2" fmla="*/ 60250 h 272657"/>
                <a:gd name="connsiteX3" fmla="*/ 61913 w 160019"/>
                <a:gd name="connsiteY3" fmla="*/ 135498 h 272657"/>
                <a:gd name="connsiteX4" fmla="*/ 61913 w 160019"/>
                <a:gd name="connsiteY4" fmla="*/ 272658 h 272657"/>
                <a:gd name="connsiteX5" fmla="*/ 0 w 160019"/>
                <a:gd name="connsiteY5" fmla="*/ 272658 h 272657"/>
                <a:gd name="connsiteX6" fmla="*/ 0 w 160019"/>
                <a:gd name="connsiteY6" fmla="*/ 5958 h 272657"/>
                <a:gd name="connsiteX7" fmla="*/ 60960 w 160019"/>
                <a:gd name="connsiteY7" fmla="*/ 5958 h 272657"/>
                <a:gd name="connsiteX8" fmla="*/ 60960 w 160019"/>
                <a:gd name="connsiteY8" fmla="*/ 40248 h 272657"/>
                <a:gd name="connsiteX9" fmla="*/ 61913 w 160019"/>
                <a:gd name="connsiteY9" fmla="*/ 40248 h 272657"/>
                <a:gd name="connsiteX10" fmla="*/ 131445 w 160019"/>
                <a:gd name="connsiteY10" fmla="*/ 243 h 272657"/>
                <a:gd name="connsiteX11" fmla="*/ 160020 w 160019"/>
                <a:gd name="connsiteY11" fmla="*/ 5005 h 2726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0019" h="272657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3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8" y="-710"/>
                    <a:pt x="150495" y="1195"/>
                    <a:pt x="160020" y="5005"/>
                  </a:cubicBezTo>
                  <a:close/>
                </a:path>
              </a:pathLst>
            </a:custGeom>
            <a:solidFill>
              <a:srgbClr val="041E4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7" name="Freihandform: Form 166">
              <a:extLst>
                <a:ext uri="{FF2B5EF4-FFF2-40B4-BE49-F238E27FC236}">
                  <a16:creationId xmlns:a16="http://schemas.microsoft.com/office/drawing/2014/main" id="{D8F4E6F5-DCF7-4013-87A5-43A2566A3AD9}"/>
                </a:ext>
              </a:extLst>
            </p:cNvPr>
            <p:cNvSpPr/>
            <p:nvPr/>
          </p:nvSpPr>
          <p:spPr>
            <a:xfrm>
              <a:off x="2754472" y="332474"/>
              <a:ext cx="69238" cy="94240"/>
            </a:xfrm>
            <a:custGeom>
              <a:avLst/>
              <a:gdLst>
                <a:gd name="connsiteX0" fmla="*/ 29527 w 205739"/>
                <a:gd name="connsiteY0" fmla="*/ 198120 h 280034"/>
                <a:gd name="connsiteX1" fmla="*/ 104775 w 205739"/>
                <a:gd name="connsiteY1" fmla="*/ 227647 h 280034"/>
                <a:gd name="connsiteX2" fmla="*/ 143827 w 205739"/>
                <a:gd name="connsiteY2" fmla="*/ 200978 h 280034"/>
                <a:gd name="connsiteX3" fmla="*/ 10477 w 205739"/>
                <a:gd name="connsiteY3" fmla="*/ 82868 h 280034"/>
                <a:gd name="connsiteX4" fmla="*/ 111442 w 205739"/>
                <a:gd name="connsiteY4" fmla="*/ 0 h 280034"/>
                <a:gd name="connsiteX5" fmla="*/ 203835 w 205739"/>
                <a:gd name="connsiteY5" fmla="*/ 27622 h 280034"/>
                <a:gd name="connsiteX6" fmla="*/ 174307 w 205739"/>
                <a:gd name="connsiteY6" fmla="*/ 76200 h 280034"/>
                <a:gd name="connsiteX7" fmla="*/ 110490 w 205739"/>
                <a:gd name="connsiteY7" fmla="*/ 52387 h 280034"/>
                <a:gd name="connsiteX8" fmla="*/ 72390 w 205739"/>
                <a:gd name="connsiteY8" fmla="*/ 77153 h 280034"/>
                <a:gd name="connsiteX9" fmla="*/ 205740 w 205739"/>
                <a:gd name="connsiteY9" fmla="*/ 195262 h 280034"/>
                <a:gd name="connsiteX10" fmla="*/ 102870 w 205739"/>
                <a:gd name="connsiteY10" fmla="*/ 280035 h 280034"/>
                <a:gd name="connsiteX11" fmla="*/ 0 w 205739"/>
                <a:gd name="connsiteY11" fmla="*/ 247650 h 280034"/>
                <a:gd name="connsiteX12" fmla="*/ 29527 w 205739"/>
                <a:gd name="connsiteY12" fmla="*/ 198120 h 2800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5739" h="280034">
                  <a:moveTo>
                    <a:pt x="29527" y="198120"/>
                  </a:moveTo>
                  <a:cubicBezTo>
                    <a:pt x="56197" y="218122"/>
                    <a:pt x="80963" y="227647"/>
                    <a:pt x="104775" y="227647"/>
                  </a:cubicBezTo>
                  <a:cubicBezTo>
                    <a:pt x="127635" y="227647"/>
                    <a:pt x="143827" y="217170"/>
                    <a:pt x="143827" y="200978"/>
                  </a:cubicBezTo>
                  <a:cubicBezTo>
                    <a:pt x="143827" y="155258"/>
                    <a:pt x="10477" y="171450"/>
                    <a:pt x="10477" y="82868"/>
                  </a:cubicBezTo>
                  <a:cubicBezTo>
                    <a:pt x="10477" y="33338"/>
                    <a:pt x="51435" y="0"/>
                    <a:pt x="111442" y="0"/>
                  </a:cubicBezTo>
                  <a:cubicBezTo>
                    <a:pt x="143827" y="0"/>
                    <a:pt x="175260" y="9525"/>
                    <a:pt x="203835" y="27622"/>
                  </a:cubicBezTo>
                  <a:lnTo>
                    <a:pt x="174307" y="76200"/>
                  </a:lnTo>
                  <a:cubicBezTo>
                    <a:pt x="151447" y="60960"/>
                    <a:pt x="130492" y="52387"/>
                    <a:pt x="110490" y="52387"/>
                  </a:cubicBezTo>
                  <a:cubicBezTo>
                    <a:pt x="87630" y="52387"/>
                    <a:pt x="72390" y="61912"/>
                    <a:pt x="72390" y="77153"/>
                  </a:cubicBezTo>
                  <a:cubicBezTo>
                    <a:pt x="72390" y="120968"/>
                    <a:pt x="205740" y="105728"/>
                    <a:pt x="205740" y="195262"/>
                  </a:cubicBezTo>
                  <a:cubicBezTo>
                    <a:pt x="205740" y="245745"/>
                    <a:pt x="164782" y="280035"/>
                    <a:pt x="102870" y="280035"/>
                  </a:cubicBezTo>
                  <a:cubicBezTo>
                    <a:pt x="67627" y="280035"/>
                    <a:pt x="31432" y="268605"/>
                    <a:pt x="0" y="247650"/>
                  </a:cubicBezTo>
                  <a:lnTo>
                    <a:pt x="29527" y="198120"/>
                  </a:lnTo>
                  <a:close/>
                </a:path>
              </a:pathLst>
            </a:custGeom>
            <a:solidFill>
              <a:srgbClr val="041E4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9" name="Freihandform: Form 168">
              <a:extLst>
                <a:ext uri="{FF2B5EF4-FFF2-40B4-BE49-F238E27FC236}">
                  <a16:creationId xmlns:a16="http://schemas.microsoft.com/office/drawing/2014/main" id="{08B40D83-75AF-478E-9E62-44910A1F67F1}"/>
                </a:ext>
              </a:extLst>
            </p:cNvPr>
            <p:cNvSpPr/>
            <p:nvPr/>
          </p:nvSpPr>
          <p:spPr>
            <a:xfrm>
              <a:off x="2843264" y="294971"/>
              <a:ext cx="26605" cy="129501"/>
            </a:xfrm>
            <a:custGeom>
              <a:avLst/>
              <a:gdLst>
                <a:gd name="connsiteX0" fmla="*/ 79058 w 79057"/>
                <a:gd name="connsiteY0" fmla="*/ 38100 h 384810"/>
                <a:gd name="connsiteX1" fmla="*/ 39053 w 79057"/>
                <a:gd name="connsiteY1" fmla="*/ 76200 h 384810"/>
                <a:gd name="connsiteX2" fmla="*/ 0 w 79057"/>
                <a:gd name="connsiteY2" fmla="*/ 38100 h 384810"/>
                <a:gd name="connsiteX3" fmla="*/ 39053 w 79057"/>
                <a:gd name="connsiteY3" fmla="*/ 0 h 384810"/>
                <a:gd name="connsiteX4" fmla="*/ 79058 w 79057"/>
                <a:gd name="connsiteY4" fmla="*/ 38100 h 384810"/>
                <a:gd name="connsiteX5" fmla="*/ 70485 w 79057"/>
                <a:gd name="connsiteY5" fmla="*/ 384810 h 384810"/>
                <a:gd name="connsiteX6" fmla="*/ 8573 w 79057"/>
                <a:gd name="connsiteY6" fmla="*/ 384810 h 384810"/>
                <a:gd name="connsiteX7" fmla="*/ 8573 w 79057"/>
                <a:gd name="connsiteY7" fmla="*/ 118110 h 384810"/>
                <a:gd name="connsiteX8" fmla="*/ 70485 w 79057"/>
                <a:gd name="connsiteY8" fmla="*/ 118110 h 384810"/>
                <a:gd name="connsiteX9" fmla="*/ 70485 w 79057"/>
                <a:gd name="connsiteY9" fmla="*/ 384810 h 384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4810">
                  <a:moveTo>
                    <a:pt x="79058" y="38100"/>
                  </a:moveTo>
                  <a:cubicBezTo>
                    <a:pt x="79058" y="60007"/>
                    <a:pt x="60960" y="76200"/>
                    <a:pt x="39053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8" y="0"/>
                    <a:pt x="39053" y="0"/>
                  </a:cubicBezTo>
                  <a:cubicBezTo>
                    <a:pt x="60960" y="0"/>
                    <a:pt x="79058" y="16193"/>
                    <a:pt x="79058" y="38100"/>
                  </a:cubicBezTo>
                  <a:close/>
                  <a:moveTo>
                    <a:pt x="70485" y="384810"/>
                  </a:moveTo>
                  <a:lnTo>
                    <a:pt x="8573" y="384810"/>
                  </a:lnTo>
                  <a:lnTo>
                    <a:pt x="8573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solidFill>
              <a:srgbClr val="041E4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0" name="Freihandform: Form 169">
              <a:extLst>
                <a:ext uri="{FF2B5EF4-FFF2-40B4-BE49-F238E27FC236}">
                  <a16:creationId xmlns:a16="http://schemas.microsoft.com/office/drawing/2014/main" id="{4450C88D-A2CC-4995-B198-B8121FB36D4E}"/>
                </a:ext>
              </a:extLst>
            </p:cNvPr>
            <p:cNvSpPr/>
            <p:nvPr/>
          </p:nvSpPr>
          <p:spPr>
            <a:xfrm>
              <a:off x="2884935" y="306189"/>
              <a:ext cx="55775" cy="120525"/>
            </a:xfrm>
            <a:custGeom>
              <a:avLst/>
              <a:gdLst>
                <a:gd name="connsiteX0" fmla="*/ 165735 w 165735"/>
                <a:gd name="connsiteY0" fmla="*/ 295275 h 358139"/>
                <a:gd name="connsiteX1" fmla="*/ 165735 w 165735"/>
                <a:gd name="connsiteY1" fmla="*/ 348615 h 358139"/>
                <a:gd name="connsiteX2" fmla="*/ 113348 w 165735"/>
                <a:gd name="connsiteY2" fmla="*/ 358140 h 358139"/>
                <a:gd name="connsiteX3" fmla="*/ 40958 w 165735"/>
                <a:gd name="connsiteY3" fmla="*/ 282892 h 358139"/>
                <a:gd name="connsiteX4" fmla="*/ 40958 w 165735"/>
                <a:gd name="connsiteY4" fmla="*/ 137160 h 358139"/>
                <a:gd name="connsiteX5" fmla="*/ 0 w 165735"/>
                <a:gd name="connsiteY5" fmla="*/ 137160 h 358139"/>
                <a:gd name="connsiteX6" fmla="*/ 0 w 165735"/>
                <a:gd name="connsiteY6" fmla="*/ 85725 h 358139"/>
                <a:gd name="connsiteX7" fmla="*/ 40005 w 165735"/>
                <a:gd name="connsiteY7" fmla="*/ 85725 h 358139"/>
                <a:gd name="connsiteX8" fmla="*/ 40005 w 165735"/>
                <a:gd name="connsiteY8" fmla="*/ 13335 h 358139"/>
                <a:gd name="connsiteX9" fmla="*/ 101918 w 165735"/>
                <a:gd name="connsiteY9" fmla="*/ 0 h 358139"/>
                <a:gd name="connsiteX10" fmla="*/ 101918 w 165735"/>
                <a:gd name="connsiteY10" fmla="*/ 86677 h 358139"/>
                <a:gd name="connsiteX11" fmla="*/ 165735 w 165735"/>
                <a:gd name="connsiteY11" fmla="*/ 86677 h 358139"/>
                <a:gd name="connsiteX12" fmla="*/ 165735 w 165735"/>
                <a:gd name="connsiteY12" fmla="*/ 138113 h 358139"/>
                <a:gd name="connsiteX13" fmla="*/ 101918 w 165735"/>
                <a:gd name="connsiteY13" fmla="*/ 138113 h 358139"/>
                <a:gd name="connsiteX14" fmla="*/ 101918 w 165735"/>
                <a:gd name="connsiteY14" fmla="*/ 269558 h 358139"/>
                <a:gd name="connsiteX15" fmla="*/ 130493 w 165735"/>
                <a:gd name="connsiteY15" fmla="*/ 304800 h 358139"/>
                <a:gd name="connsiteX16" fmla="*/ 165735 w 165735"/>
                <a:gd name="connsiteY16" fmla="*/ 295275 h 3581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5735" h="358139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8" y="358140"/>
                  </a:cubicBezTo>
                  <a:cubicBezTo>
                    <a:pt x="66675" y="358140"/>
                    <a:pt x="40958" y="331470"/>
                    <a:pt x="40958" y="282892"/>
                  </a:cubicBezTo>
                  <a:lnTo>
                    <a:pt x="40958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8" y="0"/>
                  </a:lnTo>
                  <a:lnTo>
                    <a:pt x="101918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8" y="138113"/>
                  </a:lnTo>
                  <a:lnTo>
                    <a:pt x="101918" y="269558"/>
                  </a:lnTo>
                  <a:cubicBezTo>
                    <a:pt x="101918" y="294323"/>
                    <a:pt x="110490" y="304800"/>
                    <a:pt x="130493" y="304800"/>
                  </a:cubicBezTo>
                  <a:cubicBezTo>
                    <a:pt x="141923" y="303848"/>
                    <a:pt x="155258" y="300038"/>
                    <a:pt x="165735" y="295275"/>
                  </a:cubicBezTo>
                  <a:close/>
                </a:path>
              </a:pathLst>
            </a:custGeom>
            <a:solidFill>
              <a:srgbClr val="041E4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1" name="Freihandform: Form 170">
              <a:extLst>
                <a:ext uri="{FF2B5EF4-FFF2-40B4-BE49-F238E27FC236}">
                  <a16:creationId xmlns:a16="http://schemas.microsoft.com/office/drawing/2014/main" id="{170097FC-1C77-4FDF-AEC4-E77CD945C51D}"/>
                </a:ext>
              </a:extLst>
            </p:cNvPr>
            <p:cNvSpPr/>
            <p:nvPr/>
          </p:nvSpPr>
          <p:spPr>
            <a:xfrm>
              <a:off x="2957058" y="296573"/>
              <a:ext cx="75970" cy="130142"/>
            </a:xfrm>
            <a:custGeom>
              <a:avLst/>
              <a:gdLst>
                <a:gd name="connsiteX0" fmla="*/ 114300 w 225742"/>
                <a:gd name="connsiteY0" fmla="*/ 215265 h 386714"/>
                <a:gd name="connsiteX1" fmla="*/ 164783 w 225742"/>
                <a:gd name="connsiteY1" fmla="*/ 220980 h 386714"/>
                <a:gd name="connsiteX2" fmla="*/ 164783 w 225742"/>
                <a:gd name="connsiteY2" fmla="*/ 211455 h 386714"/>
                <a:gd name="connsiteX3" fmla="*/ 105728 w 225742"/>
                <a:gd name="connsiteY3" fmla="*/ 160020 h 386714"/>
                <a:gd name="connsiteX4" fmla="*/ 38100 w 225742"/>
                <a:gd name="connsiteY4" fmla="*/ 175260 h 386714"/>
                <a:gd name="connsiteX5" fmla="*/ 24765 w 225742"/>
                <a:gd name="connsiteY5" fmla="*/ 122873 h 386714"/>
                <a:gd name="connsiteX6" fmla="*/ 112395 w 225742"/>
                <a:gd name="connsiteY6" fmla="*/ 107632 h 386714"/>
                <a:gd name="connsiteX7" fmla="*/ 225743 w 225742"/>
                <a:gd name="connsiteY7" fmla="*/ 210502 h 386714"/>
                <a:gd name="connsiteX8" fmla="*/ 225743 w 225742"/>
                <a:gd name="connsiteY8" fmla="*/ 381000 h 386714"/>
                <a:gd name="connsiteX9" fmla="*/ 166688 w 225742"/>
                <a:gd name="connsiteY9" fmla="*/ 381000 h 386714"/>
                <a:gd name="connsiteX10" fmla="*/ 166688 w 225742"/>
                <a:gd name="connsiteY10" fmla="*/ 352425 h 386714"/>
                <a:gd name="connsiteX11" fmla="*/ 165735 w 225742"/>
                <a:gd name="connsiteY11" fmla="*/ 352425 h 386714"/>
                <a:gd name="connsiteX12" fmla="*/ 87630 w 225742"/>
                <a:gd name="connsiteY12" fmla="*/ 386715 h 386714"/>
                <a:gd name="connsiteX13" fmla="*/ 0 w 225742"/>
                <a:gd name="connsiteY13" fmla="*/ 301942 h 386714"/>
                <a:gd name="connsiteX14" fmla="*/ 114300 w 225742"/>
                <a:gd name="connsiteY14" fmla="*/ 215265 h 386714"/>
                <a:gd name="connsiteX15" fmla="*/ 63818 w 225742"/>
                <a:gd name="connsiteY15" fmla="*/ 72390 h 386714"/>
                <a:gd name="connsiteX16" fmla="*/ 26670 w 225742"/>
                <a:gd name="connsiteY16" fmla="*/ 36195 h 386714"/>
                <a:gd name="connsiteX17" fmla="*/ 63818 w 225742"/>
                <a:gd name="connsiteY17" fmla="*/ 0 h 386714"/>
                <a:gd name="connsiteX18" fmla="*/ 100965 w 225742"/>
                <a:gd name="connsiteY18" fmla="*/ 36195 h 386714"/>
                <a:gd name="connsiteX19" fmla="*/ 63818 w 225742"/>
                <a:gd name="connsiteY19" fmla="*/ 72390 h 386714"/>
                <a:gd name="connsiteX20" fmla="*/ 103823 w 225742"/>
                <a:gd name="connsiteY20" fmla="*/ 340042 h 386714"/>
                <a:gd name="connsiteX21" fmla="*/ 164783 w 225742"/>
                <a:gd name="connsiteY21" fmla="*/ 307658 h 386714"/>
                <a:gd name="connsiteX22" fmla="*/ 164783 w 225742"/>
                <a:gd name="connsiteY22" fmla="*/ 261938 h 386714"/>
                <a:gd name="connsiteX23" fmla="*/ 120968 w 225742"/>
                <a:gd name="connsiteY23" fmla="*/ 257175 h 386714"/>
                <a:gd name="connsiteX24" fmla="*/ 59055 w 225742"/>
                <a:gd name="connsiteY24" fmla="*/ 300990 h 386714"/>
                <a:gd name="connsiteX25" fmla="*/ 103823 w 225742"/>
                <a:gd name="connsiteY25" fmla="*/ 340042 h 386714"/>
                <a:gd name="connsiteX26" fmla="*/ 172403 w 225742"/>
                <a:gd name="connsiteY26" fmla="*/ 72390 h 386714"/>
                <a:gd name="connsiteX27" fmla="*/ 135255 w 225742"/>
                <a:gd name="connsiteY27" fmla="*/ 36195 h 386714"/>
                <a:gd name="connsiteX28" fmla="*/ 172403 w 225742"/>
                <a:gd name="connsiteY28" fmla="*/ 0 h 386714"/>
                <a:gd name="connsiteX29" fmla="*/ 209550 w 225742"/>
                <a:gd name="connsiteY29" fmla="*/ 36195 h 386714"/>
                <a:gd name="connsiteX30" fmla="*/ 172403 w 225742"/>
                <a:gd name="connsiteY30" fmla="*/ 72390 h 386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225742" h="386714">
                  <a:moveTo>
                    <a:pt x="114300" y="215265"/>
                  </a:moveTo>
                  <a:cubicBezTo>
                    <a:pt x="131445" y="215265"/>
                    <a:pt x="147638" y="216217"/>
                    <a:pt x="164783" y="220980"/>
                  </a:cubicBezTo>
                  <a:lnTo>
                    <a:pt x="164783" y="211455"/>
                  </a:lnTo>
                  <a:cubicBezTo>
                    <a:pt x="164783" y="177165"/>
                    <a:pt x="144780" y="160020"/>
                    <a:pt x="105728" y="160020"/>
                  </a:cubicBezTo>
                  <a:cubicBezTo>
                    <a:pt x="83820" y="160020"/>
                    <a:pt x="60008" y="164783"/>
                    <a:pt x="38100" y="175260"/>
                  </a:cubicBezTo>
                  <a:lnTo>
                    <a:pt x="24765" y="122873"/>
                  </a:lnTo>
                  <a:cubicBezTo>
                    <a:pt x="49530" y="113348"/>
                    <a:pt x="81915" y="107632"/>
                    <a:pt x="112395" y="107632"/>
                  </a:cubicBezTo>
                  <a:cubicBezTo>
                    <a:pt x="187643" y="107632"/>
                    <a:pt x="225743" y="142875"/>
                    <a:pt x="225743" y="210502"/>
                  </a:cubicBezTo>
                  <a:lnTo>
                    <a:pt x="225743" y="381000"/>
                  </a:lnTo>
                  <a:lnTo>
                    <a:pt x="166688" y="381000"/>
                  </a:lnTo>
                  <a:lnTo>
                    <a:pt x="166688" y="352425"/>
                  </a:lnTo>
                  <a:lnTo>
                    <a:pt x="165735" y="352425"/>
                  </a:lnTo>
                  <a:cubicBezTo>
                    <a:pt x="142875" y="376238"/>
                    <a:pt x="119063" y="386715"/>
                    <a:pt x="87630" y="386715"/>
                  </a:cubicBezTo>
                  <a:cubicBezTo>
                    <a:pt x="34290" y="386715"/>
                    <a:pt x="0" y="353378"/>
                    <a:pt x="0" y="301942"/>
                  </a:cubicBezTo>
                  <a:cubicBezTo>
                    <a:pt x="0" y="245745"/>
                    <a:pt x="40005" y="215265"/>
                    <a:pt x="114300" y="215265"/>
                  </a:cubicBezTo>
                  <a:close/>
                  <a:moveTo>
                    <a:pt x="63818" y="72390"/>
                  </a:moveTo>
                  <a:cubicBezTo>
                    <a:pt x="43815" y="72390"/>
                    <a:pt x="26670" y="55245"/>
                    <a:pt x="26670" y="36195"/>
                  </a:cubicBezTo>
                  <a:cubicBezTo>
                    <a:pt x="26670" y="17145"/>
                    <a:pt x="43815" y="0"/>
                    <a:pt x="63818" y="0"/>
                  </a:cubicBezTo>
                  <a:cubicBezTo>
                    <a:pt x="83820" y="0"/>
                    <a:pt x="100965" y="17145"/>
                    <a:pt x="100965" y="36195"/>
                  </a:cubicBezTo>
                  <a:cubicBezTo>
                    <a:pt x="100965" y="56198"/>
                    <a:pt x="83820" y="72390"/>
                    <a:pt x="63818" y="72390"/>
                  </a:cubicBezTo>
                  <a:close/>
                  <a:moveTo>
                    <a:pt x="103823" y="340042"/>
                  </a:moveTo>
                  <a:cubicBezTo>
                    <a:pt x="126683" y="340042"/>
                    <a:pt x="147638" y="328613"/>
                    <a:pt x="164783" y="307658"/>
                  </a:cubicBezTo>
                  <a:lnTo>
                    <a:pt x="164783" y="261938"/>
                  </a:lnTo>
                  <a:cubicBezTo>
                    <a:pt x="150495" y="258127"/>
                    <a:pt x="135255" y="257175"/>
                    <a:pt x="120968" y="257175"/>
                  </a:cubicBezTo>
                  <a:cubicBezTo>
                    <a:pt x="81915" y="257175"/>
                    <a:pt x="59055" y="272415"/>
                    <a:pt x="59055" y="300990"/>
                  </a:cubicBezTo>
                  <a:cubicBezTo>
                    <a:pt x="59055" y="324803"/>
                    <a:pt x="76200" y="340042"/>
                    <a:pt x="103823" y="340042"/>
                  </a:cubicBezTo>
                  <a:close/>
                  <a:moveTo>
                    <a:pt x="172403" y="72390"/>
                  </a:moveTo>
                  <a:cubicBezTo>
                    <a:pt x="152400" y="72390"/>
                    <a:pt x="135255" y="55245"/>
                    <a:pt x="135255" y="36195"/>
                  </a:cubicBezTo>
                  <a:cubicBezTo>
                    <a:pt x="135255" y="17145"/>
                    <a:pt x="152400" y="0"/>
                    <a:pt x="172403" y="0"/>
                  </a:cubicBezTo>
                  <a:cubicBezTo>
                    <a:pt x="192405" y="0"/>
                    <a:pt x="209550" y="17145"/>
                    <a:pt x="209550" y="36195"/>
                  </a:cubicBezTo>
                  <a:cubicBezTo>
                    <a:pt x="209550" y="56198"/>
                    <a:pt x="192405" y="72390"/>
                    <a:pt x="172403" y="72390"/>
                  </a:cubicBezTo>
                  <a:close/>
                </a:path>
              </a:pathLst>
            </a:custGeom>
            <a:solidFill>
              <a:srgbClr val="041E4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2" name="Freihandform: Form 171">
              <a:extLst>
                <a:ext uri="{FF2B5EF4-FFF2-40B4-BE49-F238E27FC236}">
                  <a16:creationId xmlns:a16="http://schemas.microsoft.com/office/drawing/2014/main" id="{D9C6AC2B-710E-4330-AC9D-A8316145CCED}"/>
                </a:ext>
              </a:extLst>
            </p:cNvPr>
            <p:cNvSpPr/>
            <p:nvPr/>
          </p:nvSpPr>
          <p:spPr>
            <a:xfrm>
              <a:off x="3049376" y="306189"/>
              <a:ext cx="55775" cy="120525"/>
            </a:xfrm>
            <a:custGeom>
              <a:avLst/>
              <a:gdLst>
                <a:gd name="connsiteX0" fmla="*/ 165735 w 165734"/>
                <a:gd name="connsiteY0" fmla="*/ 295275 h 358139"/>
                <a:gd name="connsiteX1" fmla="*/ 165735 w 165734"/>
                <a:gd name="connsiteY1" fmla="*/ 348615 h 358139"/>
                <a:gd name="connsiteX2" fmla="*/ 113347 w 165734"/>
                <a:gd name="connsiteY2" fmla="*/ 358140 h 358139"/>
                <a:gd name="connsiteX3" fmla="*/ 40957 w 165734"/>
                <a:gd name="connsiteY3" fmla="*/ 282892 h 358139"/>
                <a:gd name="connsiteX4" fmla="*/ 40957 w 165734"/>
                <a:gd name="connsiteY4" fmla="*/ 137160 h 358139"/>
                <a:gd name="connsiteX5" fmla="*/ 0 w 165734"/>
                <a:gd name="connsiteY5" fmla="*/ 137160 h 358139"/>
                <a:gd name="connsiteX6" fmla="*/ 0 w 165734"/>
                <a:gd name="connsiteY6" fmla="*/ 85725 h 358139"/>
                <a:gd name="connsiteX7" fmla="*/ 40005 w 165734"/>
                <a:gd name="connsiteY7" fmla="*/ 85725 h 358139"/>
                <a:gd name="connsiteX8" fmla="*/ 40005 w 165734"/>
                <a:gd name="connsiteY8" fmla="*/ 13335 h 358139"/>
                <a:gd name="connsiteX9" fmla="*/ 101917 w 165734"/>
                <a:gd name="connsiteY9" fmla="*/ 0 h 358139"/>
                <a:gd name="connsiteX10" fmla="*/ 101917 w 165734"/>
                <a:gd name="connsiteY10" fmla="*/ 86677 h 358139"/>
                <a:gd name="connsiteX11" fmla="*/ 165735 w 165734"/>
                <a:gd name="connsiteY11" fmla="*/ 86677 h 358139"/>
                <a:gd name="connsiteX12" fmla="*/ 165735 w 165734"/>
                <a:gd name="connsiteY12" fmla="*/ 138113 h 358139"/>
                <a:gd name="connsiteX13" fmla="*/ 101917 w 165734"/>
                <a:gd name="connsiteY13" fmla="*/ 138113 h 358139"/>
                <a:gd name="connsiteX14" fmla="*/ 101917 w 165734"/>
                <a:gd name="connsiteY14" fmla="*/ 269558 h 358139"/>
                <a:gd name="connsiteX15" fmla="*/ 130492 w 165734"/>
                <a:gd name="connsiteY15" fmla="*/ 304800 h 358139"/>
                <a:gd name="connsiteX16" fmla="*/ 165735 w 165734"/>
                <a:gd name="connsiteY16" fmla="*/ 295275 h 3581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5734" h="358139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7" y="358140"/>
                  </a:cubicBezTo>
                  <a:cubicBezTo>
                    <a:pt x="66675" y="358140"/>
                    <a:pt x="40957" y="331470"/>
                    <a:pt x="40957" y="282892"/>
                  </a:cubicBezTo>
                  <a:lnTo>
                    <a:pt x="40957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7" y="0"/>
                  </a:lnTo>
                  <a:lnTo>
                    <a:pt x="101917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7" y="138113"/>
                  </a:lnTo>
                  <a:lnTo>
                    <a:pt x="101917" y="269558"/>
                  </a:lnTo>
                  <a:cubicBezTo>
                    <a:pt x="101917" y="294323"/>
                    <a:pt x="110490" y="304800"/>
                    <a:pt x="130492" y="304800"/>
                  </a:cubicBezTo>
                  <a:cubicBezTo>
                    <a:pt x="142875" y="303848"/>
                    <a:pt x="155257" y="300038"/>
                    <a:pt x="165735" y="295275"/>
                  </a:cubicBezTo>
                  <a:close/>
                </a:path>
              </a:pathLst>
            </a:custGeom>
            <a:solidFill>
              <a:srgbClr val="041E4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3" name="Freihandform: Form 172">
              <a:extLst>
                <a:ext uri="{FF2B5EF4-FFF2-40B4-BE49-F238E27FC236}">
                  <a16:creationId xmlns:a16="http://schemas.microsoft.com/office/drawing/2014/main" id="{A44EACAA-23D2-4B0E-A7A5-160CBF43FAA6}"/>
                </a:ext>
              </a:extLst>
            </p:cNvPr>
            <p:cNvSpPr/>
            <p:nvPr/>
          </p:nvSpPr>
          <p:spPr>
            <a:xfrm>
              <a:off x="510639" y="494671"/>
              <a:ext cx="92638" cy="124051"/>
            </a:xfrm>
            <a:custGeom>
              <a:avLst/>
              <a:gdLst>
                <a:gd name="connsiteX0" fmla="*/ 275273 w 275272"/>
                <a:gd name="connsiteY0" fmla="*/ 60960 h 368617"/>
                <a:gd name="connsiteX1" fmla="*/ 170498 w 275272"/>
                <a:gd name="connsiteY1" fmla="*/ 60960 h 368617"/>
                <a:gd name="connsiteX2" fmla="*/ 170498 w 275272"/>
                <a:gd name="connsiteY2" fmla="*/ 368617 h 368617"/>
                <a:gd name="connsiteX3" fmla="*/ 104775 w 275272"/>
                <a:gd name="connsiteY3" fmla="*/ 368617 h 368617"/>
                <a:gd name="connsiteX4" fmla="*/ 104775 w 275272"/>
                <a:gd name="connsiteY4" fmla="*/ 60960 h 368617"/>
                <a:gd name="connsiteX5" fmla="*/ 0 w 275272"/>
                <a:gd name="connsiteY5" fmla="*/ 60960 h 368617"/>
                <a:gd name="connsiteX6" fmla="*/ 0 w 275272"/>
                <a:gd name="connsiteY6" fmla="*/ 0 h 368617"/>
                <a:gd name="connsiteX7" fmla="*/ 275273 w 275272"/>
                <a:gd name="connsiteY7" fmla="*/ 0 h 368617"/>
                <a:gd name="connsiteX8" fmla="*/ 275273 w 275272"/>
                <a:gd name="connsiteY8" fmla="*/ 60960 h 368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75272" h="368617">
                  <a:moveTo>
                    <a:pt x="275273" y="60960"/>
                  </a:moveTo>
                  <a:lnTo>
                    <a:pt x="170498" y="60960"/>
                  </a:lnTo>
                  <a:lnTo>
                    <a:pt x="170498" y="368617"/>
                  </a:lnTo>
                  <a:lnTo>
                    <a:pt x="104775" y="368617"/>
                  </a:lnTo>
                  <a:lnTo>
                    <a:pt x="104775" y="60960"/>
                  </a:lnTo>
                  <a:lnTo>
                    <a:pt x="0" y="60960"/>
                  </a:lnTo>
                  <a:lnTo>
                    <a:pt x="0" y="0"/>
                  </a:lnTo>
                  <a:lnTo>
                    <a:pt x="275273" y="0"/>
                  </a:lnTo>
                  <a:lnTo>
                    <a:pt x="275273" y="60960"/>
                  </a:lnTo>
                  <a:close/>
                </a:path>
              </a:pathLst>
            </a:custGeom>
            <a:solidFill>
              <a:schemeClr val="tx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4" name="Freihandform: Form 173">
              <a:extLst>
                <a:ext uri="{FF2B5EF4-FFF2-40B4-BE49-F238E27FC236}">
                  <a16:creationId xmlns:a16="http://schemas.microsoft.com/office/drawing/2014/main" id="{C1445E99-D980-4FC1-8219-60CB5C0DAA20}"/>
                </a:ext>
              </a:extLst>
            </p:cNvPr>
            <p:cNvSpPr/>
            <p:nvPr/>
          </p:nvSpPr>
          <p:spPr>
            <a:xfrm>
              <a:off x="603919" y="526726"/>
              <a:ext cx="81739" cy="93920"/>
            </a:xfrm>
            <a:custGeom>
              <a:avLst/>
              <a:gdLst>
                <a:gd name="connsiteX0" fmla="*/ 132398 w 242887"/>
                <a:gd name="connsiteY0" fmla="*/ 279083 h 279082"/>
                <a:gd name="connsiteX1" fmla="*/ 0 w 242887"/>
                <a:gd name="connsiteY1" fmla="*/ 139065 h 279082"/>
                <a:gd name="connsiteX2" fmla="*/ 124777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3817 w 242887"/>
                <a:gd name="connsiteY5" fmla="*/ 160972 h 279082"/>
                <a:gd name="connsiteX6" fmla="*/ 133350 w 242887"/>
                <a:gd name="connsiteY6" fmla="*/ 225742 h 279082"/>
                <a:gd name="connsiteX7" fmla="*/ 199073 w 242887"/>
                <a:gd name="connsiteY7" fmla="*/ 194310 h 279082"/>
                <a:gd name="connsiteX8" fmla="*/ 238125 w 242887"/>
                <a:gd name="connsiteY8" fmla="*/ 235267 h 279082"/>
                <a:gd name="connsiteX9" fmla="*/ 132398 w 242887"/>
                <a:gd name="connsiteY9" fmla="*/ 279083 h 279082"/>
                <a:gd name="connsiteX10" fmla="*/ 62865 w 242887"/>
                <a:gd name="connsiteY10" fmla="*/ 115252 h 279082"/>
                <a:gd name="connsiteX11" fmla="*/ 183833 w 242887"/>
                <a:gd name="connsiteY11" fmla="*/ 115252 h 279082"/>
                <a:gd name="connsiteX12" fmla="*/ 124777 w 242887"/>
                <a:gd name="connsiteY12" fmla="*/ 50482 h 279082"/>
                <a:gd name="connsiteX13" fmla="*/ 62865 w 242887"/>
                <a:gd name="connsiteY13" fmla="*/ 115252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8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3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7"/>
                    <a:pt x="241935" y="153352"/>
                    <a:pt x="241935" y="160972"/>
                  </a:cubicBezTo>
                  <a:lnTo>
                    <a:pt x="63817" y="160972"/>
                  </a:lnTo>
                  <a:cubicBezTo>
                    <a:pt x="70485" y="201930"/>
                    <a:pt x="95250" y="225742"/>
                    <a:pt x="133350" y="225742"/>
                  </a:cubicBezTo>
                  <a:cubicBezTo>
                    <a:pt x="158115" y="225742"/>
                    <a:pt x="178117" y="216217"/>
                    <a:pt x="199073" y="194310"/>
                  </a:cubicBezTo>
                  <a:lnTo>
                    <a:pt x="238125" y="235267"/>
                  </a:lnTo>
                  <a:cubicBezTo>
                    <a:pt x="206692" y="264795"/>
                    <a:pt x="172402" y="279083"/>
                    <a:pt x="132398" y="279083"/>
                  </a:cubicBezTo>
                  <a:close/>
                  <a:moveTo>
                    <a:pt x="62865" y="115252"/>
                  </a:moveTo>
                  <a:lnTo>
                    <a:pt x="183833" y="115252"/>
                  </a:lnTo>
                  <a:cubicBezTo>
                    <a:pt x="180975" y="74295"/>
                    <a:pt x="160020" y="50482"/>
                    <a:pt x="124777" y="50482"/>
                  </a:cubicBezTo>
                  <a:cubicBezTo>
                    <a:pt x="89535" y="50482"/>
                    <a:pt x="67627" y="74295"/>
                    <a:pt x="62865" y="115252"/>
                  </a:cubicBezTo>
                  <a:close/>
                </a:path>
              </a:pathLst>
            </a:custGeom>
            <a:solidFill>
              <a:schemeClr val="tx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5" name="Freihandform: Form 174">
              <a:extLst>
                <a:ext uri="{FF2B5EF4-FFF2-40B4-BE49-F238E27FC236}">
                  <a16:creationId xmlns:a16="http://schemas.microsoft.com/office/drawing/2014/main" id="{8F5B513C-3EB1-4F96-AE3F-FA2E5E55A045}"/>
                </a:ext>
              </a:extLst>
            </p:cNvPr>
            <p:cNvSpPr/>
            <p:nvPr/>
          </p:nvSpPr>
          <p:spPr>
            <a:xfrm>
              <a:off x="703929" y="526405"/>
              <a:ext cx="75649" cy="94241"/>
            </a:xfrm>
            <a:custGeom>
              <a:avLst/>
              <a:gdLst>
                <a:gd name="connsiteX0" fmla="*/ 222885 w 224790"/>
                <a:gd name="connsiteY0" fmla="*/ 237173 h 280035"/>
                <a:gd name="connsiteX1" fmla="*/ 127635 w 224790"/>
                <a:gd name="connsiteY1" fmla="*/ 280035 h 280035"/>
                <a:gd name="connsiteX2" fmla="*/ 0 w 224790"/>
                <a:gd name="connsiteY2" fmla="*/ 140970 h 280035"/>
                <a:gd name="connsiteX3" fmla="*/ 128588 w 224790"/>
                <a:gd name="connsiteY3" fmla="*/ 0 h 280035"/>
                <a:gd name="connsiteX4" fmla="*/ 224790 w 224790"/>
                <a:gd name="connsiteY4" fmla="*/ 45720 h 280035"/>
                <a:gd name="connsiteX5" fmla="*/ 181928 w 224790"/>
                <a:gd name="connsiteY5" fmla="*/ 86678 h 280035"/>
                <a:gd name="connsiteX6" fmla="*/ 128588 w 224790"/>
                <a:gd name="connsiteY6" fmla="*/ 57150 h 280035"/>
                <a:gd name="connsiteX7" fmla="*/ 62865 w 224790"/>
                <a:gd name="connsiteY7" fmla="*/ 140017 h 280035"/>
                <a:gd name="connsiteX8" fmla="*/ 128588 w 224790"/>
                <a:gd name="connsiteY8" fmla="*/ 222885 h 280035"/>
                <a:gd name="connsiteX9" fmla="*/ 183833 w 224790"/>
                <a:gd name="connsiteY9" fmla="*/ 193358 h 280035"/>
                <a:gd name="connsiteX10" fmla="*/ 222885 w 224790"/>
                <a:gd name="connsiteY10" fmla="*/ 237173 h 280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4790" h="280035">
                  <a:moveTo>
                    <a:pt x="222885" y="237173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3" y="0"/>
                    <a:pt x="200978" y="15240"/>
                    <a:pt x="224790" y="45720"/>
                  </a:cubicBezTo>
                  <a:lnTo>
                    <a:pt x="181928" y="86678"/>
                  </a:lnTo>
                  <a:cubicBezTo>
                    <a:pt x="166688" y="66675"/>
                    <a:pt x="149543" y="57150"/>
                    <a:pt x="128588" y="57150"/>
                  </a:cubicBezTo>
                  <a:cubicBezTo>
                    <a:pt x="89535" y="57150"/>
                    <a:pt x="62865" y="89535"/>
                    <a:pt x="62865" y="140017"/>
                  </a:cubicBezTo>
                  <a:cubicBezTo>
                    <a:pt x="62865" y="189548"/>
                    <a:pt x="89535" y="222885"/>
                    <a:pt x="128588" y="222885"/>
                  </a:cubicBezTo>
                  <a:cubicBezTo>
                    <a:pt x="149543" y="222885"/>
                    <a:pt x="166688" y="213360"/>
                    <a:pt x="183833" y="193358"/>
                  </a:cubicBezTo>
                  <a:lnTo>
                    <a:pt x="222885" y="237173"/>
                  </a:lnTo>
                  <a:close/>
                </a:path>
              </a:pathLst>
            </a:custGeom>
            <a:solidFill>
              <a:schemeClr val="tx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6" name="Freihandform: Form 175">
              <a:extLst>
                <a:ext uri="{FF2B5EF4-FFF2-40B4-BE49-F238E27FC236}">
                  <a16:creationId xmlns:a16="http://schemas.microsoft.com/office/drawing/2014/main" id="{60BC311B-E1F4-4DE2-B87A-9DAD7B90EA03}"/>
                </a:ext>
              </a:extLst>
            </p:cNvPr>
            <p:cNvSpPr/>
            <p:nvPr/>
          </p:nvSpPr>
          <p:spPr>
            <a:xfrm>
              <a:off x="797850" y="487619"/>
              <a:ext cx="76931" cy="131103"/>
            </a:xfrm>
            <a:custGeom>
              <a:avLst/>
              <a:gdLst>
                <a:gd name="connsiteX0" fmla="*/ 228600 w 228600"/>
                <a:gd name="connsiteY0" fmla="*/ 388620 h 389572"/>
                <a:gd name="connsiteX1" fmla="*/ 166688 w 228600"/>
                <a:gd name="connsiteY1" fmla="*/ 388620 h 389572"/>
                <a:gd name="connsiteX2" fmla="*/ 166688 w 228600"/>
                <a:gd name="connsiteY2" fmla="*/ 236220 h 389572"/>
                <a:gd name="connsiteX3" fmla="*/ 117158 w 228600"/>
                <a:gd name="connsiteY3" fmla="*/ 171450 h 389572"/>
                <a:gd name="connsiteX4" fmla="*/ 61913 w 228600"/>
                <a:gd name="connsiteY4" fmla="*/ 236220 h 389572"/>
                <a:gd name="connsiteX5" fmla="*/ 61913 w 228600"/>
                <a:gd name="connsiteY5" fmla="*/ 389573 h 389572"/>
                <a:gd name="connsiteX6" fmla="*/ 0 w 228600"/>
                <a:gd name="connsiteY6" fmla="*/ 389573 h 389572"/>
                <a:gd name="connsiteX7" fmla="*/ 0 w 228600"/>
                <a:gd name="connsiteY7" fmla="*/ 15240 h 389572"/>
                <a:gd name="connsiteX8" fmla="*/ 61913 w 228600"/>
                <a:gd name="connsiteY8" fmla="*/ 0 h 389572"/>
                <a:gd name="connsiteX9" fmla="*/ 61913 w 228600"/>
                <a:gd name="connsiteY9" fmla="*/ 155258 h 389572"/>
                <a:gd name="connsiteX10" fmla="*/ 62865 w 228600"/>
                <a:gd name="connsiteY10" fmla="*/ 155258 h 389572"/>
                <a:gd name="connsiteX11" fmla="*/ 140970 w 228600"/>
                <a:gd name="connsiteY11" fmla="*/ 116205 h 389572"/>
                <a:gd name="connsiteX12" fmla="*/ 228600 w 228600"/>
                <a:gd name="connsiteY12" fmla="*/ 223838 h 389572"/>
                <a:gd name="connsiteX13" fmla="*/ 228600 w 228600"/>
                <a:gd name="connsiteY13" fmla="*/ 388620 h 389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8600" h="389572">
                  <a:moveTo>
                    <a:pt x="228600" y="388620"/>
                  </a:moveTo>
                  <a:lnTo>
                    <a:pt x="166688" y="388620"/>
                  </a:lnTo>
                  <a:lnTo>
                    <a:pt x="166688" y="236220"/>
                  </a:lnTo>
                  <a:cubicBezTo>
                    <a:pt x="166688" y="197168"/>
                    <a:pt x="154305" y="171450"/>
                    <a:pt x="117158" y="171450"/>
                  </a:cubicBezTo>
                  <a:cubicBezTo>
                    <a:pt x="74295" y="171450"/>
                    <a:pt x="61913" y="205740"/>
                    <a:pt x="61913" y="236220"/>
                  </a:cubicBezTo>
                  <a:lnTo>
                    <a:pt x="61913" y="389573"/>
                  </a:lnTo>
                  <a:lnTo>
                    <a:pt x="0" y="389573"/>
                  </a:lnTo>
                  <a:lnTo>
                    <a:pt x="0" y="15240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8" y="116205"/>
                    <a:pt x="140970" y="116205"/>
                  </a:cubicBezTo>
                  <a:cubicBezTo>
                    <a:pt x="202883" y="116205"/>
                    <a:pt x="228600" y="161925"/>
                    <a:pt x="228600" y="223838"/>
                  </a:cubicBezTo>
                  <a:lnTo>
                    <a:pt x="228600" y="388620"/>
                  </a:lnTo>
                  <a:close/>
                </a:path>
              </a:pathLst>
            </a:custGeom>
            <a:solidFill>
              <a:schemeClr val="tx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7" name="Freihandform: Form 176">
              <a:extLst>
                <a:ext uri="{FF2B5EF4-FFF2-40B4-BE49-F238E27FC236}">
                  <a16:creationId xmlns:a16="http://schemas.microsoft.com/office/drawing/2014/main" id="{6D220A37-F8FD-4C97-B886-3789AD45A1C3}"/>
                </a:ext>
              </a:extLst>
            </p:cNvPr>
            <p:cNvSpPr/>
            <p:nvPr/>
          </p:nvSpPr>
          <p:spPr>
            <a:xfrm>
              <a:off x="901707" y="526726"/>
              <a:ext cx="76931" cy="91997"/>
            </a:xfrm>
            <a:custGeom>
              <a:avLst/>
              <a:gdLst>
                <a:gd name="connsiteX0" fmla="*/ 228600 w 228600"/>
                <a:gd name="connsiteY0" fmla="*/ 272415 h 273367"/>
                <a:gd name="connsiteX1" fmla="*/ 166688 w 228600"/>
                <a:gd name="connsiteY1" fmla="*/ 272415 h 273367"/>
                <a:gd name="connsiteX2" fmla="*/ 166688 w 228600"/>
                <a:gd name="connsiteY2" fmla="*/ 120015 h 273367"/>
                <a:gd name="connsiteX3" fmla="*/ 117158 w 228600"/>
                <a:gd name="connsiteY3" fmla="*/ 55245 h 273367"/>
                <a:gd name="connsiteX4" fmla="*/ 61913 w 228600"/>
                <a:gd name="connsiteY4" fmla="*/ 120015 h 273367"/>
                <a:gd name="connsiteX5" fmla="*/ 61913 w 228600"/>
                <a:gd name="connsiteY5" fmla="*/ 273367 h 273367"/>
                <a:gd name="connsiteX6" fmla="*/ 0 w 228600"/>
                <a:gd name="connsiteY6" fmla="*/ 273367 h 273367"/>
                <a:gd name="connsiteX7" fmla="*/ 0 w 228600"/>
                <a:gd name="connsiteY7" fmla="*/ 6667 h 273367"/>
                <a:gd name="connsiteX8" fmla="*/ 61913 w 228600"/>
                <a:gd name="connsiteY8" fmla="*/ 6667 h 273367"/>
                <a:gd name="connsiteX9" fmla="*/ 61913 w 228600"/>
                <a:gd name="connsiteY9" fmla="*/ 39052 h 273367"/>
                <a:gd name="connsiteX10" fmla="*/ 62865 w 228600"/>
                <a:gd name="connsiteY10" fmla="*/ 39052 h 273367"/>
                <a:gd name="connsiteX11" fmla="*/ 140970 w 228600"/>
                <a:gd name="connsiteY11" fmla="*/ 0 h 273367"/>
                <a:gd name="connsiteX12" fmla="*/ 228600 w 228600"/>
                <a:gd name="connsiteY12" fmla="*/ 107633 h 273367"/>
                <a:gd name="connsiteX13" fmla="*/ 228600 w 228600"/>
                <a:gd name="connsiteY13" fmla="*/ 272415 h 273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8600" h="273367">
                  <a:moveTo>
                    <a:pt x="228600" y="272415"/>
                  </a:moveTo>
                  <a:lnTo>
                    <a:pt x="166688" y="272415"/>
                  </a:lnTo>
                  <a:lnTo>
                    <a:pt x="166688" y="120015"/>
                  </a:lnTo>
                  <a:cubicBezTo>
                    <a:pt x="166688" y="80963"/>
                    <a:pt x="155258" y="55245"/>
                    <a:pt x="117158" y="55245"/>
                  </a:cubicBezTo>
                  <a:cubicBezTo>
                    <a:pt x="73343" y="55245"/>
                    <a:pt x="61913" y="90488"/>
                    <a:pt x="61913" y="120015"/>
                  </a:cubicBezTo>
                  <a:lnTo>
                    <a:pt x="61913" y="273367"/>
                  </a:lnTo>
                  <a:lnTo>
                    <a:pt x="0" y="273367"/>
                  </a:lnTo>
                  <a:lnTo>
                    <a:pt x="0" y="6667"/>
                  </a:lnTo>
                  <a:lnTo>
                    <a:pt x="61913" y="6667"/>
                  </a:lnTo>
                  <a:lnTo>
                    <a:pt x="61913" y="39052"/>
                  </a:lnTo>
                  <a:lnTo>
                    <a:pt x="62865" y="39052"/>
                  </a:lnTo>
                  <a:cubicBezTo>
                    <a:pt x="78105" y="15240"/>
                    <a:pt x="106680" y="0"/>
                    <a:pt x="140970" y="0"/>
                  </a:cubicBezTo>
                  <a:cubicBezTo>
                    <a:pt x="201930" y="0"/>
                    <a:pt x="228600" y="44767"/>
                    <a:pt x="228600" y="107633"/>
                  </a:cubicBezTo>
                  <a:lnTo>
                    <a:pt x="228600" y="272415"/>
                  </a:lnTo>
                  <a:close/>
                </a:path>
              </a:pathLst>
            </a:custGeom>
            <a:solidFill>
              <a:schemeClr val="tx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8" name="Freihandform: Form 177">
              <a:extLst>
                <a:ext uri="{FF2B5EF4-FFF2-40B4-BE49-F238E27FC236}">
                  <a16:creationId xmlns:a16="http://schemas.microsoft.com/office/drawing/2014/main" id="{7618119C-41E9-43BA-92E1-7139F37520B7}"/>
                </a:ext>
              </a:extLst>
            </p:cNvPr>
            <p:cNvSpPr/>
            <p:nvPr/>
          </p:nvSpPr>
          <p:spPr>
            <a:xfrm>
              <a:off x="1002359" y="488901"/>
              <a:ext cx="26605" cy="129501"/>
            </a:xfrm>
            <a:custGeom>
              <a:avLst/>
              <a:gdLst>
                <a:gd name="connsiteX0" fmla="*/ 79058 w 79057"/>
                <a:gd name="connsiteY0" fmla="*/ 38100 h 384809"/>
                <a:gd name="connsiteX1" fmla="*/ 39052 w 79057"/>
                <a:gd name="connsiteY1" fmla="*/ 76200 h 384809"/>
                <a:gd name="connsiteX2" fmla="*/ 0 w 79057"/>
                <a:gd name="connsiteY2" fmla="*/ 38100 h 384809"/>
                <a:gd name="connsiteX3" fmla="*/ 39052 w 79057"/>
                <a:gd name="connsiteY3" fmla="*/ 0 h 384809"/>
                <a:gd name="connsiteX4" fmla="*/ 79058 w 79057"/>
                <a:gd name="connsiteY4" fmla="*/ 38100 h 384809"/>
                <a:gd name="connsiteX5" fmla="*/ 70485 w 79057"/>
                <a:gd name="connsiteY5" fmla="*/ 384810 h 384809"/>
                <a:gd name="connsiteX6" fmla="*/ 8572 w 79057"/>
                <a:gd name="connsiteY6" fmla="*/ 384810 h 384809"/>
                <a:gd name="connsiteX7" fmla="*/ 8572 w 79057"/>
                <a:gd name="connsiteY7" fmla="*/ 118110 h 384809"/>
                <a:gd name="connsiteX8" fmla="*/ 70485 w 79057"/>
                <a:gd name="connsiteY8" fmla="*/ 118110 h 384809"/>
                <a:gd name="connsiteX9" fmla="*/ 70485 w 79057"/>
                <a:gd name="connsiteY9" fmla="*/ 384810 h 3848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4809">
                  <a:moveTo>
                    <a:pt x="79058" y="38100"/>
                  </a:moveTo>
                  <a:cubicBezTo>
                    <a:pt x="79058" y="60008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2"/>
                    <a:pt x="18097" y="0"/>
                    <a:pt x="39052" y="0"/>
                  </a:cubicBezTo>
                  <a:cubicBezTo>
                    <a:pt x="60960" y="0"/>
                    <a:pt x="79058" y="16192"/>
                    <a:pt x="79058" y="38100"/>
                  </a:cubicBezTo>
                  <a:close/>
                  <a:moveTo>
                    <a:pt x="70485" y="384810"/>
                  </a:moveTo>
                  <a:lnTo>
                    <a:pt x="8572" y="384810"/>
                  </a:lnTo>
                  <a:lnTo>
                    <a:pt x="8572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solidFill>
              <a:schemeClr val="tx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9" name="Freihandform: Form 178">
              <a:extLst>
                <a:ext uri="{FF2B5EF4-FFF2-40B4-BE49-F238E27FC236}">
                  <a16:creationId xmlns:a16="http://schemas.microsoft.com/office/drawing/2014/main" id="{A5F874B1-F5C4-402C-9749-2AB3C2EAFCFC}"/>
                </a:ext>
              </a:extLst>
            </p:cNvPr>
            <p:cNvSpPr/>
            <p:nvPr/>
          </p:nvSpPr>
          <p:spPr>
            <a:xfrm>
              <a:off x="1045312" y="526405"/>
              <a:ext cx="69238" cy="94241"/>
            </a:xfrm>
            <a:custGeom>
              <a:avLst/>
              <a:gdLst>
                <a:gd name="connsiteX0" fmla="*/ 29528 w 205740"/>
                <a:gd name="connsiteY0" fmla="*/ 198120 h 280035"/>
                <a:gd name="connsiteX1" fmla="*/ 104775 w 205740"/>
                <a:gd name="connsiteY1" fmla="*/ 227648 h 280035"/>
                <a:gd name="connsiteX2" fmla="*/ 143828 w 205740"/>
                <a:gd name="connsiteY2" fmla="*/ 200978 h 280035"/>
                <a:gd name="connsiteX3" fmla="*/ 10478 w 205740"/>
                <a:gd name="connsiteY3" fmla="*/ 82868 h 280035"/>
                <a:gd name="connsiteX4" fmla="*/ 111442 w 205740"/>
                <a:gd name="connsiteY4" fmla="*/ 0 h 280035"/>
                <a:gd name="connsiteX5" fmla="*/ 203835 w 205740"/>
                <a:gd name="connsiteY5" fmla="*/ 27623 h 280035"/>
                <a:gd name="connsiteX6" fmla="*/ 174308 w 205740"/>
                <a:gd name="connsiteY6" fmla="*/ 76200 h 280035"/>
                <a:gd name="connsiteX7" fmla="*/ 110490 w 205740"/>
                <a:gd name="connsiteY7" fmla="*/ 52388 h 280035"/>
                <a:gd name="connsiteX8" fmla="*/ 72390 w 205740"/>
                <a:gd name="connsiteY8" fmla="*/ 77153 h 280035"/>
                <a:gd name="connsiteX9" fmla="*/ 205740 w 205740"/>
                <a:gd name="connsiteY9" fmla="*/ 195263 h 280035"/>
                <a:gd name="connsiteX10" fmla="*/ 102870 w 205740"/>
                <a:gd name="connsiteY10" fmla="*/ 280035 h 280035"/>
                <a:gd name="connsiteX11" fmla="*/ 0 w 205740"/>
                <a:gd name="connsiteY11" fmla="*/ 247650 h 280035"/>
                <a:gd name="connsiteX12" fmla="*/ 29528 w 205740"/>
                <a:gd name="connsiteY12" fmla="*/ 198120 h 280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5740" h="280035">
                  <a:moveTo>
                    <a:pt x="29528" y="198120"/>
                  </a:moveTo>
                  <a:cubicBezTo>
                    <a:pt x="55245" y="218123"/>
                    <a:pt x="80963" y="227648"/>
                    <a:pt x="104775" y="227648"/>
                  </a:cubicBezTo>
                  <a:cubicBezTo>
                    <a:pt x="127635" y="227648"/>
                    <a:pt x="143828" y="217170"/>
                    <a:pt x="143828" y="200978"/>
                  </a:cubicBezTo>
                  <a:cubicBezTo>
                    <a:pt x="143828" y="155258"/>
                    <a:pt x="10478" y="171450"/>
                    <a:pt x="10478" y="82868"/>
                  </a:cubicBezTo>
                  <a:cubicBezTo>
                    <a:pt x="10478" y="33338"/>
                    <a:pt x="51435" y="0"/>
                    <a:pt x="111442" y="0"/>
                  </a:cubicBezTo>
                  <a:cubicBezTo>
                    <a:pt x="143828" y="0"/>
                    <a:pt x="175260" y="9525"/>
                    <a:pt x="203835" y="27623"/>
                  </a:cubicBezTo>
                  <a:lnTo>
                    <a:pt x="174308" y="76200"/>
                  </a:lnTo>
                  <a:cubicBezTo>
                    <a:pt x="151448" y="60960"/>
                    <a:pt x="130492" y="52388"/>
                    <a:pt x="110490" y="52388"/>
                  </a:cubicBezTo>
                  <a:cubicBezTo>
                    <a:pt x="87630" y="52388"/>
                    <a:pt x="72390" y="61913"/>
                    <a:pt x="72390" y="77153"/>
                  </a:cubicBezTo>
                  <a:cubicBezTo>
                    <a:pt x="72390" y="120967"/>
                    <a:pt x="205740" y="105728"/>
                    <a:pt x="205740" y="195263"/>
                  </a:cubicBezTo>
                  <a:cubicBezTo>
                    <a:pt x="205740" y="245745"/>
                    <a:pt x="164783" y="280035"/>
                    <a:pt x="102870" y="280035"/>
                  </a:cubicBezTo>
                  <a:cubicBezTo>
                    <a:pt x="67628" y="280035"/>
                    <a:pt x="31433" y="268605"/>
                    <a:pt x="0" y="247650"/>
                  </a:cubicBezTo>
                  <a:lnTo>
                    <a:pt x="29528" y="198120"/>
                  </a:lnTo>
                  <a:close/>
                </a:path>
              </a:pathLst>
            </a:custGeom>
            <a:solidFill>
              <a:schemeClr val="tx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0" name="Freihandform: Form 179">
              <a:extLst>
                <a:ext uri="{FF2B5EF4-FFF2-40B4-BE49-F238E27FC236}">
                  <a16:creationId xmlns:a16="http://schemas.microsoft.com/office/drawing/2014/main" id="{169F6428-4F5D-4675-B468-7AAA6EA2A8D9}"/>
                </a:ext>
              </a:extLst>
            </p:cNvPr>
            <p:cNvSpPr/>
            <p:nvPr/>
          </p:nvSpPr>
          <p:spPr>
            <a:xfrm>
              <a:off x="1131540" y="526405"/>
              <a:ext cx="75649" cy="94241"/>
            </a:xfrm>
            <a:custGeom>
              <a:avLst/>
              <a:gdLst>
                <a:gd name="connsiteX0" fmla="*/ 222885 w 224790"/>
                <a:gd name="connsiteY0" fmla="*/ 237173 h 280035"/>
                <a:gd name="connsiteX1" fmla="*/ 127635 w 224790"/>
                <a:gd name="connsiteY1" fmla="*/ 280035 h 280035"/>
                <a:gd name="connsiteX2" fmla="*/ 0 w 224790"/>
                <a:gd name="connsiteY2" fmla="*/ 140970 h 280035"/>
                <a:gd name="connsiteX3" fmla="*/ 128588 w 224790"/>
                <a:gd name="connsiteY3" fmla="*/ 0 h 280035"/>
                <a:gd name="connsiteX4" fmla="*/ 224790 w 224790"/>
                <a:gd name="connsiteY4" fmla="*/ 45720 h 280035"/>
                <a:gd name="connsiteX5" fmla="*/ 181928 w 224790"/>
                <a:gd name="connsiteY5" fmla="*/ 86678 h 280035"/>
                <a:gd name="connsiteX6" fmla="*/ 128588 w 224790"/>
                <a:gd name="connsiteY6" fmla="*/ 57150 h 280035"/>
                <a:gd name="connsiteX7" fmla="*/ 62865 w 224790"/>
                <a:gd name="connsiteY7" fmla="*/ 140017 h 280035"/>
                <a:gd name="connsiteX8" fmla="*/ 128588 w 224790"/>
                <a:gd name="connsiteY8" fmla="*/ 222885 h 280035"/>
                <a:gd name="connsiteX9" fmla="*/ 183832 w 224790"/>
                <a:gd name="connsiteY9" fmla="*/ 193358 h 280035"/>
                <a:gd name="connsiteX10" fmla="*/ 222885 w 224790"/>
                <a:gd name="connsiteY10" fmla="*/ 237173 h 280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4790" h="280035">
                  <a:moveTo>
                    <a:pt x="222885" y="237173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2" y="0"/>
                    <a:pt x="200978" y="15240"/>
                    <a:pt x="224790" y="45720"/>
                  </a:cubicBezTo>
                  <a:lnTo>
                    <a:pt x="181928" y="86678"/>
                  </a:lnTo>
                  <a:cubicBezTo>
                    <a:pt x="165735" y="66675"/>
                    <a:pt x="149542" y="57150"/>
                    <a:pt x="128588" y="57150"/>
                  </a:cubicBezTo>
                  <a:cubicBezTo>
                    <a:pt x="89535" y="57150"/>
                    <a:pt x="62865" y="89535"/>
                    <a:pt x="62865" y="140017"/>
                  </a:cubicBezTo>
                  <a:cubicBezTo>
                    <a:pt x="62865" y="189548"/>
                    <a:pt x="89535" y="222885"/>
                    <a:pt x="128588" y="222885"/>
                  </a:cubicBezTo>
                  <a:cubicBezTo>
                    <a:pt x="149542" y="222885"/>
                    <a:pt x="166688" y="213360"/>
                    <a:pt x="183832" y="193358"/>
                  </a:cubicBezTo>
                  <a:lnTo>
                    <a:pt x="222885" y="237173"/>
                  </a:lnTo>
                  <a:close/>
                </a:path>
              </a:pathLst>
            </a:custGeom>
            <a:solidFill>
              <a:schemeClr val="tx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1" name="Freihandform: Form 180">
              <a:extLst>
                <a:ext uri="{FF2B5EF4-FFF2-40B4-BE49-F238E27FC236}">
                  <a16:creationId xmlns:a16="http://schemas.microsoft.com/office/drawing/2014/main" id="{6ECA4213-C333-492A-8271-46DBC688C852}"/>
                </a:ext>
              </a:extLst>
            </p:cNvPr>
            <p:cNvSpPr/>
            <p:nvPr/>
          </p:nvSpPr>
          <p:spPr>
            <a:xfrm>
              <a:off x="1225460" y="487619"/>
              <a:ext cx="76931" cy="131103"/>
            </a:xfrm>
            <a:custGeom>
              <a:avLst/>
              <a:gdLst>
                <a:gd name="connsiteX0" fmla="*/ 228600 w 228600"/>
                <a:gd name="connsiteY0" fmla="*/ 388620 h 389572"/>
                <a:gd name="connsiteX1" fmla="*/ 166688 w 228600"/>
                <a:gd name="connsiteY1" fmla="*/ 388620 h 389572"/>
                <a:gd name="connsiteX2" fmla="*/ 166688 w 228600"/>
                <a:gd name="connsiteY2" fmla="*/ 236220 h 389572"/>
                <a:gd name="connsiteX3" fmla="*/ 117158 w 228600"/>
                <a:gd name="connsiteY3" fmla="*/ 171450 h 389572"/>
                <a:gd name="connsiteX4" fmla="*/ 61913 w 228600"/>
                <a:gd name="connsiteY4" fmla="*/ 236220 h 389572"/>
                <a:gd name="connsiteX5" fmla="*/ 61913 w 228600"/>
                <a:gd name="connsiteY5" fmla="*/ 389573 h 389572"/>
                <a:gd name="connsiteX6" fmla="*/ 0 w 228600"/>
                <a:gd name="connsiteY6" fmla="*/ 389573 h 389572"/>
                <a:gd name="connsiteX7" fmla="*/ 0 w 228600"/>
                <a:gd name="connsiteY7" fmla="*/ 15240 h 389572"/>
                <a:gd name="connsiteX8" fmla="*/ 61913 w 228600"/>
                <a:gd name="connsiteY8" fmla="*/ 0 h 389572"/>
                <a:gd name="connsiteX9" fmla="*/ 61913 w 228600"/>
                <a:gd name="connsiteY9" fmla="*/ 155258 h 389572"/>
                <a:gd name="connsiteX10" fmla="*/ 62865 w 228600"/>
                <a:gd name="connsiteY10" fmla="*/ 155258 h 389572"/>
                <a:gd name="connsiteX11" fmla="*/ 140970 w 228600"/>
                <a:gd name="connsiteY11" fmla="*/ 116205 h 389572"/>
                <a:gd name="connsiteX12" fmla="*/ 228600 w 228600"/>
                <a:gd name="connsiteY12" fmla="*/ 223838 h 389572"/>
                <a:gd name="connsiteX13" fmla="*/ 228600 w 228600"/>
                <a:gd name="connsiteY13" fmla="*/ 388620 h 389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8600" h="389572">
                  <a:moveTo>
                    <a:pt x="228600" y="388620"/>
                  </a:moveTo>
                  <a:lnTo>
                    <a:pt x="166688" y="388620"/>
                  </a:lnTo>
                  <a:lnTo>
                    <a:pt x="166688" y="236220"/>
                  </a:lnTo>
                  <a:cubicBezTo>
                    <a:pt x="166688" y="197168"/>
                    <a:pt x="154305" y="171450"/>
                    <a:pt x="117158" y="171450"/>
                  </a:cubicBezTo>
                  <a:cubicBezTo>
                    <a:pt x="74295" y="171450"/>
                    <a:pt x="61913" y="205740"/>
                    <a:pt x="61913" y="236220"/>
                  </a:cubicBezTo>
                  <a:lnTo>
                    <a:pt x="61913" y="389573"/>
                  </a:lnTo>
                  <a:lnTo>
                    <a:pt x="0" y="389573"/>
                  </a:lnTo>
                  <a:lnTo>
                    <a:pt x="0" y="15240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8" y="116205"/>
                    <a:pt x="140970" y="116205"/>
                  </a:cubicBezTo>
                  <a:cubicBezTo>
                    <a:pt x="202883" y="116205"/>
                    <a:pt x="228600" y="161925"/>
                    <a:pt x="228600" y="223838"/>
                  </a:cubicBezTo>
                  <a:lnTo>
                    <a:pt x="228600" y="388620"/>
                  </a:lnTo>
                  <a:close/>
                </a:path>
              </a:pathLst>
            </a:custGeom>
            <a:solidFill>
              <a:schemeClr val="tx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2" name="Freihandform: Form 181">
              <a:extLst>
                <a:ext uri="{FF2B5EF4-FFF2-40B4-BE49-F238E27FC236}">
                  <a16:creationId xmlns:a16="http://schemas.microsoft.com/office/drawing/2014/main" id="{CA31CA87-30A7-4449-9783-8DC969F2EACE}"/>
                </a:ext>
              </a:extLst>
            </p:cNvPr>
            <p:cNvSpPr/>
            <p:nvPr/>
          </p:nvSpPr>
          <p:spPr>
            <a:xfrm>
              <a:off x="1324189" y="526726"/>
              <a:ext cx="81739" cy="93920"/>
            </a:xfrm>
            <a:custGeom>
              <a:avLst/>
              <a:gdLst>
                <a:gd name="connsiteX0" fmla="*/ 132397 w 242887"/>
                <a:gd name="connsiteY0" fmla="*/ 279083 h 279082"/>
                <a:gd name="connsiteX1" fmla="*/ 0 w 242887"/>
                <a:gd name="connsiteY1" fmla="*/ 139065 h 279082"/>
                <a:gd name="connsiteX2" fmla="*/ 124777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7 w 242887"/>
                <a:gd name="connsiteY6" fmla="*/ 225742 h 279082"/>
                <a:gd name="connsiteX7" fmla="*/ 198120 w 242887"/>
                <a:gd name="connsiteY7" fmla="*/ 194310 h 279082"/>
                <a:gd name="connsiteX8" fmla="*/ 237172 w 242887"/>
                <a:gd name="connsiteY8" fmla="*/ 235267 h 279082"/>
                <a:gd name="connsiteX9" fmla="*/ 132397 w 242887"/>
                <a:gd name="connsiteY9" fmla="*/ 279083 h 279082"/>
                <a:gd name="connsiteX10" fmla="*/ 62865 w 242887"/>
                <a:gd name="connsiteY10" fmla="*/ 115252 h 279082"/>
                <a:gd name="connsiteX11" fmla="*/ 183832 w 242887"/>
                <a:gd name="connsiteY11" fmla="*/ 115252 h 279082"/>
                <a:gd name="connsiteX12" fmla="*/ 124777 w 242887"/>
                <a:gd name="connsiteY12" fmla="*/ 50482 h 279082"/>
                <a:gd name="connsiteX13" fmla="*/ 62865 w 242887"/>
                <a:gd name="connsiteY13" fmla="*/ 115252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7"/>
                    <a:pt x="241935" y="153352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2"/>
                    <a:pt x="132397" y="225742"/>
                  </a:cubicBezTo>
                  <a:cubicBezTo>
                    <a:pt x="157163" y="225742"/>
                    <a:pt x="177165" y="216217"/>
                    <a:pt x="198120" y="194310"/>
                  </a:cubicBezTo>
                  <a:lnTo>
                    <a:pt x="237172" y="235267"/>
                  </a:lnTo>
                  <a:cubicBezTo>
                    <a:pt x="206692" y="264795"/>
                    <a:pt x="172402" y="279083"/>
                    <a:pt x="132397" y="279083"/>
                  </a:cubicBezTo>
                  <a:close/>
                  <a:moveTo>
                    <a:pt x="62865" y="115252"/>
                  </a:moveTo>
                  <a:lnTo>
                    <a:pt x="183832" y="115252"/>
                  </a:lnTo>
                  <a:cubicBezTo>
                    <a:pt x="180975" y="74295"/>
                    <a:pt x="160020" y="50482"/>
                    <a:pt x="124777" y="50482"/>
                  </a:cubicBezTo>
                  <a:cubicBezTo>
                    <a:pt x="89535" y="50482"/>
                    <a:pt x="67627" y="74295"/>
                    <a:pt x="62865" y="115252"/>
                  </a:cubicBezTo>
                  <a:close/>
                </a:path>
              </a:pathLst>
            </a:custGeom>
            <a:solidFill>
              <a:schemeClr val="tx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3" name="Freihandform: Form 182">
              <a:extLst>
                <a:ext uri="{FF2B5EF4-FFF2-40B4-BE49-F238E27FC236}">
                  <a16:creationId xmlns:a16="http://schemas.microsoft.com/office/drawing/2014/main" id="{7C37FD0D-D89F-431F-9478-9D2638DB850F}"/>
                </a:ext>
              </a:extLst>
            </p:cNvPr>
            <p:cNvSpPr/>
            <p:nvPr/>
          </p:nvSpPr>
          <p:spPr>
            <a:xfrm>
              <a:off x="1482539" y="494671"/>
              <a:ext cx="77893" cy="124051"/>
            </a:xfrm>
            <a:custGeom>
              <a:avLst/>
              <a:gdLst>
                <a:gd name="connsiteX0" fmla="*/ 231457 w 231457"/>
                <a:gd name="connsiteY0" fmla="*/ 60007 h 368617"/>
                <a:gd name="connsiteX1" fmla="*/ 65722 w 231457"/>
                <a:gd name="connsiteY1" fmla="*/ 60007 h 368617"/>
                <a:gd name="connsiteX2" fmla="*/ 65722 w 231457"/>
                <a:gd name="connsiteY2" fmla="*/ 151447 h 368617"/>
                <a:gd name="connsiteX3" fmla="*/ 189547 w 231457"/>
                <a:gd name="connsiteY3" fmla="*/ 151447 h 368617"/>
                <a:gd name="connsiteX4" fmla="*/ 189547 w 231457"/>
                <a:gd name="connsiteY4" fmla="*/ 211455 h 368617"/>
                <a:gd name="connsiteX5" fmla="*/ 65722 w 231457"/>
                <a:gd name="connsiteY5" fmla="*/ 211455 h 368617"/>
                <a:gd name="connsiteX6" fmla="*/ 65722 w 231457"/>
                <a:gd name="connsiteY6" fmla="*/ 368617 h 368617"/>
                <a:gd name="connsiteX7" fmla="*/ 0 w 231457"/>
                <a:gd name="connsiteY7" fmla="*/ 368617 h 368617"/>
                <a:gd name="connsiteX8" fmla="*/ 0 w 231457"/>
                <a:gd name="connsiteY8" fmla="*/ 0 h 368617"/>
                <a:gd name="connsiteX9" fmla="*/ 231457 w 231457"/>
                <a:gd name="connsiteY9" fmla="*/ 0 h 368617"/>
                <a:gd name="connsiteX10" fmla="*/ 231457 w 231457"/>
                <a:gd name="connsiteY10" fmla="*/ 60007 h 368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31457" h="368617">
                  <a:moveTo>
                    <a:pt x="231457" y="60007"/>
                  </a:moveTo>
                  <a:lnTo>
                    <a:pt x="65722" y="60007"/>
                  </a:lnTo>
                  <a:lnTo>
                    <a:pt x="65722" y="151447"/>
                  </a:lnTo>
                  <a:lnTo>
                    <a:pt x="189547" y="151447"/>
                  </a:lnTo>
                  <a:lnTo>
                    <a:pt x="189547" y="211455"/>
                  </a:lnTo>
                  <a:lnTo>
                    <a:pt x="65722" y="211455"/>
                  </a:lnTo>
                  <a:lnTo>
                    <a:pt x="65722" y="368617"/>
                  </a:lnTo>
                  <a:lnTo>
                    <a:pt x="0" y="368617"/>
                  </a:lnTo>
                  <a:lnTo>
                    <a:pt x="0" y="0"/>
                  </a:lnTo>
                  <a:lnTo>
                    <a:pt x="231457" y="0"/>
                  </a:lnTo>
                  <a:lnTo>
                    <a:pt x="231457" y="60007"/>
                  </a:lnTo>
                  <a:close/>
                </a:path>
              </a:pathLst>
            </a:custGeom>
            <a:solidFill>
              <a:schemeClr val="tx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4" name="Freihandform: Form 183">
              <a:extLst>
                <a:ext uri="{FF2B5EF4-FFF2-40B4-BE49-F238E27FC236}">
                  <a16:creationId xmlns:a16="http://schemas.microsoft.com/office/drawing/2014/main" id="{9A1255C6-12A9-459B-843F-7294ADDC1C1B}"/>
                </a:ext>
              </a:extLst>
            </p:cNvPr>
            <p:cNvSpPr/>
            <p:nvPr/>
          </p:nvSpPr>
          <p:spPr>
            <a:xfrm>
              <a:off x="1564279" y="526726"/>
              <a:ext cx="76290" cy="93920"/>
            </a:xfrm>
            <a:custGeom>
              <a:avLst/>
              <a:gdLst>
                <a:gd name="connsiteX0" fmla="*/ 115253 w 226694"/>
                <a:gd name="connsiteY0" fmla="*/ 107633 h 279082"/>
                <a:gd name="connsiteX1" fmla="*/ 165735 w 226694"/>
                <a:gd name="connsiteY1" fmla="*/ 113347 h 279082"/>
                <a:gd name="connsiteX2" fmla="*/ 165735 w 226694"/>
                <a:gd name="connsiteY2" fmla="*/ 103822 h 279082"/>
                <a:gd name="connsiteX3" fmla="*/ 106680 w 226694"/>
                <a:gd name="connsiteY3" fmla="*/ 52388 h 279082"/>
                <a:gd name="connsiteX4" fmla="*/ 39053 w 226694"/>
                <a:gd name="connsiteY4" fmla="*/ 67627 h 279082"/>
                <a:gd name="connsiteX5" fmla="*/ 25717 w 226694"/>
                <a:gd name="connsiteY5" fmla="*/ 15240 h 279082"/>
                <a:gd name="connsiteX6" fmla="*/ 113347 w 226694"/>
                <a:gd name="connsiteY6" fmla="*/ 0 h 279082"/>
                <a:gd name="connsiteX7" fmla="*/ 226695 w 226694"/>
                <a:gd name="connsiteY7" fmla="*/ 102870 h 279082"/>
                <a:gd name="connsiteX8" fmla="*/ 226695 w 226694"/>
                <a:gd name="connsiteY8" fmla="*/ 273367 h 279082"/>
                <a:gd name="connsiteX9" fmla="*/ 167640 w 226694"/>
                <a:gd name="connsiteY9" fmla="*/ 273367 h 279082"/>
                <a:gd name="connsiteX10" fmla="*/ 167640 w 226694"/>
                <a:gd name="connsiteY10" fmla="*/ 244792 h 279082"/>
                <a:gd name="connsiteX11" fmla="*/ 165735 w 226694"/>
                <a:gd name="connsiteY11" fmla="*/ 244792 h 279082"/>
                <a:gd name="connsiteX12" fmla="*/ 87630 w 226694"/>
                <a:gd name="connsiteY12" fmla="*/ 279083 h 279082"/>
                <a:gd name="connsiteX13" fmla="*/ 0 w 226694"/>
                <a:gd name="connsiteY13" fmla="*/ 194310 h 279082"/>
                <a:gd name="connsiteX14" fmla="*/ 115253 w 226694"/>
                <a:gd name="connsiteY14" fmla="*/ 107633 h 279082"/>
                <a:gd name="connsiteX15" fmla="*/ 104775 w 226694"/>
                <a:gd name="connsiteY15" fmla="*/ 232410 h 279082"/>
                <a:gd name="connsiteX16" fmla="*/ 165735 w 226694"/>
                <a:gd name="connsiteY16" fmla="*/ 200025 h 279082"/>
                <a:gd name="connsiteX17" fmla="*/ 165735 w 226694"/>
                <a:gd name="connsiteY17" fmla="*/ 153352 h 279082"/>
                <a:gd name="connsiteX18" fmla="*/ 121920 w 226694"/>
                <a:gd name="connsiteY18" fmla="*/ 148590 h 279082"/>
                <a:gd name="connsiteX19" fmla="*/ 60007 w 226694"/>
                <a:gd name="connsiteY19" fmla="*/ 192405 h 279082"/>
                <a:gd name="connsiteX20" fmla="*/ 104775 w 226694"/>
                <a:gd name="connsiteY20" fmla="*/ 232410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26694" h="279082">
                  <a:moveTo>
                    <a:pt x="115253" y="107633"/>
                  </a:moveTo>
                  <a:cubicBezTo>
                    <a:pt x="132397" y="107633"/>
                    <a:pt x="148590" y="108585"/>
                    <a:pt x="165735" y="113347"/>
                  </a:cubicBezTo>
                  <a:lnTo>
                    <a:pt x="165735" y="103822"/>
                  </a:lnTo>
                  <a:cubicBezTo>
                    <a:pt x="165735" y="69532"/>
                    <a:pt x="145732" y="52388"/>
                    <a:pt x="106680" y="52388"/>
                  </a:cubicBezTo>
                  <a:cubicBezTo>
                    <a:pt x="84772" y="52388"/>
                    <a:pt x="60960" y="57150"/>
                    <a:pt x="39053" y="67627"/>
                  </a:cubicBezTo>
                  <a:lnTo>
                    <a:pt x="25717" y="15240"/>
                  </a:lnTo>
                  <a:cubicBezTo>
                    <a:pt x="50482" y="5715"/>
                    <a:pt x="82867" y="0"/>
                    <a:pt x="113347" y="0"/>
                  </a:cubicBezTo>
                  <a:cubicBezTo>
                    <a:pt x="188595" y="0"/>
                    <a:pt x="226695" y="35242"/>
                    <a:pt x="226695" y="102870"/>
                  </a:cubicBezTo>
                  <a:lnTo>
                    <a:pt x="226695" y="273367"/>
                  </a:lnTo>
                  <a:lnTo>
                    <a:pt x="167640" y="273367"/>
                  </a:lnTo>
                  <a:lnTo>
                    <a:pt x="167640" y="244792"/>
                  </a:lnTo>
                  <a:lnTo>
                    <a:pt x="165735" y="244792"/>
                  </a:lnTo>
                  <a:cubicBezTo>
                    <a:pt x="142875" y="268605"/>
                    <a:pt x="119063" y="279083"/>
                    <a:pt x="87630" y="279083"/>
                  </a:cubicBezTo>
                  <a:cubicBezTo>
                    <a:pt x="34290" y="279083"/>
                    <a:pt x="0" y="245745"/>
                    <a:pt x="0" y="194310"/>
                  </a:cubicBezTo>
                  <a:cubicBezTo>
                    <a:pt x="0" y="138113"/>
                    <a:pt x="40005" y="107633"/>
                    <a:pt x="115253" y="107633"/>
                  </a:cubicBezTo>
                  <a:close/>
                  <a:moveTo>
                    <a:pt x="104775" y="232410"/>
                  </a:moveTo>
                  <a:cubicBezTo>
                    <a:pt x="127635" y="232410"/>
                    <a:pt x="148590" y="220980"/>
                    <a:pt x="165735" y="200025"/>
                  </a:cubicBezTo>
                  <a:lnTo>
                    <a:pt x="165735" y="153352"/>
                  </a:lnTo>
                  <a:cubicBezTo>
                    <a:pt x="151447" y="149542"/>
                    <a:pt x="136207" y="148590"/>
                    <a:pt x="121920" y="148590"/>
                  </a:cubicBezTo>
                  <a:cubicBezTo>
                    <a:pt x="82867" y="148590"/>
                    <a:pt x="60007" y="163830"/>
                    <a:pt x="60007" y="192405"/>
                  </a:cubicBezTo>
                  <a:cubicBezTo>
                    <a:pt x="60007" y="217170"/>
                    <a:pt x="77153" y="232410"/>
                    <a:pt x="104775" y="232410"/>
                  </a:cubicBezTo>
                  <a:close/>
                </a:path>
              </a:pathLst>
            </a:custGeom>
            <a:solidFill>
              <a:schemeClr val="tx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5" name="Freihandform: Form 184">
              <a:extLst>
                <a:ext uri="{FF2B5EF4-FFF2-40B4-BE49-F238E27FC236}">
                  <a16:creationId xmlns:a16="http://schemas.microsoft.com/office/drawing/2014/main" id="{BD88DE7C-655E-4731-99FA-B7E34983ECB8}"/>
                </a:ext>
              </a:extLst>
            </p:cNvPr>
            <p:cNvSpPr/>
            <p:nvPr/>
          </p:nvSpPr>
          <p:spPr>
            <a:xfrm>
              <a:off x="1667175" y="487619"/>
              <a:ext cx="78854" cy="131103"/>
            </a:xfrm>
            <a:custGeom>
              <a:avLst/>
              <a:gdLst>
                <a:gd name="connsiteX0" fmla="*/ 0 w 234314"/>
                <a:gd name="connsiteY0" fmla="*/ 15240 h 389572"/>
                <a:gd name="connsiteX1" fmla="*/ 61913 w 234314"/>
                <a:gd name="connsiteY1" fmla="*/ 0 h 389572"/>
                <a:gd name="connsiteX2" fmla="*/ 61913 w 234314"/>
                <a:gd name="connsiteY2" fmla="*/ 234315 h 389572"/>
                <a:gd name="connsiteX3" fmla="*/ 62865 w 234314"/>
                <a:gd name="connsiteY3" fmla="*/ 234315 h 389572"/>
                <a:gd name="connsiteX4" fmla="*/ 150495 w 234314"/>
                <a:gd name="connsiteY4" fmla="*/ 122873 h 389572"/>
                <a:gd name="connsiteX5" fmla="*/ 224790 w 234314"/>
                <a:gd name="connsiteY5" fmla="*/ 122873 h 389572"/>
                <a:gd name="connsiteX6" fmla="*/ 137160 w 234314"/>
                <a:gd name="connsiteY6" fmla="*/ 227648 h 389572"/>
                <a:gd name="connsiteX7" fmla="*/ 234315 w 234314"/>
                <a:gd name="connsiteY7" fmla="*/ 389573 h 389572"/>
                <a:gd name="connsiteX8" fmla="*/ 160020 w 234314"/>
                <a:gd name="connsiteY8" fmla="*/ 389573 h 389572"/>
                <a:gd name="connsiteX9" fmla="*/ 93345 w 234314"/>
                <a:gd name="connsiteY9" fmla="*/ 274320 h 389572"/>
                <a:gd name="connsiteX10" fmla="*/ 62865 w 234314"/>
                <a:gd name="connsiteY10" fmla="*/ 308610 h 389572"/>
                <a:gd name="connsiteX11" fmla="*/ 62865 w 234314"/>
                <a:gd name="connsiteY11" fmla="*/ 389573 h 389572"/>
                <a:gd name="connsiteX12" fmla="*/ 952 w 234314"/>
                <a:gd name="connsiteY12" fmla="*/ 389573 h 389572"/>
                <a:gd name="connsiteX13" fmla="*/ 952 w 234314"/>
                <a:gd name="connsiteY13" fmla="*/ 15240 h 389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4314" h="389572">
                  <a:moveTo>
                    <a:pt x="0" y="15240"/>
                  </a:moveTo>
                  <a:lnTo>
                    <a:pt x="61913" y="0"/>
                  </a:lnTo>
                  <a:lnTo>
                    <a:pt x="61913" y="234315"/>
                  </a:lnTo>
                  <a:lnTo>
                    <a:pt x="62865" y="234315"/>
                  </a:lnTo>
                  <a:lnTo>
                    <a:pt x="150495" y="122873"/>
                  </a:lnTo>
                  <a:lnTo>
                    <a:pt x="224790" y="122873"/>
                  </a:lnTo>
                  <a:lnTo>
                    <a:pt x="137160" y="227648"/>
                  </a:lnTo>
                  <a:lnTo>
                    <a:pt x="234315" y="389573"/>
                  </a:lnTo>
                  <a:lnTo>
                    <a:pt x="160020" y="389573"/>
                  </a:lnTo>
                  <a:lnTo>
                    <a:pt x="93345" y="274320"/>
                  </a:lnTo>
                  <a:lnTo>
                    <a:pt x="62865" y="308610"/>
                  </a:lnTo>
                  <a:lnTo>
                    <a:pt x="62865" y="389573"/>
                  </a:lnTo>
                  <a:lnTo>
                    <a:pt x="952" y="389573"/>
                  </a:lnTo>
                  <a:lnTo>
                    <a:pt x="952" y="15240"/>
                  </a:lnTo>
                  <a:close/>
                </a:path>
              </a:pathLst>
            </a:custGeom>
            <a:solidFill>
              <a:schemeClr val="tx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6" name="Freihandform: Form 185">
              <a:extLst>
                <a:ext uri="{FF2B5EF4-FFF2-40B4-BE49-F238E27FC236}">
                  <a16:creationId xmlns:a16="http://schemas.microsoft.com/office/drawing/2014/main" id="{F31C4EAF-8B93-4132-872E-D12B732A4099}"/>
                </a:ext>
              </a:extLst>
            </p:cNvPr>
            <p:cNvSpPr/>
            <p:nvPr/>
          </p:nvSpPr>
          <p:spPr>
            <a:xfrm>
              <a:off x="1761416" y="528970"/>
              <a:ext cx="77252" cy="91997"/>
            </a:xfrm>
            <a:custGeom>
              <a:avLst/>
              <a:gdLst>
                <a:gd name="connsiteX0" fmla="*/ 62865 w 229552"/>
                <a:gd name="connsiteY0" fmla="*/ 160020 h 273367"/>
                <a:gd name="connsiteX1" fmla="*/ 116205 w 229552"/>
                <a:gd name="connsiteY1" fmla="*/ 216217 h 273367"/>
                <a:gd name="connsiteX2" fmla="*/ 167640 w 229552"/>
                <a:gd name="connsiteY2" fmla="*/ 160020 h 273367"/>
                <a:gd name="connsiteX3" fmla="*/ 167640 w 229552"/>
                <a:gd name="connsiteY3" fmla="*/ 0 h 273367"/>
                <a:gd name="connsiteX4" fmla="*/ 229553 w 229552"/>
                <a:gd name="connsiteY4" fmla="*/ 0 h 273367"/>
                <a:gd name="connsiteX5" fmla="*/ 229553 w 229552"/>
                <a:gd name="connsiteY5" fmla="*/ 161925 h 273367"/>
                <a:gd name="connsiteX6" fmla="*/ 117157 w 229552"/>
                <a:gd name="connsiteY6" fmla="*/ 273367 h 273367"/>
                <a:gd name="connsiteX7" fmla="*/ 0 w 229552"/>
                <a:gd name="connsiteY7" fmla="*/ 162878 h 273367"/>
                <a:gd name="connsiteX8" fmla="*/ 0 w 229552"/>
                <a:gd name="connsiteY8" fmla="*/ 952 h 273367"/>
                <a:gd name="connsiteX9" fmla="*/ 61913 w 229552"/>
                <a:gd name="connsiteY9" fmla="*/ 952 h 273367"/>
                <a:gd name="connsiteX10" fmla="*/ 61913 w 229552"/>
                <a:gd name="connsiteY10" fmla="*/ 160020 h 273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9552" h="273367">
                  <a:moveTo>
                    <a:pt x="62865" y="160020"/>
                  </a:moveTo>
                  <a:cubicBezTo>
                    <a:pt x="62865" y="196215"/>
                    <a:pt x="80963" y="216217"/>
                    <a:pt x="116205" y="216217"/>
                  </a:cubicBezTo>
                  <a:cubicBezTo>
                    <a:pt x="150495" y="216217"/>
                    <a:pt x="167640" y="197167"/>
                    <a:pt x="167640" y="160020"/>
                  </a:cubicBezTo>
                  <a:lnTo>
                    <a:pt x="167640" y="0"/>
                  </a:lnTo>
                  <a:lnTo>
                    <a:pt x="229553" y="0"/>
                  </a:lnTo>
                  <a:lnTo>
                    <a:pt x="229553" y="161925"/>
                  </a:lnTo>
                  <a:cubicBezTo>
                    <a:pt x="229553" y="232410"/>
                    <a:pt x="190500" y="273367"/>
                    <a:pt x="117157" y="273367"/>
                  </a:cubicBezTo>
                  <a:cubicBezTo>
                    <a:pt x="44767" y="273367"/>
                    <a:pt x="0" y="232410"/>
                    <a:pt x="0" y="162878"/>
                  </a:cubicBezTo>
                  <a:lnTo>
                    <a:pt x="0" y="952"/>
                  </a:lnTo>
                  <a:lnTo>
                    <a:pt x="61913" y="952"/>
                  </a:lnTo>
                  <a:lnTo>
                    <a:pt x="61913" y="160020"/>
                  </a:lnTo>
                  <a:close/>
                </a:path>
              </a:pathLst>
            </a:custGeom>
            <a:solidFill>
              <a:schemeClr val="tx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7" name="Freihandform: Form 186">
              <a:extLst>
                <a:ext uri="{FF2B5EF4-FFF2-40B4-BE49-F238E27FC236}">
                  <a16:creationId xmlns:a16="http://schemas.microsoft.com/office/drawing/2014/main" id="{02DF8183-C86A-43FA-8D36-ACC72C3197B3}"/>
                </a:ext>
              </a:extLst>
            </p:cNvPr>
            <p:cNvSpPr/>
            <p:nvPr/>
          </p:nvSpPr>
          <p:spPr>
            <a:xfrm>
              <a:off x="1865594" y="487299"/>
              <a:ext cx="20835" cy="131103"/>
            </a:xfrm>
            <a:custGeom>
              <a:avLst/>
              <a:gdLst>
                <a:gd name="connsiteX0" fmla="*/ 61913 w 61912"/>
                <a:gd name="connsiteY0" fmla="*/ 389572 h 389572"/>
                <a:gd name="connsiteX1" fmla="*/ 0 w 61912"/>
                <a:gd name="connsiteY1" fmla="*/ 389572 h 389572"/>
                <a:gd name="connsiteX2" fmla="*/ 0 w 61912"/>
                <a:gd name="connsiteY2" fmla="*/ 14288 h 389572"/>
                <a:gd name="connsiteX3" fmla="*/ 61913 w 61912"/>
                <a:gd name="connsiteY3" fmla="*/ 0 h 389572"/>
                <a:gd name="connsiteX4" fmla="*/ 61913 w 61912"/>
                <a:gd name="connsiteY4" fmla="*/ 389572 h 389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1912" h="389572">
                  <a:moveTo>
                    <a:pt x="61913" y="389572"/>
                  </a:moveTo>
                  <a:lnTo>
                    <a:pt x="0" y="389572"/>
                  </a:lnTo>
                  <a:lnTo>
                    <a:pt x="0" y="14288"/>
                  </a:lnTo>
                  <a:lnTo>
                    <a:pt x="61913" y="0"/>
                  </a:lnTo>
                  <a:lnTo>
                    <a:pt x="61913" y="389572"/>
                  </a:lnTo>
                  <a:close/>
                </a:path>
              </a:pathLst>
            </a:custGeom>
            <a:solidFill>
              <a:schemeClr val="tx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8" name="Freihandform: Form 187">
              <a:extLst>
                <a:ext uri="{FF2B5EF4-FFF2-40B4-BE49-F238E27FC236}">
                  <a16:creationId xmlns:a16="http://schemas.microsoft.com/office/drawing/2014/main" id="{E6503672-A51F-4F6C-A4CF-65F4050E558B}"/>
                </a:ext>
              </a:extLst>
            </p:cNvPr>
            <p:cNvSpPr/>
            <p:nvPr/>
          </p:nvSpPr>
          <p:spPr>
            <a:xfrm>
              <a:off x="1905021" y="500120"/>
              <a:ext cx="55775" cy="120526"/>
            </a:xfrm>
            <a:custGeom>
              <a:avLst/>
              <a:gdLst>
                <a:gd name="connsiteX0" fmla="*/ 165735 w 165734"/>
                <a:gd name="connsiteY0" fmla="*/ 295275 h 358140"/>
                <a:gd name="connsiteX1" fmla="*/ 165735 w 165734"/>
                <a:gd name="connsiteY1" fmla="*/ 348615 h 358140"/>
                <a:gd name="connsiteX2" fmla="*/ 113347 w 165734"/>
                <a:gd name="connsiteY2" fmla="*/ 358140 h 358140"/>
                <a:gd name="connsiteX3" fmla="*/ 40958 w 165734"/>
                <a:gd name="connsiteY3" fmla="*/ 282892 h 358140"/>
                <a:gd name="connsiteX4" fmla="*/ 40958 w 165734"/>
                <a:gd name="connsiteY4" fmla="*/ 137160 h 358140"/>
                <a:gd name="connsiteX5" fmla="*/ 0 w 165734"/>
                <a:gd name="connsiteY5" fmla="*/ 137160 h 358140"/>
                <a:gd name="connsiteX6" fmla="*/ 0 w 165734"/>
                <a:gd name="connsiteY6" fmla="*/ 85725 h 358140"/>
                <a:gd name="connsiteX7" fmla="*/ 40005 w 165734"/>
                <a:gd name="connsiteY7" fmla="*/ 85725 h 358140"/>
                <a:gd name="connsiteX8" fmla="*/ 40005 w 165734"/>
                <a:gd name="connsiteY8" fmla="*/ 13335 h 358140"/>
                <a:gd name="connsiteX9" fmla="*/ 101918 w 165734"/>
                <a:gd name="connsiteY9" fmla="*/ 0 h 358140"/>
                <a:gd name="connsiteX10" fmla="*/ 101918 w 165734"/>
                <a:gd name="connsiteY10" fmla="*/ 86677 h 358140"/>
                <a:gd name="connsiteX11" fmla="*/ 165735 w 165734"/>
                <a:gd name="connsiteY11" fmla="*/ 86677 h 358140"/>
                <a:gd name="connsiteX12" fmla="*/ 165735 w 165734"/>
                <a:gd name="connsiteY12" fmla="*/ 138113 h 358140"/>
                <a:gd name="connsiteX13" fmla="*/ 101918 w 165734"/>
                <a:gd name="connsiteY13" fmla="*/ 138113 h 358140"/>
                <a:gd name="connsiteX14" fmla="*/ 101918 w 165734"/>
                <a:gd name="connsiteY14" fmla="*/ 269558 h 358140"/>
                <a:gd name="connsiteX15" fmla="*/ 130493 w 165734"/>
                <a:gd name="connsiteY15" fmla="*/ 304800 h 358140"/>
                <a:gd name="connsiteX16" fmla="*/ 165735 w 165734"/>
                <a:gd name="connsiteY16" fmla="*/ 295275 h 3581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5734" h="358140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7" y="358140"/>
                  </a:cubicBezTo>
                  <a:cubicBezTo>
                    <a:pt x="66675" y="358140"/>
                    <a:pt x="40958" y="331470"/>
                    <a:pt x="40958" y="282892"/>
                  </a:cubicBezTo>
                  <a:lnTo>
                    <a:pt x="40958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8" y="0"/>
                  </a:lnTo>
                  <a:lnTo>
                    <a:pt x="101918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8" y="138113"/>
                  </a:lnTo>
                  <a:lnTo>
                    <a:pt x="101918" y="269558"/>
                  </a:lnTo>
                  <a:cubicBezTo>
                    <a:pt x="101918" y="294322"/>
                    <a:pt x="110490" y="304800"/>
                    <a:pt x="130493" y="304800"/>
                  </a:cubicBezTo>
                  <a:cubicBezTo>
                    <a:pt x="141922" y="303847"/>
                    <a:pt x="155258" y="300038"/>
                    <a:pt x="165735" y="295275"/>
                  </a:cubicBezTo>
                  <a:close/>
                </a:path>
              </a:pathLst>
            </a:custGeom>
            <a:solidFill>
              <a:schemeClr val="tx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9" name="Freihandform: Form 188">
              <a:extLst>
                <a:ext uri="{FF2B5EF4-FFF2-40B4-BE49-F238E27FC236}">
                  <a16:creationId xmlns:a16="http://schemas.microsoft.com/office/drawing/2014/main" id="{96BAB337-D064-4F11-8A5E-31DBC2E4704B}"/>
                </a:ext>
              </a:extLst>
            </p:cNvPr>
            <p:cNvSpPr/>
            <p:nvPr/>
          </p:nvSpPr>
          <p:spPr>
            <a:xfrm>
              <a:off x="1977144" y="490504"/>
              <a:ext cx="75970" cy="130142"/>
            </a:xfrm>
            <a:custGeom>
              <a:avLst/>
              <a:gdLst>
                <a:gd name="connsiteX0" fmla="*/ 114300 w 225742"/>
                <a:gd name="connsiteY0" fmla="*/ 215265 h 386715"/>
                <a:gd name="connsiteX1" fmla="*/ 164783 w 225742"/>
                <a:gd name="connsiteY1" fmla="*/ 220980 h 386715"/>
                <a:gd name="connsiteX2" fmla="*/ 164783 w 225742"/>
                <a:gd name="connsiteY2" fmla="*/ 211455 h 386715"/>
                <a:gd name="connsiteX3" fmla="*/ 105728 w 225742"/>
                <a:gd name="connsiteY3" fmla="*/ 160020 h 386715"/>
                <a:gd name="connsiteX4" fmla="*/ 38100 w 225742"/>
                <a:gd name="connsiteY4" fmla="*/ 175260 h 386715"/>
                <a:gd name="connsiteX5" fmla="*/ 24765 w 225742"/>
                <a:gd name="connsiteY5" fmla="*/ 122873 h 386715"/>
                <a:gd name="connsiteX6" fmla="*/ 112395 w 225742"/>
                <a:gd name="connsiteY6" fmla="*/ 107633 h 386715"/>
                <a:gd name="connsiteX7" fmla="*/ 225742 w 225742"/>
                <a:gd name="connsiteY7" fmla="*/ 210503 h 386715"/>
                <a:gd name="connsiteX8" fmla="*/ 225742 w 225742"/>
                <a:gd name="connsiteY8" fmla="*/ 381000 h 386715"/>
                <a:gd name="connsiteX9" fmla="*/ 166688 w 225742"/>
                <a:gd name="connsiteY9" fmla="*/ 381000 h 386715"/>
                <a:gd name="connsiteX10" fmla="*/ 166688 w 225742"/>
                <a:gd name="connsiteY10" fmla="*/ 352425 h 386715"/>
                <a:gd name="connsiteX11" fmla="*/ 165735 w 225742"/>
                <a:gd name="connsiteY11" fmla="*/ 352425 h 386715"/>
                <a:gd name="connsiteX12" fmla="*/ 87630 w 225742"/>
                <a:gd name="connsiteY12" fmla="*/ 386715 h 386715"/>
                <a:gd name="connsiteX13" fmla="*/ 0 w 225742"/>
                <a:gd name="connsiteY13" fmla="*/ 301942 h 386715"/>
                <a:gd name="connsiteX14" fmla="*/ 114300 w 225742"/>
                <a:gd name="connsiteY14" fmla="*/ 215265 h 386715"/>
                <a:gd name="connsiteX15" fmla="*/ 63817 w 225742"/>
                <a:gd name="connsiteY15" fmla="*/ 72390 h 386715"/>
                <a:gd name="connsiteX16" fmla="*/ 26670 w 225742"/>
                <a:gd name="connsiteY16" fmla="*/ 36195 h 386715"/>
                <a:gd name="connsiteX17" fmla="*/ 63817 w 225742"/>
                <a:gd name="connsiteY17" fmla="*/ 0 h 386715"/>
                <a:gd name="connsiteX18" fmla="*/ 100965 w 225742"/>
                <a:gd name="connsiteY18" fmla="*/ 36195 h 386715"/>
                <a:gd name="connsiteX19" fmla="*/ 63817 w 225742"/>
                <a:gd name="connsiteY19" fmla="*/ 72390 h 386715"/>
                <a:gd name="connsiteX20" fmla="*/ 103822 w 225742"/>
                <a:gd name="connsiteY20" fmla="*/ 340042 h 386715"/>
                <a:gd name="connsiteX21" fmla="*/ 164783 w 225742"/>
                <a:gd name="connsiteY21" fmla="*/ 307658 h 386715"/>
                <a:gd name="connsiteX22" fmla="*/ 164783 w 225742"/>
                <a:gd name="connsiteY22" fmla="*/ 260985 h 386715"/>
                <a:gd name="connsiteX23" fmla="*/ 120967 w 225742"/>
                <a:gd name="connsiteY23" fmla="*/ 256222 h 386715"/>
                <a:gd name="connsiteX24" fmla="*/ 59055 w 225742"/>
                <a:gd name="connsiteY24" fmla="*/ 300038 h 386715"/>
                <a:gd name="connsiteX25" fmla="*/ 103822 w 225742"/>
                <a:gd name="connsiteY25" fmla="*/ 340042 h 386715"/>
                <a:gd name="connsiteX26" fmla="*/ 172403 w 225742"/>
                <a:gd name="connsiteY26" fmla="*/ 72390 h 386715"/>
                <a:gd name="connsiteX27" fmla="*/ 135255 w 225742"/>
                <a:gd name="connsiteY27" fmla="*/ 36195 h 386715"/>
                <a:gd name="connsiteX28" fmla="*/ 172403 w 225742"/>
                <a:gd name="connsiteY28" fmla="*/ 0 h 386715"/>
                <a:gd name="connsiteX29" fmla="*/ 209550 w 225742"/>
                <a:gd name="connsiteY29" fmla="*/ 36195 h 386715"/>
                <a:gd name="connsiteX30" fmla="*/ 172403 w 225742"/>
                <a:gd name="connsiteY30" fmla="*/ 72390 h 3867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225742" h="386715">
                  <a:moveTo>
                    <a:pt x="114300" y="215265"/>
                  </a:moveTo>
                  <a:cubicBezTo>
                    <a:pt x="131445" y="215265"/>
                    <a:pt x="147638" y="216217"/>
                    <a:pt x="164783" y="220980"/>
                  </a:cubicBezTo>
                  <a:lnTo>
                    <a:pt x="164783" y="211455"/>
                  </a:lnTo>
                  <a:cubicBezTo>
                    <a:pt x="164783" y="177165"/>
                    <a:pt x="144780" y="160020"/>
                    <a:pt x="105728" y="160020"/>
                  </a:cubicBezTo>
                  <a:cubicBezTo>
                    <a:pt x="83820" y="160020"/>
                    <a:pt x="60008" y="164783"/>
                    <a:pt x="38100" y="175260"/>
                  </a:cubicBezTo>
                  <a:lnTo>
                    <a:pt x="24765" y="122873"/>
                  </a:lnTo>
                  <a:cubicBezTo>
                    <a:pt x="49530" y="113348"/>
                    <a:pt x="81915" y="107633"/>
                    <a:pt x="112395" y="107633"/>
                  </a:cubicBezTo>
                  <a:cubicBezTo>
                    <a:pt x="187642" y="107633"/>
                    <a:pt x="225742" y="142875"/>
                    <a:pt x="225742" y="210503"/>
                  </a:cubicBezTo>
                  <a:lnTo>
                    <a:pt x="225742" y="381000"/>
                  </a:lnTo>
                  <a:lnTo>
                    <a:pt x="166688" y="381000"/>
                  </a:lnTo>
                  <a:lnTo>
                    <a:pt x="166688" y="352425"/>
                  </a:lnTo>
                  <a:lnTo>
                    <a:pt x="165735" y="352425"/>
                  </a:lnTo>
                  <a:cubicBezTo>
                    <a:pt x="142875" y="376238"/>
                    <a:pt x="119063" y="386715"/>
                    <a:pt x="87630" y="386715"/>
                  </a:cubicBezTo>
                  <a:cubicBezTo>
                    <a:pt x="34290" y="386715"/>
                    <a:pt x="0" y="353378"/>
                    <a:pt x="0" y="301942"/>
                  </a:cubicBezTo>
                  <a:cubicBezTo>
                    <a:pt x="0" y="245745"/>
                    <a:pt x="40005" y="215265"/>
                    <a:pt x="114300" y="215265"/>
                  </a:cubicBezTo>
                  <a:close/>
                  <a:moveTo>
                    <a:pt x="63817" y="72390"/>
                  </a:moveTo>
                  <a:cubicBezTo>
                    <a:pt x="43815" y="72390"/>
                    <a:pt x="26670" y="55245"/>
                    <a:pt x="26670" y="36195"/>
                  </a:cubicBezTo>
                  <a:cubicBezTo>
                    <a:pt x="26670" y="17145"/>
                    <a:pt x="43815" y="0"/>
                    <a:pt x="63817" y="0"/>
                  </a:cubicBezTo>
                  <a:cubicBezTo>
                    <a:pt x="83820" y="0"/>
                    <a:pt x="100965" y="17145"/>
                    <a:pt x="100965" y="36195"/>
                  </a:cubicBezTo>
                  <a:cubicBezTo>
                    <a:pt x="100965" y="56198"/>
                    <a:pt x="83820" y="72390"/>
                    <a:pt x="63817" y="72390"/>
                  </a:cubicBezTo>
                  <a:close/>
                  <a:moveTo>
                    <a:pt x="103822" y="340042"/>
                  </a:moveTo>
                  <a:cubicBezTo>
                    <a:pt x="126683" y="340042"/>
                    <a:pt x="147638" y="328613"/>
                    <a:pt x="164783" y="307658"/>
                  </a:cubicBezTo>
                  <a:lnTo>
                    <a:pt x="164783" y="260985"/>
                  </a:lnTo>
                  <a:cubicBezTo>
                    <a:pt x="150495" y="257175"/>
                    <a:pt x="135255" y="256222"/>
                    <a:pt x="120967" y="256222"/>
                  </a:cubicBezTo>
                  <a:cubicBezTo>
                    <a:pt x="81915" y="256222"/>
                    <a:pt x="59055" y="271463"/>
                    <a:pt x="59055" y="300038"/>
                  </a:cubicBezTo>
                  <a:cubicBezTo>
                    <a:pt x="59055" y="324803"/>
                    <a:pt x="76200" y="340042"/>
                    <a:pt x="103822" y="340042"/>
                  </a:cubicBezTo>
                  <a:close/>
                  <a:moveTo>
                    <a:pt x="172403" y="72390"/>
                  </a:moveTo>
                  <a:cubicBezTo>
                    <a:pt x="152400" y="72390"/>
                    <a:pt x="135255" y="55245"/>
                    <a:pt x="135255" y="36195"/>
                  </a:cubicBezTo>
                  <a:cubicBezTo>
                    <a:pt x="135255" y="17145"/>
                    <a:pt x="152400" y="0"/>
                    <a:pt x="172403" y="0"/>
                  </a:cubicBezTo>
                  <a:cubicBezTo>
                    <a:pt x="192405" y="0"/>
                    <a:pt x="209550" y="17145"/>
                    <a:pt x="209550" y="36195"/>
                  </a:cubicBezTo>
                  <a:cubicBezTo>
                    <a:pt x="209550" y="56198"/>
                    <a:pt x="192405" y="72390"/>
                    <a:pt x="172403" y="72390"/>
                  </a:cubicBezTo>
                  <a:close/>
                </a:path>
              </a:pathLst>
            </a:custGeom>
            <a:solidFill>
              <a:schemeClr val="tx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0" name="Freihandform: Form 189">
              <a:extLst>
                <a:ext uri="{FF2B5EF4-FFF2-40B4-BE49-F238E27FC236}">
                  <a16:creationId xmlns:a16="http://schemas.microsoft.com/office/drawing/2014/main" id="{1AE128CD-EB21-4D9D-BBA0-37A4055A2285}"/>
                </a:ext>
              </a:extLst>
            </p:cNvPr>
            <p:cNvSpPr/>
            <p:nvPr/>
          </p:nvSpPr>
          <p:spPr>
            <a:xfrm>
              <a:off x="2069462" y="500120"/>
              <a:ext cx="55775" cy="120526"/>
            </a:xfrm>
            <a:custGeom>
              <a:avLst/>
              <a:gdLst>
                <a:gd name="connsiteX0" fmla="*/ 165735 w 165734"/>
                <a:gd name="connsiteY0" fmla="*/ 295275 h 358140"/>
                <a:gd name="connsiteX1" fmla="*/ 165735 w 165734"/>
                <a:gd name="connsiteY1" fmla="*/ 348615 h 358140"/>
                <a:gd name="connsiteX2" fmla="*/ 113347 w 165734"/>
                <a:gd name="connsiteY2" fmla="*/ 358140 h 358140"/>
                <a:gd name="connsiteX3" fmla="*/ 40957 w 165734"/>
                <a:gd name="connsiteY3" fmla="*/ 282892 h 358140"/>
                <a:gd name="connsiteX4" fmla="*/ 40957 w 165734"/>
                <a:gd name="connsiteY4" fmla="*/ 137160 h 358140"/>
                <a:gd name="connsiteX5" fmla="*/ 0 w 165734"/>
                <a:gd name="connsiteY5" fmla="*/ 137160 h 358140"/>
                <a:gd name="connsiteX6" fmla="*/ 0 w 165734"/>
                <a:gd name="connsiteY6" fmla="*/ 85725 h 358140"/>
                <a:gd name="connsiteX7" fmla="*/ 40005 w 165734"/>
                <a:gd name="connsiteY7" fmla="*/ 85725 h 358140"/>
                <a:gd name="connsiteX8" fmla="*/ 40005 w 165734"/>
                <a:gd name="connsiteY8" fmla="*/ 13335 h 358140"/>
                <a:gd name="connsiteX9" fmla="*/ 101918 w 165734"/>
                <a:gd name="connsiteY9" fmla="*/ 0 h 358140"/>
                <a:gd name="connsiteX10" fmla="*/ 101918 w 165734"/>
                <a:gd name="connsiteY10" fmla="*/ 86677 h 358140"/>
                <a:gd name="connsiteX11" fmla="*/ 165735 w 165734"/>
                <a:gd name="connsiteY11" fmla="*/ 86677 h 358140"/>
                <a:gd name="connsiteX12" fmla="*/ 165735 w 165734"/>
                <a:gd name="connsiteY12" fmla="*/ 138113 h 358140"/>
                <a:gd name="connsiteX13" fmla="*/ 102870 w 165734"/>
                <a:gd name="connsiteY13" fmla="*/ 138113 h 358140"/>
                <a:gd name="connsiteX14" fmla="*/ 102870 w 165734"/>
                <a:gd name="connsiteY14" fmla="*/ 269558 h 358140"/>
                <a:gd name="connsiteX15" fmla="*/ 131445 w 165734"/>
                <a:gd name="connsiteY15" fmla="*/ 304800 h 358140"/>
                <a:gd name="connsiteX16" fmla="*/ 165735 w 165734"/>
                <a:gd name="connsiteY16" fmla="*/ 295275 h 3581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5734" h="358140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7" y="358140"/>
                  </a:cubicBezTo>
                  <a:cubicBezTo>
                    <a:pt x="66675" y="358140"/>
                    <a:pt x="40957" y="331470"/>
                    <a:pt x="40957" y="282892"/>
                  </a:cubicBezTo>
                  <a:lnTo>
                    <a:pt x="40957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8" y="0"/>
                  </a:lnTo>
                  <a:lnTo>
                    <a:pt x="101918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2870" y="138113"/>
                  </a:lnTo>
                  <a:lnTo>
                    <a:pt x="102870" y="269558"/>
                  </a:lnTo>
                  <a:cubicBezTo>
                    <a:pt x="102870" y="294322"/>
                    <a:pt x="111443" y="304800"/>
                    <a:pt x="131445" y="304800"/>
                  </a:cubicBezTo>
                  <a:cubicBezTo>
                    <a:pt x="142875" y="303847"/>
                    <a:pt x="155257" y="300038"/>
                    <a:pt x="165735" y="295275"/>
                  </a:cubicBezTo>
                  <a:close/>
                </a:path>
              </a:pathLst>
            </a:custGeom>
            <a:solidFill>
              <a:schemeClr val="tx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</p:grpSp>
      <p:sp>
        <p:nvSpPr>
          <p:cNvPr id="200" name="Freihandform: Form 87">
            <a:extLst>
              <a:ext uri="{FF2B5EF4-FFF2-40B4-BE49-F238E27FC236}">
                <a16:creationId xmlns:a16="http://schemas.microsoft.com/office/drawing/2014/main" id="{FEE9A2C3-D2A4-EF45-896D-DC8FC14D6C80}"/>
              </a:ext>
            </a:extLst>
          </p:cNvPr>
          <p:cNvSpPr/>
          <p:nvPr userDrawn="1"/>
        </p:nvSpPr>
        <p:spPr>
          <a:xfrm>
            <a:off x="10337736" y="300704"/>
            <a:ext cx="1403903" cy="535987"/>
          </a:xfrm>
          <a:custGeom>
            <a:avLst/>
            <a:gdLst>
              <a:gd name="connsiteX0" fmla="*/ 0 w 1456912"/>
              <a:gd name="connsiteY0" fmla="*/ 51854 h 556225"/>
              <a:gd name="connsiteX1" fmla="*/ 28188 w 1456912"/>
              <a:gd name="connsiteY1" fmla="*/ 23666 h 556225"/>
              <a:gd name="connsiteX2" fmla="*/ 28188 w 1456912"/>
              <a:gd name="connsiteY2" fmla="*/ 535557 h 556225"/>
              <a:gd name="connsiteX3" fmla="*/ 0 w 1456912"/>
              <a:gd name="connsiteY3" fmla="*/ 535557 h 556225"/>
              <a:gd name="connsiteX4" fmla="*/ 0 w 1456912"/>
              <a:gd name="connsiteY4" fmla="*/ 51854 h 556225"/>
              <a:gd name="connsiteX5" fmla="*/ 84564 w 1456912"/>
              <a:gd name="connsiteY5" fmla="*/ 28188 h 556225"/>
              <a:gd name="connsiteX6" fmla="*/ 422811 w 1456912"/>
              <a:gd name="connsiteY6" fmla="*/ 28188 h 556225"/>
              <a:gd name="connsiteX7" fmla="*/ 422811 w 1456912"/>
              <a:gd name="connsiteY7" fmla="*/ 0 h 556225"/>
              <a:gd name="connsiteX8" fmla="*/ 56376 w 1456912"/>
              <a:gd name="connsiteY8" fmla="*/ 0 h 556225"/>
              <a:gd name="connsiteX9" fmla="*/ 56376 w 1456912"/>
              <a:gd name="connsiteY9" fmla="*/ 338244 h 556225"/>
              <a:gd name="connsiteX10" fmla="*/ 367711 w 1456912"/>
              <a:gd name="connsiteY10" fmla="*/ 338244 h 556225"/>
              <a:gd name="connsiteX11" fmla="*/ 367711 w 1456912"/>
              <a:gd name="connsiteY11" fmla="*/ 310062 h 556225"/>
              <a:gd name="connsiteX12" fmla="*/ 84564 w 1456912"/>
              <a:gd name="connsiteY12" fmla="*/ 310062 h 556225"/>
              <a:gd name="connsiteX13" fmla="*/ 84564 w 1456912"/>
              <a:gd name="connsiteY13" fmla="*/ 28188 h 556225"/>
              <a:gd name="connsiteX14" fmla="*/ 410152 w 1456912"/>
              <a:gd name="connsiteY14" fmla="*/ 253686 h 556225"/>
              <a:gd name="connsiteX15" fmla="*/ 140937 w 1456912"/>
              <a:gd name="connsiteY15" fmla="*/ 253686 h 556225"/>
              <a:gd name="connsiteX16" fmla="*/ 140937 w 1456912"/>
              <a:gd name="connsiteY16" fmla="*/ 140940 h 556225"/>
              <a:gd name="connsiteX17" fmla="*/ 371171 w 1456912"/>
              <a:gd name="connsiteY17" fmla="*/ 140940 h 556225"/>
              <a:gd name="connsiteX18" fmla="*/ 399359 w 1456912"/>
              <a:gd name="connsiteY18" fmla="*/ 112752 h 556225"/>
              <a:gd name="connsiteX19" fmla="*/ 140937 w 1456912"/>
              <a:gd name="connsiteY19" fmla="*/ 112752 h 556225"/>
              <a:gd name="connsiteX20" fmla="*/ 140937 w 1456912"/>
              <a:gd name="connsiteY20" fmla="*/ 84564 h 556225"/>
              <a:gd name="connsiteX21" fmla="*/ 422811 w 1456912"/>
              <a:gd name="connsiteY21" fmla="*/ 84564 h 556225"/>
              <a:gd name="connsiteX22" fmla="*/ 422811 w 1456912"/>
              <a:gd name="connsiteY22" fmla="*/ 56376 h 556225"/>
              <a:gd name="connsiteX23" fmla="*/ 112749 w 1456912"/>
              <a:gd name="connsiteY23" fmla="*/ 56376 h 556225"/>
              <a:gd name="connsiteX24" fmla="*/ 112749 w 1456912"/>
              <a:gd name="connsiteY24" fmla="*/ 281874 h 556225"/>
              <a:gd name="connsiteX25" fmla="*/ 382334 w 1456912"/>
              <a:gd name="connsiteY25" fmla="*/ 281874 h 556225"/>
              <a:gd name="connsiteX26" fmla="*/ 410152 w 1456912"/>
              <a:gd name="connsiteY26" fmla="*/ 253686 h 556225"/>
              <a:gd name="connsiteX27" fmla="*/ 56376 w 1456912"/>
              <a:gd name="connsiteY27" fmla="*/ 535557 h 556225"/>
              <a:gd name="connsiteX28" fmla="*/ 84564 w 1456912"/>
              <a:gd name="connsiteY28" fmla="*/ 535557 h 556225"/>
              <a:gd name="connsiteX29" fmla="*/ 84564 w 1456912"/>
              <a:gd name="connsiteY29" fmla="*/ 394620 h 556225"/>
              <a:gd name="connsiteX30" fmla="*/ 112752 w 1456912"/>
              <a:gd name="connsiteY30" fmla="*/ 394620 h 556225"/>
              <a:gd name="connsiteX31" fmla="*/ 112752 w 1456912"/>
              <a:gd name="connsiteY31" fmla="*/ 511890 h 556225"/>
              <a:gd name="connsiteX32" fmla="*/ 140940 w 1456912"/>
              <a:gd name="connsiteY32" fmla="*/ 483705 h 556225"/>
              <a:gd name="connsiteX33" fmla="*/ 140940 w 1456912"/>
              <a:gd name="connsiteY33" fmla="*/ 394620 h 556225"/>
              <a:gd name="connsiteX34" fmla="*/ 367714 w 1456912"/>
              <a:gd name="connsiteY34" fmla="*/ 394620 h 556225"/>
              <a:gd name="connsiteX35" fmla="*/ 367714 w 1456912"/>
              <a:gd name="connsiteY35" fmla="*/ 366435 h 556225"/>
              <a:gd name="connsiteX36" fmla="*/ 56376 w 1456912"/>
              <a:gd name="connsiteY36" fmla="*/ 366435 h 556225"/>
              <a:gd name="connsiteX37" fmla="*/ 56376 w 1456912"/>
              <a:gd name="connsiteY37" fmla="*/ 535557 h 556225"/>
              <a:gd name="connsiteX38" fmla="*/ 1428724 w 1456912"/>
              <a:gd name="connsiteY38" fmla="*/ 0 h 556225"/>
              <a:gd name="connsiteX39" fmla="*/ 1428724 w 1456912"/>
              <a:gd name="connsiteY39" fmla="*/ 324156 h 556225"/>
              <a:gd name="connsiteX40" fmla="*/ 1316539 w 1456912"/>
              <a:gd name="connsiteY40" fmla="*/ 514089 h 556225"/>
              <a:gd name="connsiteX41" fmla="*/ 1315903 w 1456912"/>
              <a:gd name="connsiteY41" fmla="*/ 513258 h 556225"/>
              <a:gd name="connsiteX42" fmla="*/ 1400536 w 1456912"/>
              <a:gd name="connsiteY42" fmla="*/ 351869 h 556225"/>
              <a:gd name="connsiteX43" fmla="*/ 1400536 w 1456912"/>
              <a:gd name="connsiteY43" fmla="*/ 3 h 556225"/>
              <a:gd name="connsiteX44" fmla="*/ 1372348 w 1456912"/>
              <a:gd name="connsiteY44" fmla="*/ 3 h 556225"/>
              <a:gd name="connsiteX45" fmla="*/ 1372348 w 1456912"/>
              <a:gd name="connsiteY45" fmla="*/ 351400 h 556225"/>
              <a:gd name="connsiteX46" fmla="*/ 1189132 w 1456912"/>
              <a:gd name="connsiteY46" fmla="*/ 528510 h 556225"/>
              <a:gd name="connsiteX47" fmla="*/ 1005916 w 1456912"/>
              <a:gd name="connsiteY47" fmla="*/ 351400 h 556225"/>
              <a:gd name="connsiteX48" fmla="*/ 1005916 w 1456912"/>
              <a:gd name="connsiteY48" fmla="*/ 23666 h 556225"/>
              <a:gd name="connsiteX49" fmla="*/ 977728 w 1456912"/>
              <a:gd name="connsiteY49" fmla="*/ 51854 h 556225"/>
              <a:gd name="connsiteX50" fmla="*/ 977728 w 1456912"/>
              <a:gd name="connsiteY50" fmla="*/ 351869 h 556225"/>
              <a:gd name="connsiteX51" fmla="*/ 1189132 w 1456912"/>
              <a:gd name="connsiteY51" fmla="*/ 556226 h 556225"/>
              <a:gd name="connsiteX52" fmla="*/ 1217320 w 1456912"/>
              <a:gd name="connsiteY52" fmla="*/ 556226 h 556225"/>
              <a:gd name="connsiteX53" fmla="*/ 1456912 w 1456912"/>
              <a:gd name="connsiteY53" fmla="*/ 324566 h 556225"/>
              <a:gd name="connsiteX54" fmla="*/ 1456912 w 1456912"/>
              <a:gd name="connsiteY54" fmla="*/ 0 h 556225"/>
              <a:gd name="connsiteX55" fmla="*/ 1428724 w 1456912"/>
              <a:gd name="connsiteY55" fmla="*/ 0 h 556225"/>
              <a:gd name="connsiteX56" fmla="*/ 1189132 w 1456912"/>
              <a:gd name="connsiteY56" fmla="*/ 500322 h 556225"/>
              <a:gd name="connsiteX57" fmla="*/ 1344160 w 1456912"/>
              <a:gd name="connsiteY57" fmla="*/ 351400 h 556225"/>
              <a:gd name="connsiteX58" fmla="*/ 1344160 w 1456912"/>
              <a:gd name="connsiteY58" fmla="*/ 351400 h 556225"/>
              <a:gd name="connsiteX59" fmla="*/ 1344160 w 1456912"/>
              <a:gd name="connsiteY59" fmla="*/ 23666 h 556225"/>
              <a:gd name="connsiteX60" fmla="*/ 1315972 w 1456912"/>
              <a:gd name="connsiteY60" fmla="*/ 51854 h 556225"/>
              <a:gd name="connsiteX61" fmla="*/ 1315972 w 1456912"/>
              <a:gd name="connsiteY61" fmla="*/ 324153 h 556225"/>
              <a:gd name="connsiteX62" fmla="*/ 1217317 w 1456912"/>
              <a:gd name="connsiteY62" fmla="*/ 415761 h 556225"/>
              <a:gd name="connsiteX63" fmla="*/ 1118662 w 1456912"/>
              <a:gd name="connsiteY63" fmla="*/ 324153 h 556225"/>
              <a:gd name="connsiteX64" fmla="*/ 1118662 w 1456912"/>
              <a:gd name="connsiteY64" fmla="*/ 3 h 556225"/>
              <a:gd name="connsiteX65" fmla="*/ 1090474 w 1456912"/>
              <a:gd name="connsiteY65" fmla="*/ 3 h 556225"/>
              <a:gd name="connsiteX66" fmla="*/ 1090474 w 1456912"/>
              <a:gd name="connsiteY66" fmla="*/ 324156 h 556225"/>
              <a:gd name="connsiteX67" fmla="*/ 1217317 w 1456912"/>
              <a:gd name="connsiteY67" fmla="*/ 443951 h 556225"/>
              <a:gd name="connsiteX68" fmla="*/ 1304349 w 1456912"/>
              <a:gd name="connsiteY68" fmla="*/ 404889 h 556225"/>
              <a:gd name="connsiteX69" fmla="*/ 1304982 w 1456912"/>
              <a:gd name="connsiteY69" fmla="*/ 405720 h 556225"/>
              <a:gd name="connsiteX70" fmla="*/ 1189129 w 1456912"/>
              <a:gd name="connsiteY70" fmla="*/ 472139 h 556225"/>
              <a:gd name="connsiteX71" fmla="*/ 1062303 w 1456912"/>
              <a:gd name="connsiteY71" fmla="*/ 352344 h 556225"/>
              <a:gd name="connsiteX72" fmla="*/ 1062286 w 1456912"/>
              <a:gd name="connsiteY72" fmla="*/ 352344 h 556225"/>
              <a:gd name="connsiteX73" fmla="*/ 1062286 w 1456912"/>
              <a:gd name="connsiteY73" fmla="*/ 3 h 556225"/>
              <a:gd name="connsiteX74" fmla="*/ 1034098 w 1456912"/>
              <a:gd name="connsiteY74" fmla="*/ 3 h 556225"/>
              <a:gd name="connsiteX75" fmla="*/ 1034098 w 1456912"/>
              <a:gd name="connsiteY75" fmla="*/ 352341 h 556225"/>
              <a:gd name="connsiteX76" fmla="*/ 1034113 w 1456912"/>
              <a:gd name="connsiteY76" fmla="*/ 352341 h 556225"/>
              <a:gd name="connsiteX77" fmla="*/ 1189132 w 1456912"/>
              <a:gd name="connsiteY77" fmla="*/ 500322 h 556225"/>
              <a:gd name="connsiteX78" fmla="*/ 562774 w 1456912"/>
              <a:gd name="connsiteY78" fmla="*/ 366435 h 556225"/>
              <a:gd name="connsiteX79" fmla="*/ 491494 w 1456912"/>
              <a:gd name="connsiteY79" fmla="*/ 535557 h 556225"/>
              <a:gd name="connsiteX80" fmla="*/ 519684 w 1456912"/>
              <a:gd name="connsiteY80" fmla="*/ 535554 h 556225"/>
              <a:gd name="connsiteX81" fmla="*/ 519682 w 1456912"/>
              <a:gd name="connsiteY81" fmla="*/ 535557 h 556225"/>
              <a:gd name="connsiteX82" fmla="*/ 519684 w 1456912"/>
              <a:gd name="connsiteY82" fmla="*/ 535557 h 556225"/>
              <a:gd name="connsiteX83" fmla="*/ 555322 w 1456912"/>
              <a:gd name="connsiteY83" fmla="*/ 450996 h 556225"/>
              <a:gd name="connsiteX84" fmla="*/ 794138 w 1456912"/>
              <a:gd name="connsiteY84" fmla="*/ 450996 h 556225"/>
              <a:gd name="connsiteX85" fmla="*/ 829744 w 1456912"/>
              <a:gd name="connsiteY85" fmla="*/ 535557 h 556225"/>
              <a:gd name="connsiteX86" fmla="*/ 857932 w 1456912"/>
              <a:gd name="connsiteY86" fmla="*/ 535557 h 556225"/>
              <a:gd name="connsiteX87" fmla="*/ 810457 w 1456912"/>
              <a:gd name="connsiteY87" fmla="*/ 422808 h 556225"/>
              <a:gd name="connsiteX88" fmla="*/ 567200 w 1456912"/>
              <a:gd name="connsiteY88" fmla="*/ 422808 h 556225"/>
              <a:gd name="connsiteX89" fmla="*/ 579078 w 1456912"/>
              <a:gd name="connsiteY89" fmla="*/ 394620 h 556225"/>
              <a:gd name="connsiteX90" fmla="*/ 826776 w 1456912"/>
              <a:gd name="connsiteY90" fmla="*/ 394620 h 556225"/>
              <a:gd name="connsiteX91" fmla="*/ 886120 w 1456912"/>
              <a:gd name="connsiteY91" fmla="*/ 535557 h 556225"/>
              <a:gd name="connsiteX92" fmla="*/ 914308 w 1456912"/>
              <a:gd name="connsiteY92" fmla="*/ 535557 h 556225"/>
              <a:gd name="connsiteX93" fmla="*/ 843097 w 1456912"/>
              <a:gd name="connsiteY93" fmla="*/ 366435 h 556225"/>
              <a:gd name="connsiteX94" fmla="*/ 562774 w 1456912"/>
              <a:gd name="connsiteY94" fmla="*/ 366435 h 556225"/>
              <a:gd name="connsiteX95" fmla="*/ 604248 w 1456912"/>
              <a:gd name="connsiteY95" fmla="*/ 0 h 556225"/>
              <a:gd name="connsiteX96" fmla="*/ 397091 w 1456912"/>
              <a:gd name="connsiteY96" fmla="*/ 491374 h 556225"/>
              <a:gd name="connsiteX97" fmla="*/ 415032 w 1456912"/>
              <a:gd name="connsiteY97" fmla="*/ 515732 h 556225"/>
              <a:gd name="connsiteX98" fmla="*/ 632437 w 1456912"/>
              <a:gd name="connsiteY98" fmla="*/ 0 h 556225"/>
              <a:gd name="connsiteX99" fmla="*/ 604248 w 1456912"/>
              <a:gd name="connsiteY99" fmla="*/ 0 h 556225"/>
              <a:gd name="connsiteX100" fmla="*/ 716998 w 1456912"/>
              <a:gd name="connsiteY100" fmla="*/ 3 h 556225"/>
              <a:gd name="connsiteX101" fmla="*/ 934130 w 1456912"/>
              <a:gd name="connsiteY101" fmla="*/ 515735 h 556225"/>
              <a:gd name="connsiteX102" fmla="*/ 952028 w 1456912"/>
              <a:gd name="connsiteY102" fmla="*/ 491377 h 556225"/>
              <a:gd name="connsiteX103" fmla="*/ 745186 w 1456912"/>
              <a:gd name="connsiteY103" fmla="*/ 3 h 556225"/>
              <a:gd name="connsiteX104" fmla="*/ 716998 w 1456912"/>
              <a:gd name="connsiteY104" fmla="*/ 3 h 556225"/>
              <a:gd name="connsiteX105" fmla="*/ 546409 w 1456912"/>
              <a:gd name="connsiteY105" fmla="*/ 338247 h 556225"/>
              <a:gd name="connsiteX106" fmla="*/ 463042 w 1456912"/>
              <a:gd name="connsiteY106" fmla="*/ 535557 h 556225"/>
              <a:gd name="connsiteX107" fmla="*/ 434854 w 1456912"/>
              <a:gd name="connsiteY107" fmla="*/ 535557 h 556225"/>
              <a:gd name="connsiteX108" fmla="*/ 646528 w 1456912"/>
              <a:gd name="connsiteY108" fmla="*/ 33467 h 556225"/>
              <a:gd name="connsiteX109" fmla="*/ 762988 w 1456912"/>
              <a:gd name="connsiteY109" fmla="*/ 310059 h 556225"/>
              <a:gd name="connsiteX110" fmla="*/ 791176 w 1456912"/>
              <a:gd name="connsiteY110" fmla="*/ 310059 h 556225"/>
              <a:gd name="connsiteX111" fmla="*/ 660624 w 1456912"/>
              <a:gd name="connsiteY111" fmla="*/ 3 h 556225"/>
              <a:gd name="connsiteX112" fmla="*/ 688812 w 1456912"/>
              <a:gd name="connsiteY112" fmla="*/ 3 h 556225"/>
              <a:gd name="connsiteX113" fmla="*/ 831231 w 1456912"/>
              <a:gd name="connsiteY113" fmla="*/ 338247 h 556225"/>
              <a:gd name="connsiteX114" fmla="*/ 546409 w 1456912"/>
              <a:gd name="connsiteY114" fmla="*/ 338247 h 556225"/>
              <a:gd name="connsiteX115" fmla="*/ 674788 w 1456912"/>
              <a:gd name="connsiteY115" fmla="*/ 167531 h 556225"/>
              <a:gd name="connsiteX116" fmla="*/ 614721 w 1456912"/>
              <a:gd name="connsiteY116" fmla="*/ 310062 h 556225"/>
              <a:gd name="connsiteX117" fmla="*/ 734800 w 1456912"/>
              <a:gd name="connsiteY117" fmla="*/ 310062 h 556225"/>
              <a:gd name="connsiteX118" fmla="*/ 674788 w 1456912"/>
              <a:gd name="connsiteY118" fmla="*/ 167531 h 556225"/>
              <a:gd name="connsiteX119" fmla="*/ 558275 w 1456912"/>
              <a:gd name="connsiteY119" fmla="*/ 310062 h 556225"/>
              <a:gd name="connsiteX120" fmla="*/ 586535 w 1456912"/>
              <a:gd name="connsiteY120" fmla="*/ 310062 h 556225"/>
              <a:gd name="connsiteX121" fmla="*/ 660703 w 1456912"/>
              <a:gd name="connsiteY121" fmla="*/ 134072 h 556225"/>
              <a:gd name="connsiteX122" fmla="*/ 646588 w 1456912"/>
              <a:gd name="connsiteY122" fmla="*/ 100553 h 556225"/>
              <a:gd name="connsiteX123" fmla="*/ 558275 w 1456912"/>
              <a:gd name="connsiteY123" fmla="*/ 310062 h 556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</a:cxnLst>
            <a:rect l="l" t="t" r="r" b="b"/>
            <a:pathLst>
              <a:path w="1456912" h="556225">
                <a:moveTo>
                  <a:pt x="0" y="51854"/>
                </a:moveTo>
                <a:lnTo>
                  <a:pt x="28188" y="23666"/>
                </a:lnTo>
                <a:lnTo>
                  <a:pt x="28188" y="535557"/>
                </a:lnTo>
                <a:lnTo>
                  <a:pt x="0" y="535557"/>
                </a:lnTo>
                <a:lnTo>
                  <a:pt x="0" y="51854"/>
                </a:lnTo>
                <a:close/>
                <a:moveTo>
                  <a:pt x="84564" y="28188"/>
                </a:moveTo>
                <a:lnTo>
                  <a:pt x="422811" y="28188"/>
                </a:lnTo>
                <a:lnTo>
                  <a:pt x="422811" y="0"/>
                </a:lnTo>
                <a:lnTo>
                  <a:pt x="56376" y="0"/>
                </a:lnTo>
                <a:lnTo>
                  <a:pt x="56376" y="338244"/>
                </a:lnTo>
                <a:lnTo>
                  <a:pt x="367711" y="338244"/>
                </a:lnTo>
                <a:lnTo>
                  <a:pt x="367711" y="310062"/>
                </a:lnTo>
                <a:lnTo>
                  <a:pt x="84564" y="310062"/>
                </a:lnTo>
                <a:lnTo>
                  <a:pt x="84564" y="28188"/>
                </a:lnTo>
                <a:close/>
                <a:moveTo>
                  <a:pt x="410152" y="253686"/>
                </a:moveTo>
                <a:lnTo>
                  <a:pt x="140937" y="253686"/>
                </a:lnTo>
                <a:lnTo>
                  <a:pt x="140937" y="140940"/>
                </a:lnTo>
                <a:lnTo>
                  <a:pt x="371171" y="140940"/>
                </a:lnTo>
                <a:lnTo>
                  <a:pt x="399359" y="112752"/>
                </a:lnTo>
                <a:lnTo>
                  <a:pt x="140937" y="112752"/>
                </a:lnTo>
                <a:lnTo>
                  <a:pt x="140937" y="84564"/>
                </a:lnTo>
                <a:lnTo>
                  <a:pt x="422811" y="84564"/>
                </a:lnTo>
                <a:lnTo>
                  <a:pt x="422811" y="56376"/>
                </a:lnTo>
                <a:lnTo>
                  <a:pt x="112749" y="56376"/>
                </a:lnTo>
                <a:lnTo>
                  <a:pt x="112749" y="281874"/>
                </a:lnTo>
                <a:lnTo>
                  <a:pt x="382334" y="281874"/>
                </a:lnTo>
                <a:lnTo>
                  <a:pt x="410152" y="253686"/>
                </a:lnTo>
                <a:close/>
                <a:moveTo>
                  <a:pt x="56376" y="535557"/>
                </a:moveTo>
                <a:lnTo>
                  <a:pt x="84564" y="535557"/>
                </a:lnTo>
                <a:lnTo>
                  <a:pt x="84564" y="394620"/>
                </a:lnTo>
                <a:lnTo>
                  <a:pt x="112752" y="394620"/>
                </a:lnTo>
                <a:lnTo>
                  <a:pt x="112752" y="511890"/>
                </a:lnTo>
                <a:lnTo>
                  <a:pt x="140940" y="483705"/>
                </a:lnTo>
                <a:lnTo>
                  <a:pt x="140940" y="394620"/>
                </a:lnTo>
                <a:lnTo>
                  <a:pt x="367714" y="394620"/>
                </a:lnTo>
                <a:lnTo>
                  <a:pt x="367714" y="366435"/>
                </a:lnTo>
                <a:lnTo>
                  <a:pt x="56376" y="366435"/>
                </a:lnTo>
                <a:lnTo>
                  <a:pt x="56376" y="535557"/>
                </a:lnTo>
                <a:close/>
                <a:moveTo>
                  <a:pt x="1428724" y="0"/>
                </a:moveTo>
                <a:lnTo>
                  <a:pt x="1428724" y="324156"/>
                </a:lnTo>
                <a:cubicBezTo>
                  <a:pt x="1428724" y="399584"/>
                  <a:pt x="1395069" y="464387"/>
                  <a:pt x="1316539" y="514089"/>
                </a:cubicBezTo>
                <a:lnTo>
                  <a:pt x="1315903" y="513258"/>
                </a:lnTo>
                <a:cubicBezTo>
                  <a:pt x="1367503" y="472336"/>
                  <a:pt x="1400536" y="419773"/>
                  <a:pt x="1400536" y="351869"/>
                </a:cubicBezTo>
                <a:lnTo>
                  <a:pt x="1400536" y="3"/>
                </a:lnTo>
                <a:lnTo>
                  <a:pt x="1372348" y="3"/>
                </a:lnTo>
                <a:lnTo>
                  <a:pt x="1372348" y="351400"/>
                </a:lnTo>
                <a:cubicBezTo>
                  <a:pt x="1372348" y="452590"/>
                  <a:pt x="1290318" y="528510"/>
                  <a:pt x="1189132" y="528510"/>
                </a:cubicBezTo>
                <a:cubicBezTo>
                  <a:pt x="1087946" y="528510"/>
                  <a:pt x="1005916" y="452587"/>
                  <a:pt x="1005916" y="351400"/>
                </a:cubicBezTo>
                <a:lnTo>
                  <a:pt x="1005916" y="23666"/>
                </a:lnTo>
                <a:lnTo>
                  <a:pt x="977728" y="51854"/>
                </a:lnTo>
                <a:lnTo>
                  <a:pt x="977728" y="351869"/>
                </a:lnTo>
                <a:cubicBezTo>
                  <a:pt x="977728" y="468625"/>
                  <a:pt x="1072376" y="556226"/>
                  <a:pt x="1189132" y="556226"/>
                </a:cubicBezTo>
                <a:cubicBezTo>
                  <a:pt x="1191834" y="556226"/>
                  <a:pt x="1217320" y="556226"/>
                  <a:pt x="1217320" y="556226"/>
                </a:cubicBezTo>
                <a:cubicBezTo>
                  <a:pt x="1332291" y="556226"/>
                  <a:pt x="1456912" y="471321"/>
                  <a:pt x="1456912" y="324566"/>
                </a:cubicBezTo>
                <a:cubicBezTo>
                  <a:pt x="1456912" y="324428"/>
                  <a:pt x="1456912" y="0"/>
                  <a:pt x="1456912" y="0"/>
                </a:cubicBezTo>
                <a:lnTo>
                  <a:pt x="1428724" y="0"/>
                </a:lnTo>
                <a:close/>
                <a:moveTo>
                  <a:pt x="1189132" y="500322"/>
                </a:moveTo>
                <a:cubicBezTo>
                  <a:pt x="1274706" y="500322"/>
                  <a:pt x="1344082" y="436948"/>
                  <a:pt x="1344160" y="351400"/>
                </a:cubicBezTo>
                <a:lnTo>
                  <a:pt x="1344160" y="351400"/>
                </a:lnTo>
                <a:lnTo>
                  <a:pt x="1344160" y="23666"/>
                </a:lnTo>
                <a:lnTo>
                  <a:pt x="1315972" y="51854"/>
                </a:lnTo>
                <a:lnTo>
                  <a:pt x="1315972" y="324153"/>
                </a:lnTo>
                <a:cubicBezTo>
                  <a:pt x="1315972" y="378637"/>
                  <a:pt x="1271801" y="415761"/>
                  <a:pt x="1217317" y="415761"/>
                </a:cubicBezTo>
                <a:cubicBezTo>
                  <a:pt x="1162833" y="415761"/>
                  <a:pt x="1118662" y="378637"/>
                  <a:pt x="1118662" y="324153"/>
                </a:cubicBezTo>
                <a:lnTo>
                  <a:pt x="1118662" y="3"/>
                </a:lnTo>
                <a:lnTo>
                  <a:pt x="1090474" y="3"/>
                </a:lnTo>
                <a:lnTo>
                  <a:pt x="1090474" y="324156"/>
                </a:lnTo>
                <a:cubicBezTo>
                  <a:pt x="1090474" y="394209"/>
                  <a:pt x="1147264" y="443951"/>
                  <a:pt x="1217317" y="443951"/>
                </a:cubicBezTo>
                <a:cubicBezTo>
                  <a:pt x="1245962" y="443951"/>
                  <a:pt x="1280732" y="429800"/>
                  <a:pt x="1304349" y="404889"/>
                </a:cubicBezTo>
                <a:lnTo>
                  <a:pt x="1304982" y="405720"/>
                </a:lnTo>
                <a:cubicBezTo>
                  <a:pt x="1282838" y="446784"/>
                  <a:pt x="1241907" y="472139"/>
                  <a:pt x="1189129" y="472139"/>
                </a:cubicBezTo>
                <a:cubicBezTo>
                  <a:pt x="1119507" y="472139"/>
                  <a:pt x="1062992" y="421734"/>
                  <a:pt x="1062303" y="352344"/>
                </a:cubicBezTo>
                <a:lnTo>
                  <a:pt x="1062286" y="352344"/>
                </a:lnTo>
                <a:lnTo>
                  <a:pt x="1062286" y="3"/>
                </a:lnTo>
                <a:lnTo>
                  <a:pt x="1034098" y="3"/>
                </a:lnTo>
                <a:lnTo>
                  <a:pt x="1034098" y="352341"/>
                </a:lnTo>
                <a:lnTo>
                  <a:pt x="1034113" y="352341"/>
                </a:lnTo>
                <a:cubicBezTo>
                  <a:pt x="1034703" y="437411"/>
                  <a:pt x="1103877" y="500322"/>
                  <a:pt x="1189132" y="500322"/>
                </a:cubicBezTo>
                <a:close/>
                <a:moveTo>
                  <a:pt x="562774" y="366435"/>
                </a:moveTo>
                <a:lnTo>
                  <a:pt x="491494" y="535557"/>
                </a:lnTo>
                <a:lnTo>
                  <a:pt x="519684" y="535554"/>
                </a:lnTo>
                <a:lnTo>
                  <a:pt x="519682" y="535557"/>
                </a:lnTo>
                <a:lnTo>
                  <a:pt x="519684" y="535557"/>
                </a:lnTo>
                <a:lnTo>
                  <a:pt x="555322" y="450996"/>
                </a:lnTo>
                <a:lnTo>
                  <a:pt x="794138" y="450996"/>
                </a:lnTo>
                <a:lnTo>
                  <a:pt x="829744" y="535557"/>
                </a:lnTo>
                <a:lnTo>
                  <a:pt x="857932" y="535557"/>
                </a:lnTo>
                <a:lnTo>
                  <a:pt x="810457" y="422808"/>
                </a:lnTo>
                <a:lnTo>
                  <a:pt x="567200" y="422808"/>
                </a:lnTo>
                <a:lnTo>
                  <a:pt x="579078" y="394620"/>
                </a:lnTo>
                <a:lnTo>
                  <a:pt x="826776" y="394620"/>
                </a:lnTo>
                <a:lnTo>
                  <a:pt x="886120" y="535557"/>
                </a:lnTo>
                <a:lnTo>
                  <a:pt x="914308" y="535557"/>
                </a:lnTo>
                <a:lnTo>
                  <a:pt x="843097" y="366435"/>
                </a:lnTo>
                <a:lnTo>
                  <a:pt x="562774" y="366435"/>
                </a:lnTo>
                <a:close/>
                <a:moveTo>
                  <a:pt x="604248" y="0"/>
                </a:moveTo>
                <a:lnTo>
                  <a:pt x="397091" y="491374"/>
                </a:lnTo>
                <a:lnTo>
                  <a:pt x="415032" y="515732"/>
                </a:lnTo>
                <a:lnTo>
                  <a:pt x="632437" y="0"/>
                </a:lnTo>
                <a:lnTo>
                  <a:pt x="604248" y="0"/>
                </a:lnTo>
                <a:close/>
                <a:moveTo>
                  <a:pt x="716998" y="3"/>
                </a:moveTo>
                <a:lnTo>
                  <a:pt x="934130" y="515735"/>
                </a:lnTo>
                <a:lnTo>
                  <a:pt x="952028" y="491377"/>
                </a:lnTo>
                <a:lnTo>
                  <a:pt x="745186" y="3"/>
                </a:lnTo>
                <a:lnTo>
                  <a:pt x="716998" y="3"/>
                </a:lnTo>
                <a:close/>
                <a:moveTo>
                  <a:pt x="546409" y="338247"/>
                </a:moveTo>
                <a:lnTo>
                  <a:pt x="463042" y="535557"/>
                </a:lnTo>
                <a:lnTo>
                  <a:pt x="434854" y="535557"/>
                </a:lnTo>
                <a:lnTo>
                  <a:pt x="646528" y="33467"/>
                </a:lnTo>
                <a:lnTo>
                  <a:pt x="762988" y="310059"/>
                </a:lnTo>
                <a:lnTo>
                  <a:pt x="791176" y="310059"/>
                </a:lnTo>
                <a:lnTo>
                  <a:pt x="660624" y="3"/>
                </a:lnTo>
                <a:lnTo>
                  <a:pt x="688812" y="3"/>
                </a:lnTo>
                <a:lnTo>
                  <a:pt x="831231" y="338247"/>
                </a:lnTo>
                <a:lnTo>
                  <a:pt x="546409" y="338247"/>
                </a:lnTo>
                <a:close/>
                <a:moveTo>
                  <a:pt x="674788" y="167531"/>
                </a:moveTo>
                <a:lnTo>
                  <a:pt x="614721" y="310062"/>
                </a:lnTo>
                <a:lnTo>
                  <a:pt x="734800" y="310062"/>
                </a:lnTo>
                <a:lnTo>
                  <a:pt x="674788" y="167531"/>
                </a:lnTo>
                <a:close/>
                <a:moveTo>
                  <a:pt x="558275" y="310062"/>
                </a:moveTo>
                <a:lnTo>
                  <a:pt x="586535" y="310062"/>
                </a:lnTo>
                <a:lnTo>
                  <a:pt x="660703" y="134072"/>
                </a:lnTo>
                <a:lnTo>
                  <a:pt x="646588" y="100553"/>
                </a:lnTo>
                <a:lnTo>
                  <a:pt x="558275" y="310062"/>
                </a:lnTo>
                <a:close/>
              </a:path>
            </a:pathLst>
          </a:custGeom>
          <a:solidFill>
            <a:srgbClr val="041E42"/>
          </a:solidFill>
          <a:ln w="2892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  <p:pic>
        <p:nvPicPr>
          <p:cNvPr id="4" name="Grafik 3"/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81493" y="300704"/>
            <a:ext cx="1543659" cy="541185"/>
          </a:xfrm>
          <a:prstGeom prst="rect">
            <a:avLst/>
          </a:prstGeom>
        </p:spPr>
      </p:pic>
      <p:sp>
        <p:nvSpPr>
          <p:cNvPr id="6" name="Bildplatzhalter 5"/>
          <p:cNvSpPr>
            <a:spLocks noGrp="1"/>
          </p:cNvSpPr>
          <p:nvPr>
            <p:ph type="pic" sz="quarter" idx="12"/>
          </p:nvPr>
        </p:nvSpPr>
        <p:spPr>
          <a:xfrm>
            <a:off x="6524462" y="300704"/>
            <a:ext cx="1731896" cy="535987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360614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D2C6F2-BFE9-4DA1-8335-8212BBEBDEDB}" type="datetime4">
              <a:rPr lang="de-DE" smtClean="0"/>
              <a:t>6. August 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Technische Fakultät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‹#›</a:t>
            </a:fld>
            <a:endParaRPr lang="de-DE"/>
          </a:p>
        </p:txBody>
      </p:sp>
      <p:sp>
        <p:nvSpPr>
          <p:cNvPr id="10" name="Textplatzhalter 6">
            <a:extLst>
              <a:ext uri="{FF2B5EF4-FFF2-40B4-BE49-F238E27FC236}">
                <a16:creationId xmlns:a16="http://schemas.microsoft.com/office/drawing/2014/main" id="{BF8056C4-F1A1-4860-B863-70A38CCE20D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48060" y="2354711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A4B92765-C038-4DB7-B6CF-33827BB8741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18318" y="2354711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rgbClr val="8C9FB1"/>
                </a:solidFill>
              </a:defRPr>
            </a:lvl1pPr>
          </a:lstStyle>
          <a:p>
            <a:pPr lvl="0"/>
            <a:r>
              <a:rPr lang="de-DE" dirty="0"/>
              <a:t>02 </a:t>
            </a:r>
          </a:p>
        </p:txBody>
      </p:sp>
      <p:sp>
        <p:nvSpPr>
          <p:cNvPr id="12" name="Textplatzhalter 6">
            <a:extLst>
              <a:ext uri="{FF2B5EF4-FFF2-40B4-BE49-F238E27FC236}">
                <a16:creationId xmlns:a16="http://schemas.microsoft.com/office/drawing/2014/main" id="{B48DD939-0764-4598-B8A8-5EF7FD589AF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48060" y="4525376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13" name="Textplatzhalter 6">
            <a:extLst>
              <a:ext uri="{FF2B5EF4-FFF2-40B4-BE49-F238E27FC236}">
                <a16:creationId xmlns:a16="http://schemas.microsoft.com/office/drawing/2014/main" id="{0169AC75-2D8F-414A-A2F5-470DEC8B533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18318" y="4525376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rgbClr val="8C9FB1"/>
                </a:solidFill>
              </a:defRPr>
            </a:lvl1pPr>
          </a:lstStyle>
          <a:p>
            <a:pPr lvl="0"/>
            <a:r>
              <a:rPr lang="de-DE" dirty="0"/>
              <a:t>05 </a:t>
            </a:r>
          </a:p>
        </p:txBody>
      </p:sp>
      <p:sp>
        <p:nvSpPr>
          <p:cNvPr id="17" name="Textplatzhalter 6">
            <a:extLst>
              <a:ext uri="{FF2B5EF4-FFF2-40B4-BE49-F238E27FC236}">
                <a16:creationId xmlns:a16="http://schemas.microsoft.com/office/drawing/2014/main" id="{78F9E3F2-C660-4ABB-83AF-3F5B3E2F770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48060" y="3078266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18" name="Textplatzhalter 6">
            <a:extLst>
              <a:ext uri="{FF2B5EF4-FFF2-40B4-BE49-F238E27FC236}">
                <a16:creationId xmlns:a16="http://schemas.microsoft.com/office/drawing/2014/main" id="{CAB2683D-D5E7-45B9-9133-F4CFD483FA9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18318" y="3078266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rgbClr val="8C9FB1"/>
                </a:solidFill>
              </a:defRPr>
            </a:lvl1pPr>
          </a:lstStyle>
          <a:p>
            <a:pPr lvl="0"/>
            <a:r>
              <a:rPr lang="de-DE" dirty="0"/>
              <a:t>03 </a:t>
            </a:r>
          </a:p>
        </p:txBody>
      </p:sp>
      <p:sp>
        <p:nvSpPr>
          <p:cNvPr id="20" name="Textplatzhalter 6">
            <a:extLst>
              <a:ext uri="{FF2B5EF4-FFF2-40B4-BE49-F238E27FC236}">
                <a16:creationId xmlns:a16="http://schemas.microsoft.com/office/drawing/2014/main" id="{952E3AD3-9675-4713-A437-FEFA1B54002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48060" y="3801821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21" name="Textplatzhalter 6">
            <a:extLst>
              <a:ext uri="{FF2B5EF4-FFF2-40B4-BE49-F238E27FC236}">
                <a16:creationId xmlns:a16="http://schemas.microsoft.com/office/drawing/2014/main" id="{1852432A-5FDF-42C2-BC07-F1752012B84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18318" y="3801821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rgbClr val="8C9FB1"/>
                </a:solidFill>
              </a:defRPr>
            </a:lvl1pPr>
          </a:lstStyle>
          <a:p>
            <a:pPr lvl="0"/>
            <a:r>
              <a:rPr lang="de-DE" dirty="0"/>
              <a:t>04 </a:t>
            </a:r>
          </a:p>
        </p:txBody>
      </p:sp>
      <p:sp>
        <p:nvSpPr>
          <p:cNvPr id="24" name="Textplatzhalter 6">
            <a:extLst>
              <a:ext uri="{FF2B5EF4-FFF2-40B4-BE49-F238E27FC236}">
                <a16:creationId xmlns:a16="http://schemas.microsoft.com/office/drawing/2014/main" id="{B2468A8B-4816-458C-AEB6-53AB9CF88AF3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48060" y="5248930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25" name="Textplatzhalter 6">
            <a:extLst>
              <a:ext uri="{FF2B5EF4-FFF2-40B4-BE49-F238E27FC236}">
                <a16:creationId xmlns:a16="http://schemas.microsoft.com/office/drawing/2014/main" id="{F92C0AC2-BCD1-47F5-99DB-35823E79AB94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18318" y="5248930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rgbClr val="8C9FB1"/>
                </a:solidFill>
              </a:defRPr>
            </a:lvl1pPr>
          </a:lstStyle>
          <a:p>
            <a:pPr lvl="0"/>
            <a:r>
              <a:rPr lang="de-DE" dirty="0"/>
              <a:t>06 </a:t>
            </a:r>
          </a:p>
        </p:txBody>
      </p:sp>
      <p:sp>
        <p:nvSpPr>
          <p:cNvPr id="26" name="Textplatzhalter 6">
            <a:extLst>
              <a:ext uri="{FF2B5EF4-FFF2-40B4-BE49-F238E27FC236}">
                <a16:creationId xmlns:a16="http://schemas.microsoft.com/office/drawing/2014/main" id="{6E5C8951-ED83-4B8D-A041-11DC6291DD84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636190" y="1632184"/>
            <a:ext cx="5039873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/>
              <a:t>Agendapunkt / Kapitelthema</a:t>
            </a:r>
            <a:endParaRPr lang="de-DE" dirty="0"/>
          </a:p>
        </p:txBody>
      </p:sp>
      <p:sp>
        <p:nvSpPr>
          <p:cNvPr id="27" name="Textplatzhalter 6">
            <a:extLst>
              <a:ext uri="{FF2B5EF4-FFF2-40B4-BE49-F238E27FC236}">
                <a16:creationId xmlns:a16="http://schemas.microsoft.com/office/drawing/2014/main" id="{7D6B79FA-8C76-4CA9-AF55-F7541503ECB2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206332" y="1632184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rgbClr val="8C9FB1"/>
                </a:solidFill>
              </a:defRPr>
            </a:lvl1pPr>
          </a:lstStyle>
          <a:p>
            <a:pPr lvl="0"/>
            <a:r>
              <a:rPr lang="de-DE" dirty="0"/>
              <a:t>07 </a:t>
            </a:r>
          </a:p>
        </p:txBody>
      </p:sp>
      <p:sp>
        <p:nvSpPr>
          <p:cNvPr id="28" name="Textplatzhalter 6">
            <a:extLst>
              <a:ext uri="{FF2B5EF4-FFF2-40B4-BE49-F238E27FC236}">
                <a16:creationId xmlns:a16="http://schemas.microsoft.com/office/drawing/2014/main" id="{89249A36-CB58-4007-8E81-30FA75194BA0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636190" y="2355533"/>
            <a:ext cx="5039873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/>
              <a:t>Agendapunkt / Kapitelthema</a:t>
            </a:r>
            <a:endParaRPr lang="de-DE" dirty="0"/>
          </a:p>
        </p:txBody>
      </p:sp>
      <p:sp>
        <p:nvSpPr>
          <p:cNvPr id="29" name="Textplatzhalter 6">
            <a:extLst>
              <a:ext uri="{FF2B5EF4-FFF2-40B4-BE49-F238E27FC236}">
                <a16:creationId xmlns:a16="http://schemas.microsoft.com/office/drawing/2014/main" id="{953A9A61-99D0-44B5-89EB-1D1035F914B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206332" y="2355533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rgbClr val="8C9FB1"/>
                </a:solidFill>
              </a:defRPr>
            </a:lvl1pPr>
          </a:lstStyle>
          <a:p>
            <a:pPr lvl="0"/>
            <a:r>
              <a:rPr lang="de-DE" dirty="0"/>
              <a:t>08 </a:t>
            </a:r>
          </a:p>
        </p:txBody>
      </p:sp>
      <p:sp>
        <p:nvSpPr>
          <p:cNvPr id="30" name="Textplatzhalter 6">
            <a:extLst>
              <a:ext uri="{FF2B5EF4-FFF2-40B4-BE49-F238E27FC236}">
                <a16:creationId xmlns:a16="http://schemas.microsoft.com/office/drawing/2014/main" id="{E80B7F99-D2A6-486E-BB92-8192AB563EFC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636190" y="4525580"/>
            <a:ext cx="5039873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/>
              <a:t>Agendapunkt / Kapitelthema</a:t>
            </a:r>
            <a:endParaRPr lang="de-DE" dirty="0"/>
          </a:p>
        </p:txBody>
      </p:sp>
      <p:sp>
        <p:nvSpPr>
          <p:cNvPr id="31" name="Textplatzhalter 6">
            <a:extLst>
              <a:ext uri="{FF2B5EF4-FFF2-40B4-BE49-F238E27FC236}">
                <a16:creationId xmlns:a16="http://schemas.microsoft.com/office/drawing/2014/main" id="{C08D70F6-D151-42E1-8F5E-DD5ADD0927D9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6206332" y="4525580"/>
            <a:ext cx="30784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rgbClr val="8C9FB1"/>
                </a:solidFill>
              </a:defRPr>
            </a:lvl1pPr>
          </a:lstStyle>
          <a:p>
            <a:pPr lvl="0"/>
            <a:r>
              <a:rPr lang="de-DE" dirty="0"/>
              <a:t>11 </a:t>
            </a:r>
          </a:p>
        </p:txBody>
      </p:sp>
      <p:sp>
        <p:nvSpPr>
          <p:cNvPr id="32" name="Textplatzhalter 6">
            <a:extLst>
              <a:ext uri="{FF2B5EF4-FFF2-40B4-BE49-F238E27FC236}">
                <a16:creationId xmlns:a16="http://schemas.microsoft.com/office/drawing/2014/main" id="{34991AD2-EBFD-4358-9611-2BE7F693C7FF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636190" y="3078882"/>
            <a:ext cx="5039873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/>
              <a:t>Agendapunkt / Kapitelthema</a:t>
            </a:r>
            <a:endParaRPr lang="de-DE" dirty="0"/>
          </a:p>
        </p:txBody>
      </p:sp>
      <p:sp>
        <p:nvSpPr>
          <p:cNvPr id="33" name="Textplatzhalter 6">
            <a:extLst>
              <a:ext uri="{FF2B5EF4-FFF2-40B4-BE49-F238E27FC236}">
                <a16:creationId xmlns:a16="http://schemas.microsoft.com/office/drawing/2014/main" id="{E6132B6E-46AD-4F19-ACEF-FC5E2EBEEE72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206332" y="3078882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rgbClr val="8C9FB1"/>
                </a:solidFill>
              </a:defRPr>
            </a:lvl1pPr>
          </a:lstStyle>
          <a:p>
            <a:pPr lvl="0"/>
            <a:r>
              <a:rPr lang="de-DE" dirty="0"/>
              <a:t>09 </a:t>
            </a:r>
          </a:p>
        </p:txBody>
      </p:sp>
      <p:sp>
        <p:nvSpPr>
          <p:cNvPr id="34" name="Textplatzhalter 6">
            <a:extLst>
              <a:ext uri="{FF2B5EF4-FFF2-40B4-BE49-F238E27FC236}">
                <a16:creationId xmlns:a16="http://schemas.microsoft.com/office/drawing/2014/main" id="{5B29B58B-9C14-4145-95A8-C62AC51F1A6E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636190" y="3802231"/>
            <a:ext cx="5039873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/>
              <a:t>Agendapunkt / Kapitelthema</a:t>
            </a:r>
            <a:endParaRPr lang="de-DE" dirty="0"/>
          </a:p>
        </p:txBody>
      </p:sp>
      <p:sp>
        <p:nvSpPr>
          <p:cNvPr id="35" name="Textplatzhalter 6">
            <a:extLst>
              <a:ext uri="{FF2B5EF4-FFF2-40B4-BE49-F238E27FC236}">
                <a16:creationId xmlns:a16="http://schemas.microsoft.com/office/drawing/2014/main" id="{5E6DB4F9-1F61-4B1E-8694-CF32F6ABEB8F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6332" y="3802231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rgbClr val="8C9FB1"/>
                </a:solidFill>
              </a:defRPr>
            </a:lvl1pPr>
          </a:lstStyle>
          <a:p>
            <a:pPr lvl="0"/>
            <a:r>
              <a:rPr lang="de-DE" dirty="0"/>
              <a:t>10 </a:t>
            </a:r>
          </a:p>
        </p:txBody>
      </p:sp>
      <p:sp>
        <p:nvSpPr>
          <p:cNvPr id="36" name="Textplatzhalter 6">
            <a:extLst>
              <a:ext uri="{FF2B5EF4-FFF2-40B4-BE49-F238E27FC236}">
                <a16:creationId xmlns:a16="http://schemas.microsoft.com/office/drawing/2014/main" id="{F139CCA6-FA40-4FAD-991E-8F0D932F40B0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6636190" y="5248930"/>
            <a:ext cx="5039873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/>
              <a:t>Agendapunkt / Kapitelthema</a:t>
            </a:r>
            <a:endParaRPr lang="de-DE" dirty="0"/>
          </a:p>
        </p:txBody>
      </p:sp>
      <p:sp>
        <p:nvSpPr>
          <p:cNvPr id="37" name="Textplatzhalter 6">
            <a:extLst>
              <a:ext uri="{FF2B5EF4-FFF2-40B4-BE49-F238E27FC236}">
                <a16:creationId xmlns:a16="http://schemas.microsoft.com/office/drawing/2014/main" id="{4ABC58A4-2FF6-4DD6-B7CE-07D57A9854B7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6206332" y="5248930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rgbClr val="8C9FB1"/>
                </a:solidFill>
              </a:defRPr>
            </a:lvl1pPr>
          </a:lstStyle>
          <a:p>
            <a:pPr lvl="0"/>
            <a:r>
              <a:rPr lang="de-DE" dirty="0"/>
              <a:t>12 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B83D1D4D-3108-48AF-9002-E2787CA11C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18" y="301185"/>
            <a:ext cx="6844385" cy="332399"/>
          </a:xfrm>
        </p:spPr>
        <p:txBody>
          <a:bodyPr/>
          <a:lstStyle>
            <a:lvl1pPr>
              <a:defRPr>
                <a:solidFill>
                  <a:srgbClr val="041E42"/>
                </a:solidFill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38" name="Textplatzhalter 9">
            <a:extLst>
              <a:ext uri="{FF2B5EF4-FFF2-40B4-BE49-F238E27FC236}">
                <a16:creationId xmlns:a16="http://schemas.microsoft.com/office/drawing/2014/main" id="{37A4DE60-6537-42AA-B80E-663634EF66B9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rgbClr val="041E42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39" name="Textplatzhalter 6">
            <a:extLst>
              <a:ext uri="{FF2B5EF4-FFF2-40B4-BE49-F238E27FC236}">
                <a16:creationId xmlns:a16="http://schemas.microsoft.com/office/drawing/2014/main" id="{D6F3326C-A71E-4096-84A9-CBF2623C8CD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48060" y="1631156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40" name="Textplatzhalter 6">
            <a:extLst>
              <a:ext uri="{FF2B5EF4-FFF2-40B4-BE49-F238E27FC236}">
                <a16:creationId xmlns:a16="http://schemas.microsoft.com/office/drawing/2014/main" id="{E6C7796D-6ED1-4B91-AD58-8FB5EA6F6F8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18318" y="1631156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rgbClr val="8C9FB1"/>
                </a:solidFill>
              </a:defRPr>
            </a:lvl1pPr>
          </a:lstStyle>
          <a:p>
            <a:pPr lvl="0"/>
            <a:r>
              <a:rPr lang="de-DE" dirty="0"/>
              <a:t>01 </a:t>
            </a:r>
          </a:p>
        </p:txBody>
      </p:sp>
      <p:sp>
        <p:nvSpPr>
          <p:cNvPr id="41" name="Bildplatzhalter 6">
            <a:extLst>
              <a:ext uri="{FF2B5EF4-FFF2-40B4-BE49-F238E27FC236}">
                <a16:creationId xmlns:a16="http://schemas.microsoft.com/office/drawing/2014/main" id="{86D31599-AF4C-4469-80F6-AA369A20BF0B}"/>
              </a:ext>
            </a:extLst>
          </p:cNvPr>
          <p:cNvSpPr>
            <a:spLocks noGrp="1"/>
          </p:cNvSpPr>
          <p:nvPr>
            <p:ph type="pic" sz="quarter" idx="39" hasCustomPrompt="1"/>
          </p:nvPr>
        </p:nvSpPr>
        <p:spPr>
          <a:xfrm>
            <a:off x="790014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pic>
        <p:nvPicPr>
          <p:cNvPr id="42" name="Grafik 41"/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41829" y="301184"/>
            <a:ext cx="1102192" cy="3864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10167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| mit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180691-36C4-442B-801E-F5F906A331D4}" type="datetime4">
              <a:rPr lang="de-DE" smtClean="0"/>
              <a:t>6. August 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Technische Fakultät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‹#›</a:t>
            </a:fld>
            <a:endParaRPr lang="de-DE"/>
          </a:p>
        </p:txBody>
      </p:sp>
      <p:sp>
        <p:nvSpPr>
          <p:cNvPr id="39" name="Bildplatzhalter 8">
            <a:extLst>
              <a:ext uri="{FF2B5EF4-FFF2-40B4-BE49-F238E27FC236}">
                <a16:creationId xmlns:a16="http://schemas.microsoft.com/office/drawing/2014/main" id="{C307E1A8-BB91-4A01-9481-49FD8B5663F9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6206329" y="1631156"/>
            <a:ext cx="5469732" cy="3951164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40" name="Textplatzhalter 10">
            <a:extLst>
              <a:ext uri="{FF2B5EF4-FFF2-40B4-BE49-F238E27FC236}">
                <a16:creationId xmlns:a16="http://schemas.microsoft.com/office/drawing/2014/main" id="{7ADEC47A-086D-40D0-ACA4-691359338125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206329" y="5690271"/>
            <a:ext cx="5469732" cy="511084"/>
          </a:xfrm>
        </p:spPr>
        <p:txBody>
          <a:bodyPr wrap="square">
            <a:noAutofit/>
          </a:bodyPr>
          <a:lstStyle>
            <a:lvl1pPr>
              <a:lnSpc>
                <a:spcPct val="110000"/>
              </a:lnSpc>
              <a:spcAft>
                <a:spcPts val="0"/>
              </a:spcAft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23" name="Textplatzhalter 6">
            <a:extLst>
              <a:ext uri="{FF2B5EF4-FFF2-40B4-BE49-F238E27FC236}">
                <a16:creationId xmlns:a16="http://schemas.microsoft.com/office/drawing/2014/main" id="{814385D7-3CBE-40E3-B67F-C8C515F3C0E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48060" y="2354711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26" name="Textplatzhalter 6">
            <a:extLst>
              <a:ext uri="{FF2B5EF4-FFF2-40B4-BE49-F238E27FC236}">
                <a16:creationId xmlns:a16="http://schemas.microsoft.com/office/drawing/2014/main" id="{BF0108A6-83E5-4EB1-9FFE-599D1B8CC3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18318" y="2354711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rgbClr val="8C9FB1"/>
                </a:solidFill>
              </a:defRPr>
            </a:lvl1pPr>
          </a:lstStyle>
          <a:p>
            <a:pPr lvl="0"/>
            <a:r>
              <a:rPr lang="de-DE" dirty="0"/>
              <a:t>02 </a:t>
            </a:r>
          </a:p>
        </p:txBody>
      </p:sp>
      <p:sp>
        <p:nvSpPr>
          <p:cNvPr id="27" name="Textplatzhalter 6">
            <a:extLst>
              <a:ext uri="{FF2B5EF4-FFF2-40B4-BE49-F238E27FC236}">
                <a16:creationId xmlns:a16="http://schemas.microsoft.com/office/drawing/2014/main" id="{267C2477-3228-475F-AFD7-A441A08AAE5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48060" y="4525376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28" name="Textplatzhalter 6">
            <a:extLst>
              <a:ext uri="{FF2B5EF4-FFF2-40B4-BE49-F238E27FC236}">
                <a16:creationId xmlns:a16="http://schemas.microsoft.com/office/drawing/2014/main" id="{372EDABB-0CB3-495E-B38E-EBB187C3F00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18318" y="4525376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rgbClr val="8C9FB1"/>
                </a:solidFill>
              </a:defRPr>
            </a:lvl1pPr>
          </a:lstStyle>
          <a:p>
            <a:pPr lvl="0"/>
            <a:r>
              <a:rPr lang="de-DE" dirty="0"/>
              <a:t>05 </a:t>
            </a:r>
          </a:p>
        </p:txBody>
      </p:sp>
      <p:sp>
        <p:nvSpPr>
          <p:cNvPr id="29" name="Textplatzhalter 6">
            <a:extLst>
              <a:ext uri="{FF2B5EF4-FFF2-40B4-BE49-F238E27FC236}">
                <a16:creationId xmlns:a16="http://schemas.microsoft.com/office/drawing/2014/main" id="{F8DE391A-D3CD-46A0-9DA6-BE18B632C97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48060" y="3078266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30" name="Textplatzhalter 6">
            <a:extLst>
              <a:ext uri="{FF2B5EF4-FFF2-40B4-BE49-F238E27FC236}">
                <a16:creationId xmlns:a16="http://schemas.microsoft.com/office/drawing/2014/main" id="{6D22FFA5-3E37-4F35-A696-49186B6B111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18318" y="3078266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rgbClr val="8C9FB1"/>
                </a:solidFill>
              </a:defRPr>
            </a:lvl1pPr>
          </a:lstStyle>
          <a:p>
            <a:pPr lvl="0"/>
            <a:r>
              <a:rPr lang="de-DE" dirty="0"/>
              <a:t>03 </a:t>
            </a:r>
          </a:p>
        </p:txBody>
      </p:sp>
      <p:sp>
        <p:nvSpPr>
          <p:cNvPr id="31" name="Textplatzhalter 6">
            <a:extLst>
              <a:ext uri="{FF2B5EF4-FFF2-40B4-BE49-F238E27FC236}">
                <a16:creationId xmlns:a16="http://schemas.microsoft.com/office/drawing/2014/main" id="{BFD50D54-7BD1-4F76-8C9C-C2D77E59243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48060" y="3801821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32" name="Textplatzhalter 6">
            <a:extLst>
              <a:ext uri="{FF2B5EF4-FFF2-40B4-BE49-F238E27FC236}">
                <a16:creationId xmlns:a16="http://schemas.microsoft.com/office/drawing/2014/main" id="{1CB17604-E112-4197-B54C-292891529DF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18318" y="3801821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rgbClr val="8C9FB1"/>
                </a:solidFill>
              </a:defRPr>
            </a:lvl1pPr>
          </a:lstStyle>
          <a:p>
            <a:pPr lvl="0"/>
            <a:r>
              <a:rPr lang="de-DE" dirty="0"/>
              <a:t>04 </a:t>
            </a:r>
          </a:p>
        </p:txBody>
      </p:sp>
      <p:sp>
        <p:nvSpPr>
          <p:cNvPr id="33" name="Textplatzhalter 6">
            <a:extLst>
              <a:ext uri="{FF2B5EF4-FFF2-40B4-BE49-F238E27FC236}">
                <a16:creationId xmlns:a16="http://schemas.microsoft.com/office/drawing/2014/main" id="{D30B4D90-1B5E-403E-AD31-C3200403209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48060" y="5248930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34" name="Textplatzhalter 6">
            <a:extLst>
              <a:ext uri="{FF2B5EF4-FFF2-40B4-BE49-F238E27FC236}">
                <a16:creationId xmlns:a16="http://schemas.microsoft.com/office/drawing/2014/main" id="{72B1944A-640B-4200-A785-CFA163F7181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18318" y="5248930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rgbClr val="8C9FB1"/>
                </a:solidFill>
              </a:defRPr>
            </a:lvl1pPr>
          </a:lstStyle>
          <a:p>
            <a:pPr lvl="0"/>
            <a:r>
              <a:rPr lang="de-DE" dirty="0"/>
              <a:t>06 </a:t>
            </a:r>
          </a:p>
        </p:txBody>
      </p:sp>
      <p:sp>
        <p:nvSpPr>
          <p:cNvPr id="35" name="Textplatzhalter 6">
            <a:extLst>
              <a:ext uri="{FF2B5EF4-FFF2-40B4-BE49-F238E27FC236}">
                <a16:creationId xmlns:a16="http://schemas.microsoft.com/office/drawing/2014/main" id="{5ECB7BBA-6A53-45DD-882E-1DF6A99780C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48060" y="1631156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36" name="Textplatzhalter 6">
            <a:extLst>
              <a:ext uri="{FF2B5EF4-FFF2-40B4-BE49-F238E27FC236}">
                <a16:creationId xmlns:a16="http://schemas.microsoft.com/office/drawing/2014/main" id="{FE56B6C1-047C-44D7-B1DD-8B723581E08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18318" y="1631156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rgbClr val="8C9FB1"/>
                </a:solidFill>
              </a:defRPr>
            </a:lvl1pPr>
          </a:lstStyle>
          <a:p>
            <a:pPr lvl="0"/>
            <a:r>
              <a:rPr lang="de-DE" dirty="0"/>
              <a:t>01 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65D3C98-AF8F-400F-858D-1D6CD4B95D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41E42"/>
                </a:solidFill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24" name="Textplatzhalter 9">
            <a:extLst>
              <a:ext uri="{FF2B5EF4-FFF2-40B4-BE49-F238E27FC236}">
                <a16:creationId xmlns:a16="http://schemas.microsoft.com/office/drawing/2014/main" id="{E94ED47E-AE0F-46CF-A861-AA42DCC1736C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rgbClr val="041E42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22" name="Bildplatzhalter 6">
            <a:extLst>
              <a:ext uri="{FF2B5EF4-FFF2-40B4-BE49-F238E27FC236}">
                <a16:creationId xmlns:a16="http://schemas.microsoft.com/office/drawing/2014/main" id="{86D31599-AF4C-4469-80F6-AA369A20BF0B}"/>
              </a:ext>
            </a:extLst>
          </p:cNvPr>
          <p:cNvSpPr>
            <a:spLocks noGrp="1"/>
          </p:cNvSpPr>
          <p:nvPr>
            <p:ph type="pic" sz="quarter" idx="39" hasCustomPrompt="1"/>
          </p:nvPr>
        </p:nvSpPr>
        <p:spPr>
          <a:xfrm>
            <a:off x="790014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pic>
        <p:nvPicPr>
          <p:cNvPr id="25" name="Grafik 24"/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41829" y="301184"/>
            <a:ext cx="1102192" cy="3864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15909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apiteltrenn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7E4048C-0B54-437F-B99C-D178004746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8318" y="2875002"/>
            <a:ext cx="11157743" cy="1107996"/>
          </a:xfrm>
        </p:spPr>
        <p:txBody>
          <a:bodyPr anchor="ctr" anchorCtr="0"/>
          <a:lstStyle>
            <a:lvl1pPr>
              <a:defRPr sz="400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Kapiteltrenner</a:t>
            </a:r>
            <a:br>
              <a:rPr lang="de-DE" dirty="0"/>
            </a:br>
            <a:r>
              <a:rPr lang="de-DE" dirty="0"/>
              <a:t>Mehrzeilig möglich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5DBE663-8CF8-4EA4-AF83-5C771F9A06FE}" type="datetime4">
              <a:rPr lang="de-DE" smtClean="0"/>
              <a:t>6. August 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Technische Fakultät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D949F9DF-37BD-4CD6-BF49-65BA579E1D7A}" type="slidenum">
              <a:rPr lang="de-DE" smtClean="0"/>
              <a:pPr/>
              <a:t>‹#›</a:t>
            </a:fld>
            <a:endParaRPr lang="de-DE"/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87F00BE4-512D-4F35-B132-4E5C5CF1413D}"/>
              </a:ext>
            </a:extLst>
          </p:cNvPr>
          <p:cNvSpPr/>
          <p:nvPr userDrawn="1"/>
        </p:nvSpPr>
        <p:spPr>
          <a:xfrm>
            <a:off x="517200" y="6538526"/>
            <a:ext cx="11674800" cy="10800"/>
          </a:xfrm>
          <a:prstGeom prst="rect">
            <a:avLst/>
          </a:prstGeom>
          <a:solidFill>
            <a:srgbClr val="2F586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9" name="Rechteck 58">
            <a:extLst>
              <a:ext uri="{FF2B5EF4-FFF2-40B4-BE49-F238E27FC236}">
                <a16:creationId xmlns:a16="http://schemas.microsoft.com/office/drawing/2014/main" id="{F7987594-F169-42FB-8839-77BF8D405E37}"/>
              </a:ext>
            </a:extLst>
          </p:cNvPr>
          <p:cNvSpPr/>
          <p:nvPr userDrawn="1"/>
        </p:nvSpPr>
        <p:spPr>
          <a:xfrm>
            <a:off x="518400" y="1196733"/>
            <a:ext cx="11676062" cy="72000"/>
          </a:xfrm>
          <a:prstGeom prst="rect">
            <a:avLst/>
          </a:prstGeom>
          <a:solidFill>
            <a:srgbClr val="2F586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58" name="Gruppieren 57">
            <a:extLst>
              <a:ext uri="{FF2B5EF4-FFF2-40B4-BE49-F238E27FC236}">
                <a16:creationId xmlns:a16="http://schemas.microsoft.com/office/drawing/2014/main" id="{9A6E8BA9-5951-4163-8A80-4621C65DA816}"/>
              </a:ext>
            </a:extLst>
          </p:cNvPr>
          <p:cNvGrpSpPr/>
          <p:nvPr userDrawn="1"/>
        </p:nvGrpSpPr>
        <p:grpSpPr>
          <a:xfrm>
            <a:off x="-390525" y="160153"/>
            <a:ext cx="333375" cy="136812"/>
            <a:chOff x="-133350" y="2711163"/>
            <a:chExt cx="333375" cy="136812"/>
          </a:xfrm>
        </p:grpSpPr>
        <p:cxnSp>
          <p:nvCxnSpPr>
            <p:cNvPr id="61" name="Gerader Verbinder 60">
              <a:extLst>
                <a:ext uri="{FF2B5EF4-FFF2-40B4-BE49-F238E27FC236}">
                  <a16:creationId xmlns:a16="http://schemas.microsoft.com/office/drawing/2014/main" id="{59DAB7DF-1308-4B09-91FE-7DF38D6584E7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Textfeld 61">
              <a:extLst>
                <a:ext uri="{FF2B5EF4-FFF2-40B4-BE49-F238E27FC236}">
                  <a16:creationId xmlns:a16="http://schemas.microsoft.com/office/drawing/2014/main" id="{87654828-5D94-4A05-BD5F-25792A149E05}"/>
                </a:ext>
              </a:extLst>
            </p:cNvPr>
            <p:cNvSpPr txBox="1"/>
            <p:nvPr userDrawn="1"/>
          </p:nvSpPr>
          <p:spPr>
            <a:xfrm>
              <a:off x="-96506" y="2711163"/>
              <a:ext cx="259686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08,70</a:t>
              </a:r>
            </a:p>
          </p:txBody>
        </p:sp>
      </p:grpSp>
      <p:grpSp>
        <p:nvGrpSpPr>
          <p:cNvPr id="63" name="Gruppieren 62">
            <a:extLst>
              <a:ext uri="{FF2B5EF4-FFF2-40B4-BE49-F238E27FC236}">
                <a16:creationId xmlns:a16="http://schemas.microsoft.com/office/drawing/2014/main" id="{9D3F2F75-1623-4F64-97FE-EA0C4D9FABDC}"/>
              </a:ext>
            </a:extLst>
          </p:cNvPr>
          <p:cNvGrpSpPr/>
          <p:nvPr userDrawn="1"/>
        </p:nvGrpSpPr>
        <p:grpSpPr>
          <a:xfrm>
            <a:off x="-390525" y="1131703"/>
            <a:ext cx="333375" cy="136812"/>
            <a:chOff x="-133350" y="2711163"/>
            <a:chExt cx="333375" cy="136812"/>
          </a:xfrm>
        </p:grpSpPr>
        <p:cxnSp>
          <p:nvCxnSpPr>
            <p:cNvPr id="64" name="Gerader Verbinder 63">
              <a:extLst>
                <a:ext uri="{FF2B5EF4-FFF2-40B4-BE49-F238E27FC236}">
                  <a16:creationId xmlns:a16="http://schemas.microsoft.com/office/drawing/2014/main" id="{B042E0F0-49A6-465F-A607-A4C2EFB5486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5" name="Textfeld 64">
              <a:extLst>
                <a:ext uri="{FF2B5EF4-FFF2-40B4-BE49-F238E27FC236}">
                  <a16:creationId xmlns:a16="http://schemas.microsoft.com/office/drawing/2014/main" id="{9D612980-2A2D-4E94-8238-9C67C608554C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06,00</a:t>
              </a:r>
            </a:p>
          </p:txBody>
        </p:sp>
      </p:grpSp>
      <p:grpSp>
        <p:nvGrpSpPr>
          <p:cNvPr id="66" name="Gruppieren 65">
            <a:extLst>
              <a:ext uri="{FF2B5EF4-FFF2-40B4-BE49-F238E27FC236}">
                <a16:creationId xmlns:a16="http://schemas.microsoft.com/office/drawing/2014/main" id="{2CE76F8C-9B22-4BB3-B2D6-15EC2A58C7A7}"/>
              </a:ext>
            </a:extLst>
          </p:cNvPr>
          <p:cNvGrpSpPr/>
          <p:nvPr userDrawn="1"/>
        </p:nvGrpSpPr>
        <p:grpSpPr>
          <a:xfrm>
            <a:off x="-390525" y="1491963"/>
            <a:ext cx="333375" cy="136812"/>
            <a:chOff x="-133350" y="2711163"/>
            <a:chExt cx="333375" cy="136812"/>
          </a:xfrm>
        </p:grpSpPr>
        <p:cxnSp>
          <p:nvCxnSpPr>
            <p:cNvPr id="67" name="Gerader Verbinder 66">
              <a:extLst>
                <a:ext uri="{FF2B5EF4-FFF2-40B4-BE49-F238E27FC236}">
                  <a16:creationId xmlns:a16="http://schemas.microsoft.com/office/drawing/2014/main" id="{9C843E82-BEFA-4CF2-BA2F-3C80060D316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8" name="Textfeld 67">
              <a:extLst>
                <a:ext uri="{FF2B5EF4-FFF2-40B4-BE49-F238E27FC236}">
                  <a16:creationId xmlns:a16="http://schemas.microsoft.com/office/drawing/2014/main" id="{4762BE88-2459-479F-84FF-4DF483AA142C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05,00</a:t>
              </a:r>
            </a:p>
          </p:txBody>
        </p:sp>
      </p:grpSp>
      <p:grpSp>
        <p:nvGrpSpPr>
          <p:cNvPr id="69" name="Gruppieren 68">
            <a:extLst>
              <a:ext uri="{FF2B5EF4-FFF2-40B4-BE49-F238E27FC236}">
                <a16:creationId xmlns:a16="http://schemas.microsoft.com/office/drawing/2014/main" id="{104E26F8-EA1A-4C6F-92E1-8F6F98ABFA13}"/>
              </a:ext>
            </a:extLst>
          </p:cNvPr>
          <p:cNvGrpSpPr/>
          <p:nvPr userDrawn="1"/>
        </p:nvGrpSpPr>
        <p:grpSpPr>
          <a:xfrm>
            <a:off x="-390525" y="3292188"/>
            <a:ext cx="333375" cy="136812"/>
            <a:chOff x="-133350" y="2711163"/>
            <a:chExt cx="333375" cy="136812"/>
          </a:xfrm>
        </p:grpSpPr>
        <p:cxnSp>
          <p:nvCxnSpPr>
            <p:cNvPr id="70" name="Gerader Verbinder 69">
              <a:extLst>
                <a:ext uri="{FF2B5EF4-FFF2-40B4-BE49-F238E27FC236}">
                  <a16:creationId xmlns:a16="http://schemas.microsoft.com/office/drawing/2014/main" id="{1A8A854C-301D-4327-AEA2-BCC20A88724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1" name="Textfeld 70">
              <a:extLst>
                <a:ext uri="{FF2B5EF4-FFF2-40B4-BE49-F238E27FC236}">
                  <a16:creationId xmlns:a16="http://schemas.microsoft.com/office/drawing/2014/main" id="{5A547124-456E-49C6-8FC8-111D0AAFEB7F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00,00</a:t>
              </a:r>
            </a:p>
          </p:txBody>
        </p:sp>
      </p:grpSp>
      <p:grpSp>
        <p:nvGrpSpPr>
          <p:cNvPr id="72" name="Gruppieren 71">
            <a:extLst>
              <a:ext uri="{FF2B5EF4-FFF2-40B4-BE49-F238E27FC236}">
                <a16:creationId xmlns:a16="http://schemas.microsoft.com/office/drawing/2014/main" id="{73B26B5D-1FEC-45B5-B34A-6A1B50955F0E}"/>
              </a:ext>
            </a:extLst>
          </p:cNvPr>
          <p:cNvGrpSpPr/>
          <p:nvPr userDrawn="1"/>
        </p:nvGrpSpPr>
        <p:grpSpPr>
          <a:xfrm>
            <a:off x="-390525" y="6063963"/>
            <a:ext cx="333375" cy="136812"/>
            <a:chOff x="-133350" y="2711163"/>
            <a:chExt cx="333375" cy="136812"/>
          </a:xfrm>
        </p:grpSpPr>
        <p:cxnSp>
          <p:nvCxnSpPr>
            <p:cNvPr id="73" name="Gerader Verbinder 72">
              <a:extLst>
                <a:ext uri="{FF2B5EF4-FFF2-40B4-BE49-F238E27FC236}">
                  <a16:creationId xmlns:a16="http://schemas.microsoft.com/office/drawing/2014/main" id="{3423A679-4F5C-456E-AB6C-7A18EA3E5BA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4" name="Textfeld 73">
              <a:extLst>
                <a:ext uri="{FF2B5EF4-FFF2-40B4-BE49-F238E27FC236}">
                  <a16:creationId xmlns:a16="http://schemas.microsoft.com/office/drawing/2014/main" id="{69754FAD-5E71-4087-B3E8-0FEC37E0D864}"/>
                </a:ext>
              </a:extLst>
            </p:cNvPr>
            <p:cNvSpPr txBox="1"/>
            <p:nvPr userDrawn="1"/>
          </p:nvSpPr>
          <p:spPr>
            <a:xfrm>
              <a:off x="-96504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07,70</a:t>
              </a:r>
            </a:p>
          </p:txBody>
        </p:sp>
      </p:grpSp>
      <p:grpSp>
        <p:nvGrpSpPr>
          <p:cNvPr id="75" name="Gruppieren 74">
            <a:extLst>
              <a:ext uri="{FF2B5EF4-FFF2-40B4-BE49-F238E27FC236}">
                <a16:creationId xmlns:a16="http://schemas.microsoft.com/office/drawing/2014/main" id="{7C156EC4-BDB3-4DEA-9B78-E98FCFD2F54B}"/>
              </a:ext>
            </a:extLst>
          </p:cNvPr>
          <p:cNvGrpSpPr/>
          <p:nvPr userDrawn="1"/>
        </p:nvGrpSpPr>
        <p:grpSpPr>
          <a:xfrm>
            <a:off x="-390525" y="6495763"/>
            <a:ext cx="333375" cy="136812"/>
            <a:chOff x="-133350" y="2711163"/>
            <a:chExt cx="333375" cy="136812"/>
          </a:xfrm>
        </p:grpSpPr>
        <p:cxnSp>
          <p:nvCxnSpPr>
            <p:cNvPr id="76" name="Gerader Verbinder 75">
              <a:extLst>
                <a:ext uri="{FF2B5EF4-FFF2-40B4-BE49-F238E27FC236}">
                  <a16:creationId xmlns:a16="http://schemas.microsoft.com/office/drawing/2014/main" id="{9E9C384D-D46B-429F-9A97-86F6E3560FE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7" name="Textfeld 76">
              <a:extLst>
                <a:ext uri="{FF2B5EF4-FFF2-40B4-BE49-F238E27FC236}">
                  <a16:creationId xmlns:a16="http://schemas.microsoft.com/office/drawing/2014/main" id="{64B7918E-86D1-49EB-8917-1468D42A6E25}"/>
                </a:ext>
              </a:extLst>
            </p:cNvPr>
            <p:cNvSpPr txBox="1"/>
            <p:nvPr userDrawn="1"/>
          </p:nvSpPr>
          <p:spPr>
            <a:xfrm>
              <a:off x="-96503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08,90</a:t>
              </a:r>
            </a:p>
          </p:txBody>
        </p:sp>
      </p:grpSp>
      <p:grpSp>
        <p:nvGrpSpPr>
          <p:cNvPr id="78" name="Gruppieren 77">
            <a:extLst>
              <a:ext uri="{FF2B5EF4-FFF2-40B4-BE49-F238E27FC236}">
                <a16:creationId xmlns:a16="http://schemas.microsoft.com/office/drawing/2014/main" id="{750A6733-FD78-4442-98B4-E2BED64B460F}"/>
              </a:ext>
            </a:extLst>
          </p:cNvPr>
          <p:cNvGrpSpPr/>
          <p:nvPr userDrawn="1"/>
        </p:nvGrpSpPr>
        <p:grpSpPr>
          <a:xfrm rot="16200000">
            <a:off x="281643" y="-299136"/>
            <a:ext cx="333375" cy="136808"/>
            <a:chOff x="-133350" y="2711167"/>
            <a:chExt cx="333375" cy="136808"/>
          </a:xfrm>
        </p:grpSpPr>
        <p:cxnSp>
          <p:nvCxnSpPr>
            <p:cNvPr id="79" name="Gerader Verbinder 78">
              <a:extLst>
                <a:ext uri="{FF2B5EF4-FFF2-40B4-BE49-F238E27FC236}">
                  <a16:creationId xmlns:a16="http://schemas.microsoft.com/office/drawing/2014/main" id="{77BB574D-D198-49E4-874D-732C0CBD5BF0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0" name="Textfeld 79">
              <a:extLst>
                <a:ext uri="{FF2B5EF4-FFF2-40B4-BE49-F238E27FC236}">
                  <a16:creationId xmlns:a16="http://schemas.microsoft.com/office/drawing/2014/main" id="{67A72ACB-A6A0-450F-A8F3-9CA35EFC5560}"/>
                </a:ext>
              </a:extLst>
            </p:cNvPr>
            <p:cNvSpPr txBox="1"/>
            <p:nvPr userDrawn="1"/>
          </p:nvSpPr>
          <p:spPr>
            <a:xfrm>
              <a:off x="-96507" y="2711167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81" name="Gruppieren 80">
            <a:extLst>
              <a:ext uri="{FF2B5EF4-FFF2-40B4-BE49-F238E27FC236}">
                <a16:creationId xmlns:a16="http://schemas.microsoft.com/office/drawing/2014/main" id="{C4970FA2-8D2D-462F-BD21-BDE052DC5824}"/>
              </a:ext>
            </a:extLst>
          </p:cNvPr>
          <p:cNvGrpSpPr/>
          <p:nvPr userDrawn="1"/>
        </p:nvGrpSpPr>
        <p:grpSpPr>
          <a:xfrm rot="16200000">
            <a:off x="5752963" y="-299136"/>
            <a:ext cx="333375" cy="136804"/>
            <a:chOff x="-133350" y="2711171"/>
            <a:chExt cx="333375" cy="136804"/>
          </a:xfrm>
        </p:grpSpPr>
        <p:cxnSp>
          <p:nvCxnSpPr>
            <p:cNvPr id="82" name="Gerader Verbinder 81">
              <a:extLst>
                <a:ext uri="{FF2B5EF4-FFF2-40B4-BE49-F238E27FC236}">
                  <a16:creationId xmlns:a16="http://schemas.microsoft.com/office/drawing/2014/main" id="{A7C30986-FB99-416E-BC3E-3BAEC067C11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3" name="Textfeld 82">
              <a:extLst>
                <a:ext uri="{FF2B5EF4-FFF2-40B4-BE49-F238E27FC236}">
                  <a16:creationId xmlns:a16="http://schemas.microsoft.com/office/drawing/2014/main" id="{4CE018F4-A860-49B3-B4CD-A328759F15C6}"/>
                </a:ext>
              </a:extLst>
            </p:cNvPr>
            <p:cNvSpPr txBox="1"/>
            <p:nvPr userDrawn="1"/>
          </p:nvSpPr>
          <p:spPr>
            <a:xfrm>
              <a:off x="-96504" y="271117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grpSp>
        <p:nvGrpSpPr>
          <p:cNvPr id="84" name="Gruppieren 83">
            <a:extLst>
              <a:ext uri="{FF2B5EF4-FFF2-40B4-BE49-F238E27FC236}">
                <a16:creationId xmlns:a16="http://schemas.microsoft.com/office/drawing/2014/main" id="{7C2BACBD-0A67-4A9A-B5DC-10C76F5DE4C2}"/>
              </a:ext>
            </a:extLst>
          </p:cNvPr>
          <p:cNvGrpSpPr/>
          <p:nvPr userDrawn="1"/>
        </p:nvGrpSpPr>
        <p:grpSpPr>
          <a:xfrm>
            <a:off x="6203950" y="-397424"/>
            <a:ext cx="124906" cy="333375"/>
            <a:chOff x="6416680" y="-397424"/>
            <a:chExt cx="124906" cy="333375"/>
          </a:xfrm>
        </p:grpSpPr>
        <p:cxnSp>
          <p:nvCxnSpPr>
            <p:cNvPr id="85" name="Gerader Verbinder 84">
              <a:extLst>
                <a:ext uri="{FF2B5EF4-FFF2-40B4-BE49-F238E27FC236}">
                  <a16:creationId xmlns:a16="http://schemas.microsoft.com/office/drawing/2014/main" id="{65F81584-9968-42FA-B3A9-1C13CEAE92A8}"/>
                </a:ext>
              </a:extLst>
            </p:cNvPr>
            <p:cNvCxnSpPr>
              <a:cxnSpLocks/>
            </p:cNvCxnSpPr>
            <p:nvPr userDrawn="1"/>
          </p:nvCxnSpPr>
          <p:spPr>
            <a:xfrm rot="16200000">
              <a:off x="6249993" y="-230736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6" name="Textfeld 85">
              <a:extLst>
                <a:ext uri="{FF2B5EF4-FFF2-40B4-BE49-F238E27FC236}">
                  <a16:creationId xmlns:a16="http://schemas.microsoft.com/office/drawing/2014/main" id="{B6D353C6-61DE-4475-8AC6-6D8AF12D49FB}"/>
                </a:ext>
              </a:extLst>
            </p:cNvPr>
            <p:cNvSpPr txBox="1"/>
            <p:nvPr userDrawn="1"/>
          </p:nvSpPr>
          <p:spPr>
            <a:xfrm rot="16200000">
              <a:off x="6349289" y="-29319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cxnSp>
        <p:nvCxnSpPr>
          <p:cNvPr id="87" name="Gerader Verbinder 86">
            <a:extLst>
              <a:ext uri="{FF2B5EF4-FFF2-40B4-BE49-F238E27FC236}">
                <a16:creationId xmlns:a16="http://schemas.microsoft.com/office/drawing/2014/main" id="{935008F2-D1D5-498F-9932-727B677C0ADE}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5929313" y="-230736"/>
            <a:ext cx="333375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8" name="Gruppieren 87">
            <a:extLst>
              <a:ext uri="{FF2B5EF4-FFF2-40B4-BE49-F238E27FC236}">
                <a16:creationId xmlns:a16="http://schemas.microsoft.com/office/drawing/2014/main" id="{9E72FA59-B055-4F1F-8F32-E797C18F96F9}"/>
              </a:ext>
            </a:extLst>
          </p:cNvPr>
          <p:cNvGrpSpPr/>
          <p:nvPr userDrawn="1"/>
        </p:nvGrpSpPr>
        <p:grpSpPr>
          <a:xfrm rot="16200000">
            <a:off x="11447325" y="-299139"/>
            <a:ext cx="333375" cy="136800"/>
            <a:chOff x="-133350" y="2711175"/>
            <a:chExt cx="333375" cy="136800"/>
          </a:xfrm>
        </p:grpSpPr>
        <p:cxnSp>
          <p:nvCxnSpPr>
            <p:cNvPr id="89" name="Gerader Verbinder 88">
              <a:extLst>
                <a:ext uri="{FF2B5EF4-FFF2-40B4-BE49-F238E27FC236}">
                  <a16:creationId xmlns:a16="http://schemas.microsoft.com/office/drawing/2014/main" id="{B89FA96C-C88D-4C6A-BE88-F3E3083BC51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0" name="Textfeld 89">
              <a:extLst>
                <a:ext uri="{FF2B5EF4-FFF2-40B4-BE49-F238E27FC236}">
                  <a16:creationId xmlns:a16="http://schemas.microsoft.com/office/drawing/2014/main" id="{CD67028C-ACEA-4E1C-BF3F-B09177D4335E}"/>
                </a:ext>
              </a:extLst>
            </p:cNvPr>
            <p:cNvSpPr txBox="1"/>
            <p:nvPr userDrawn="1"/>
          </p:nvSpPr>
          <p:spPr>
            <a:xfrm>
              <a:off x="-96501" y="2711175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91" name="Gruppieren 90">
            <a:extLst>
              <a:ext uri="{FF2B5EF4-FFF2-40B4-BE49-F238E27FC236}">
                <a16:creationId xmlns:a16="http://schemas.microsoft.com/office/drawing/2014/main" id="{AAA9021C-F612-7A45-9064-2DAABFCA9C99}"/>
              </a:ext>
            </a:extLst>
          </p:cNvPr>
          <p:cNvGrpSpPr/>
          <p:nvPr userDrawn="1"/>
        </p:nvGrpSpPr>
        <p:grpSpPr>
          <a:xfrm>
            <a:off x="510639" y="293096"/>
            <a:ext cx="2388067" cy="301237"/>
            <a:chOff x="510639" y="293688"/>
            <a:chExt cx="2594512" cy="327279"/>
          </a:xfrm>
        </p:grpSpPr>
        <p:sp>
          <p:nvSpPr>
            <p:cNvPr id="92" name="Freihandform: Form 139">
              <a:extLst>
                <a:ext uri="{FF2B5EF4-FFF2-40B4-BE49-F238E27FC236}">
                  <a16:creationId xmlns:a16="http://schemas.microsoft.com/office/drawing/2014/main" id="{239FEB29-764E-D84F-A6B9-E572E9BA35FA}"/>
                </a:ext>
              </a:extLst>
            </p:cNvPr>
            <p:cNvSpPr/>
            <p:nvPr/>
          </p:nvSpPr>
          <p:spPr>
            <a:xfrm>
              <a:off x="519935" y="300420"/>
              <a:ext cx="78213" cy="124372"/>
            </a:xfrm>
            <a:custGeom>
              <a:avLst/>
              <a:gdLst>
                <a:gd name="connsiteX0" fmla="*/ 232410 w 232409"/>
                <a:gd name="connsiteY0" fmla="*/ 60960 h 369569"/>
                <a:gd name="connsiteX1" fmla="*/ 65723 w 232409"/>
                <a:gd name="connsiteY1" fmla="*/ 60960 h 369569"/>
                <a:gd name="connsiteX2" fmla="*/ 65723 w 232409"/>
                <a:gd name="connsiteY2" fmla="*/ 152400 h 369569"/>
                <a:gd name="connsiteX3" fmla="*/ 189547 w 232409"/>
                <a:gd name="connsiteY3" fmla="*/ 152400 h 369569"/>
                <a:gd name="connsiteX4" fmla="*/ 189547 w 232409"/>
                <a:gd name="connsiteY4" fmla="*/ 212408 h 369569"/>
                <a:gd name="connsiteX5" fmla="*/ 65723 w 232409"/>
                <a:gd name="connsiteY5" fmla="*/ 212408 h 369569"/>
                <a:gd name="connsiteX6" fmla="*/ 65723 w 232409"/>
                <a:gd name="connsiteY6" fmla="*/ 369570 h 369569"/>
                <a:gd name="connsiteX7" fmla="*/ 0 w 232409"/>
                <a:gd name="connsiteY7" fmla="*/ 369570 h 369569"/>
                <a:gd name="connsiteX8" fmla="*/ 0 w 232409"/>
                <a:gd name="connsiteY8" fmla="*/ 0 h 369569"/>
                <a:gd name="connsiteX9" fmla="*/ 231458 w 232409"/>
                <a:gd name="connsiteY9" fmla="*/ 0 h 369569"/>
                <a:gd name="connsiteX10" fmla="*/ 231458 w 232409"/>
                <a:gd name="connsiteY10" fmla="*/ 60960 h 3695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32409" h="369569">
                  <a:moveTo>
                    <a:pt x="232410" y="60960"/>
                  </a:moveTo>
                  <a:lnTo>
                    <a:pt x="65723" y="60960"/>
                  </a:lnTo>
                  <a:lnTo>
                    <a:pt x="65723" y="152400"/>
                  </a:lnTo>
                  <a:lnTo>
                    <a:pt x="189547" y="152400"/>
                  </a:lnTo>
                  <a:lnTo>
                    <a:pt x="189547" y="212408"/>
                  </a:lnTo>
                  <a:lnTo>
                    <a:pt x="65723" y="212408"/>
                  </a:lnTo>
                  <a:lnTo>
                    <a:pt x="65723" y="369570"/>
                  </a:lnTo>
                  <a:lnTo>
                    <a:pt x="0" y="369570"/>
                  </a:lnTo>
                  <a:lnTo>
                    <a:pt x="0" y="0"/>
                  </a:lnTo>
                  <a:lnTo>
                    <a:pt x="231458" y="0"/>
                  </a:lnTo>
                  <a:lnTo>
                    <a:pt x="231458" y="60960"/>
                  </a:lnTo>
                  <a:close/>
                </a:path>
              </a:pathLst>
            </a:custGeom>
            <a:solidFill>
              <a:srgbClr val="041E4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93" name="Freihandform: Form 140">
              <a:extLst>
                <a:ext uri="{FF2B5EF4-FFF2-40B4-BE49-F238E27FC236}">
                  <a16:creationId xmlns:a16="http://schemas.microsoft.com/office/drawing/2014/main" id="{30E07473-1FE4-ED4D-ABDA-C4460B82C76D}"/>
                </a:ext>
              </a:extLst>
            </p:cNvPr>
            <p:cNvSpPr/>
            <p:nvPr/>
          </p:nvSpPr>
          <p:spPr>
            <a:xfrm>
              <a:off x="610329" y="332713"/>
              <a:ext cx="53852" cy="91758"/>
            </a:xfrm>
            <a:custGeom>
              <a:avLst/>
              <a:gdLst>
                <a:gd name="connsiteX0" fmla="*/ 160020 w 160020"/>
                <a:gd name="connsiteY0" fmla="*/ 5005 h 272657"/>
                <a:gd name="connsiteX1" fmla="*/ 150495 w 160020"/>
                <a:gd name="connsiteY1" fmla="*/ 68823 h 272657"/>
                <a:gd name="connsiteX2" fmla="*/ 116205 w 160020"/>
                <a:gd name="connsiteY2" fmla="*/ 60250 h 272657"/>
                <a:gd name="connsiteX3" fmla="*/ 61913 w 160020"/>
                <a:gd name="connsiteY3" fmla="*/ 135498 h 272657"/>
                <a:gd name="connsiteX4" fmla="*/ 61913 w 160020"/>
                <a:gd name="connsiteY4" fmla="*/ 272658 h 272657"/>
                <a:gd name="connsiteX5" fmla="*/ 0 w 160020"/>
                <a:gd name="connsiteY5" fmla="*/ 272658 h 272657"/>
                <a:gd name="connsiteX6" fmla="*/ 0 w 160020"/>
                <a:gd name="connsiteY6" fmla="*/ 5958 h 272657"/>
                <a:gd name="connsiteX7" fmla="*/ 60960 w 160020"/>
                <a:gd name="connsiteY7" fmla="*/ 5958 h 272657"/>
                <a:gd name="connsiteX8" fmla="*/ 60960 w 160020"/>
                <a:gd name="connsiteY8" fmla="*/ 40248 h 272657"/>
                <a:gd name="connsiteX9" fmla="*/ 61913 w 160020"/>
                <a:gd name="connsiteY9" fmla="*/ 40248 h 272657"/>
                <a:gd name="connsiteX10" fmla="*/ 131445 w 160020"/>
                <a:gd name="connsiteY10" fmla="*/ 243 h 272657"/>
                <a:gd name="connsiteX11" fmla="*/ 160020 w 160020"/>
                <a:gd name="connsiteY11" fmla="*/ 5005 h 2726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0020" h="272657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2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7" y="-710"/>
                    <a:pt x="150495" y="1195"/>
                    <a:pt x="160020" y="5005"/>
                  </a:cubicBezTo>
                  <a:close/>
                </a:path>
              </a:pathLst>
            </a:custGeom>
            <a:solidFill>
              <a:srgbClr val="041E4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94" name="Freihandform: Form 141">
              <a:extLst>
                <a:ext uri="{FF2B5EF4-FFF2-40B4-BE49-F238E27FC236}">
                  <a16:creationId xmlns:a16="http://schemas.microsoft.com/office/drawing/2014/main" id="{ACFFFEA1-E2B9-BF4B-8614-D4E5B5F85F27}"/>
                </a:ext>
              </a:extLst>
            </p:cNvPr>
            <p:cNvSpPr/>
            <p:nvPr/>
          </p:nvSpPr>
          <p:spPr>
            <a:xfrm>
              <a:off x="679247" y="294971"/>
              <a:ext cx="26605" cy="129501"/>
            </a:xfrm>
            <a:custGeom>
              <a:avLst/>
              <a:gdLst>
                <a:gd name="connsiteX0" fmla="*/ 79058 w 79057"/>
                <a:gd name="connsiteY0" fmla="*/ 38100 h 384810"/>
                <a:gd name="connsiteX1" fmla="*/ 39052 w 79057"/>
                <a:gd name="connsiteY1" fmla="*/ 76200 h 384810"/>
                <a:gd name="connsiteX2" fmla="*/ 0 w 79057"/>
                <a:gd name="connsiteY2" fmla="*/ 38100 h 384810"/>
                <a:gd name="connsiteX3" fmla="*/ 39052 w 79057"/>
                <a:gd name="connsiteY3" fmla="*/ 0 h 384810"/>
                <a:gd name="connsiteX4" fmla="*/ 79058 w 79057"/>
                <a:gd name="connsiteY4" fmla="*/ 38100 h 384810"/>
                <a:gd name="connsiteX5" fmla="*/ 70485 w 79057"/>
                <a:gd name="connsiteY5" fmla="*/ 384810 h 384810"/>
                <a:gd name="connsiteX6" fmla="*/ 8573 w 79057"/>
                <a:gd name="connsiteY6" fmla="*/ 384810 h 384810"/>
                <a:gd name="connsiteX7" fmla="*/ 8573 w 79057"/>
                <a:gd name="connsiteY7" fmla="*/ 118110 h 384810"/>
                <a:gd name="connsiteX8" fmla="*/ 70485 w 79057"/>
                <a:gd name="connsiteY8" fmla="*/ 118110 h 384810"/>
                <a:gd name="connsiteX9" fmla="*/ 70485 w 79057"/>
                <a:gd name="connsiteY9" fmla="*/ 384810 h 384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4810">
                  <a:moveTo>
                    <a:pt x="79058" y="38100"/>
                  </a:moveTo>
                  <a:cubicBezTo>
                    <a:pt x="79058" y="60007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8" y="0"/>
                    <a:pt x="39052" y="0"/>
                  </a:cubicBezTo>
                  <a:cubicBezTo>
                    <a:pt x="60960" y="0"/>
                    <a:pt x="79058" y="16193"/>
                    <a:pt x="79058" y="38100"/>
                  </a:cubicBezTo>
                  <a:close/>
                  <a:moveTo>
                    <a:pt x="70485" y="384810"/>
                  </a:moveTo>
                  <a:lnTo>
                    <a:pt x="8573" y="384810"/>
                  </a:lnTo>
                  <a:lnTo>
                    <a:pt x="8573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solidFill>
              <a:srgbClr val="041E4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95" name="Freihandform: Form 142">
              <a:extLst>
                <a:ext uri="{FF2B5EF4-FFF2-40B4-BE49-F238E27FC236}">
                  <a16:creationId xmlns:a16="http://schemas.microsoft.com/office/drawing/2014/main" id="{DCFE20F4-1FAA-3B4B-AFD3-FE5FED6F8703}"/>
                </a:ext>
              </a:extLst>
            </p:cNvPr>
            <p:cNvSpPr/>
            <p:nvPr/>
          </p:nvSpPr>
          <p:spPr>
            <a:xfrm>
              <a:off x="725086" y="332795"/>
              <a:ext cx="81739" cy="93920"/>
            </a:xfrm>
            <a:custGeom>
              <a:avLst/>
              <a:gdLst>
                <a:gd name="connsiteX0" fmla="*/ 132397 w 242887"/>
                <a:gd name="connsiteY0" fmla="*/ 279083 h 279082"/>
                <a:gd name="connsiteX1" fmla="*/ 0 w 242887"/>
                <a:gd name="connsiteY1" fmla="*/ 139065 h 279082"/>
                <a:gd name="connsiteX2" fmla="*/ 124777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7 w 242887"/>
                <a:gd name="connsiteY6" fmla="*/ 225743 h 279082"/>
                <a:gd name="connsiteX7" fmla="*/ 198120 w 242887"/>
                <a:gd name="connsiteY7" fmla="*/ 194310 h 279082"/>
                <a:gd name="connsiteX8" fmla="*/ 237172 w 242887"/>
                <a:gd name="connsiteY8" fmla="*/ 235268 h 279082"/>
                <a:gd name="connsiteX9" fmla="*/ 132397 w 242887"/>
                <a:gd name="connsiteY9" fmla="*/ 279083 h 279082"/>
                <a:gd name="connsiteX10" fmla="*/ 61913 w 242887"/>
                <a:gd name="connsiteY10" fmla="*/ 115253 h 279082"/>
                <a:gd name="connsiteX11" fmla="*/ 182880 w 242887"/>
                <a:gd name="connsiteY11" fmla="*/ 115253 h 279082"/>
                <a:gd name="connsiteX12" fmla="*/ 123825 w 242887"/>
                <a:gd name="connsiteY12" fmla="*/ 50482 h 279082"/>
                <a:gd name="connsiteX13" fmla="*/ 61913 w 242887"/>
                <a:gd name="connsiteY13" fmla="*/ 115253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3"/>
                    <a:pt x="132397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2" y="235268"/>
                  </a:lnTo>
                  <a:cubicBezTo>
                    <a:pt x="206692" y="264795"/>
                    <a:pt x="172402" y="279083"/>
                    <a:pt x="132397" y="279083"/>
                  </a:cubicBezTo>
                  <a:close/>
                  <a:moveTo>
                    <a:pt x="61913" y="115253"/>
                  </a:moveTo>
                  <a:lnTo>
                    <a:pt x="182880" y="115253"/>
                  </a:lnTo>
                  <a:cubicBezTo>
                    <a:pt x="180022" y="74295"/>
                    <a:pt x="159067" y="50482"/>
                    <a:pt x="123825" y="50482"/>
                  </a:cubicBezTo>
                  <a:cubicBezTo>
                    <a:pt x="89535" y="50482"/>
                    <a:pt x="67627" y="74295"/>
                    <a:pt x="61913" y="115253"/>
                  </a:cubicBezTo>
                  <a:close/>
                </a:path>
              </a:pathLst>
            </a:custGeom>
            <a:solidFill>
              <a:srgbClr val="041E4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96" name="Freihandform: Form 143">
              <a:extLst>
                <a:ext uri="{FF2B5EF4-FFF2-40B4-BE49-F238E27FC236}">
                  <a16:creationId xmlns:a16="http://schemas.microsoft.com/office/drawing/2014/main" id="{3D433F7E-E5FB-4B45-87E4-D54E97FD3DEE}"/>
                </a:ext>
              </a:extLst>
            </p:cNvPr>
            <p:cNvSpPr/>
            <p:nvPr/>
          </p:nvSpPr>
          <p:spPr>
            <a:xfrm>
              <a:off x="825417" y="293688"/>
              <a:ext cx="83663" cy="133347"/>
            </a:xfrm>
            <a:custGeom>
              <a:avLst/>
              <a:gdLst>
                <a:gd name="connsiteX0" fmla="*/ 0 w 248602"/>
                <a:gd name="connsiteY0" fmla="*/ 255270 h 396239"/>
                <a:gd name="connsiteX1" fmla="*/ 108585 w 248602"/>
                <a:gd name="connsiteY1" fmla="*/ 116205 h 396239"/>
                <a:gd name="connsiteX2" fmla="*/ 185738 w 248602"/>
                <a:gd name="connsiteY2" fmla="*/ 152400 h 396239"/>
                <a:gd name="connsiteX3" fmla="*/ 186690 w 248602"/>
                <a:gd name="connsiteY3" fmla="*/ 152400 h 396239"/>
                <a:gd name="connsiteX4" fmla="*/ 186690 w 248602"/>
                <a:gd name="connsiteY4" fmla="*/ 15240 h 396239"/>
                <a:gd name="connsiteX5" fmla="*/ 248602 w 248602"/>
                <a:gd name="connsiteY5" fmla="*/ 0 h 396239"/>
                <a:gd name="connsiteX6" fmla="*/ 248602 w 248602"/>
                <a:gd name="connsiteY6" fmla="*/ 389573 h 396239"/>
                <a:gd name="connsiteX7" fmla="*/ 187642 w 248602"/>
                <a:gd name="connsiteY7" fmla="*/ 389573 h 396239"/>
                <a:gd name="connsiteX8" fmla="*/ 187642 w 248602"/>
                <a:gd name="connsiteY8" fmla="*/ 358140 h 396239"/>
                <a:gd name="connsiteX9" fmla="*/ 186690 w 248602"/>
                <a:gd name="connsiteY9" fmla="*/ 358140 h 396239"/>
                <a:gd name="connsiteX10" fmla="*/ 106680 w 248602"/>
                <a:gd name="connsiteY10" fmla="*/ 396240 h 396239"/>
                <a:gd name="connsiteX11" fmla="*/ 0 w 248602"/>
                <a:gd name="connsiteY11" fmla="*/ 255270 h 396239"/>
                <a:gd name="connsiteX12" fmla="*/ 60960 w 248602"/>
                <a:gd name="connsiteY12" fmla="*/ 255270 h 396239"/>
                <a:gd name="connsiteX13" fmla="*/ 122872 w 248602"/>
                <a:gd name="connsiteY13" fmla="*/ 340995 h 396239"/>
                <a:gd name="connsiteX14" fmla="*/ 186690 w 248602"/>
                <a:gd name="connsiteY14" fmla="*/ 305753 h 396239"/>
                <a:gd name="connsiteX15" fmla="*/ 186690 w 248602"/>
                <a:gd name="connsiteY15" fmla="*/ 207645 h 396239"/>
                <a:gd name="connsiteX16" fmla="*/ 122872 w 248602"/>
                <a:gd name="connsiteY16" fmla="*/ 172402 h 396239"/>
                <a:gd name="connsiteX17" fmla="*/ 60960 w 248602"/>
                <a:gd name="connsiteY17" fmla="*/ 255270 h 396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48602" h="396239">
                  <a:moveTo>
                    <a:pt x="0" y="255270"/>
                  </a:moveTo>
                  <a:cubicBezTo>
                    <a:pt x="0" y="169545"/>
                    <a:pt x="43815" y="116205"/>
                    <a:pt x="108585" y="116205"/>
                  </a:cubicBezTo>
                  <a:cubicBezTo>
                    <a:pt x="141922" y="116205"/>
                    <a:pt x="168592" y="130493"/>
                    <a:pt x="185738" y="152400"/>
                  </a:cubicBezTo>
                  <a:lnTo>
                    <a:pt x="186690" y="152400"/>
                  </a:lnTo>
                  <a:lnTo>
                    <a:pt x="186690" y="15240"/>
                  </a:lnTo>
                  <a:lnTo>
                    <a:pt x="248602" y="0"/>
                  </a:lnTo>
                  <a:lnTo>
                    <a:pt x="248602" y="389573"/>
                  </a:lnTo>
                  <a:lnTo>
                    <a:pt x="187642" y="389573"/>
                  </a:lnTo>
                  <a:lnTo>
                    <a:pt x="187642" y="358140"/>
                  </a:lnTo>
                  <a:lnTo>
                    <a:pt x="186690" y="358140"/>
                  </a:lnTo>
                  <a:cubicBezTo>
                    <a:pt x="167640" y="381953"/>
                    <a:pt x="140017" y="396240"/>
                    <a:pt x="106680" y="396240"/>
                  </a:cubicBezTo>
                  <a:cubicBezTo>
                    <a:pt x="43815" y="395288"/>
                    <a:pt x="0" y="340995"/>
                    <a:pt x="0" y="255270"/>
                  </a:cubicBezTo>
                  <a:close/>
                  <a:moveTo>
                    <a:pt x="60960" y="255270"/>
                  </a:moveTo>
                  <a:cubicBezTo>
                    <a:pt x="60960" y="309563"/>
                    <a:pt x="83820" y="340995"/>
                    <a:pt x="122872" y="340995"/>
                  </a:cubicBezTo>
                  <a:cubicBezTo>
                    <a:pt x="146685" y="340995"/>
                    <a:pt x="166688" y="329565"/>
                    <a:pt x="186690" y="305753"/>
                  </a:cubicBezTo>
                  <a:lnTo>
                    <a:pt x="186690" y="207645"/>
                  </a:lnTo>
                  <a:cubicBezTo>
                    <a:pt x="168592" y="183833"/>
                    <a:pt x="148590" y="172402"/>
                    <a:pt x="122872" y="172402"/>
                  </a:cubicBezTo>
                  <a:cubicBezTo>
                    <a:pt x="82867" y="172402"/>
                    <a:pt x="60960" y="201930"/>
                    <a:pt x="60960" y="255270"/>
                  </a:cubicBezTo>
                  <a:close/>
                </a:path>
              </a:pathLst>
            </a:custGeom>
            <a:solidFill>
              <a:srgbClr val="041E4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97" name="Freihandform: Form 144">
              <a:extLst>
                <a:ext uri="{FF2B5EF4-FFF2-40B4-BE49-F238E27FC236}">
                  <a16:creationId xmlns:a16="http://schemas.microsoft.com/office/drawing/2014/main" id="{39EB8253-0480-F945-BF50-3C39BC415AEF}"/>
                </a:ext>
              </a:extLst>
            </p:cNvPr>
            <p:cNvSpPr/>
            <p:nvPr/>
          </p:nvSpPr>
          <p:spPr>
            <a:xfrm>
              <a:off x="936967" y="332713"/>
              <a:ext cx="53852" cy="91758"/>
            </a:xfrm>
            <a:custGeom>
              <a:avLst/>
              <a:gdLst>
                <a:gd name="connsiteX0" fmla="*/ 160020 w 160020"/>
                <a:gd name="connsiteY0" fmla="*/ 5005 h 272657"/>
                <a:gd name="connsiteX1" fmla="*/ 150495 w 160020"/>
                <a:gd name="connsiteY1" fmla="*/ 68823 h 272657"/>
                <a:gd name="connsiteX2" fmla="*/ 116205 w 160020"/>
                <a:gd name="connsiteY2" fmla="*/ 60250 h 272657"/>
                <a:gd name="connsiteX3" fmla="*/ 61913 w 160020"/>
                <a:gd name="connsiteY3" fmla="*/ 135498 h 272657"/>
                <a:gd name="connsiteX4" fmla="*/ 61913 w 160020"/>
                <a:gd name="connsiteY4" fmla="*/ 272658 h 272657"/>
                <a:gd name="connsiteX5" fmla="*/ 0 w 160020"/>
                <a:gd name="connsiteY5" fmla="*/ 272658 h 272657"/>
                <a:gd name="connsiteX6" fmla="*/ 0 w 160020"/>
                <a:gd name="connsiteY6" fmla="*/ 5958 h 272657"/>
                <a:gd name="connsiteX7" fmla="*/ 60960 w 160020"/>
                <a:gd name="connsiteY7" fmla="*/ 5958 h 272657"/>
                <a:gd name="connsiteX8" fmla="*/ 60960 w 160020"/>
                <a:gd name="connsiteY8" fmla="*/ 40248 h 272657"/>
                <a:gd name="connsiteX9" fmla="*/ 61913 w 160020"/>
                <a:gd name="connsiteY9" fmla="*/ 40248 h 272657"/>
                <a:gd name="connsiteX10" fmla="*/ 131445 w 160020"/>
                <a:gd name="connsiteY10" fmla="*/ 243 h 272657"/>
                <a:gd name="connsiteX11" fmla="*/ 160020 w 160020"/>
                <a:gd name="connsiteY11" fmla="*/ 5005 h 2726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0020" h="272657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3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8" y="-710"/>
                    <a:pt x="150495" y="1195"/>
                    <a:pt x="160020" y="5005"/>
                  </a:cubicBezTo>
                  <a:close/>
                </a:path>
              </a:pathLst>
            </a:custGeom>
            <a:solidFill>
              <a:srgbClr val="041E4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98" name="Freihandform: Form 145">
              <a:extLst>
                <a:ext uri="{FF2B5EF4-FFF2-40B4-BE49-F238E27FC236}">
                  <a16:creationId xmlns:a16="http://schemas.microsoft.com/office/drawing/2014/main" id="{3C3CAEA5-31EB-6B48-8A0B-FDDA4E37BB49}"/>
                </a:ext>
              </a:extLst>
            </p:cNvPr>
            <p:cNvSpPr/>
            <p:nvPr/>
          </p:nvSpPr>
          <p:spPr>
            <a:xfrm>
              <a:off x="1005565" y="294971"/>
              <a:ext cx="26605" cy="129501"/>
            </a:xfrm>
            <a:custGeom>
              <a:avLst/>
              <a:gdLst>
                <a:gd name="connsiteX0" fmla="*/ 79058 w 79057"/>
                <a:gd name="connsiteY0" fmla="*/ 38100 h 384810"/>
                <a:gd name="connsiteX1" fmla="*/ 39052 w 79057"/>
                <a:gd name="connsiteY1" fmla="*/ 76200 h 384810"/>
                <a:gd name="connsiteX2" fmla="*/ 0 w 79057"/>
                <a:gd name="connsiteY2" fmla="*/ 38100 h 384810"/>
                <a:gd name="connsiteX3" fmla="*/ 39052 w 79057"/>
                <a:gd name="connsiteY3" fmla="*/ 0 h 384810"/>
                <a:gd name="connsiteX4" fmla="*/ 79058 w 79057"/>
                <a:gd name="connsiteY4" fmla="*/ 38100 h 384810"/>
                <a:gd name="connsiteX5" fmla="*/ 71438 w 79057"/>
                <a:gd name="connsiteY5" fmla="*/ 384810 h 384810"/>
                <a:gd name="connsiteX6" fmla="*/ 9525 w 79057"/>
                <a:gd name="connsiteY6" fmla="*/ 384810 h 384810"/>
                <a:gd name="connsiteX7" fmla="*/ 9525 w 79057"/>
                <a:gd name="connsiteY7" fmla="*/ 118110 h 384810"/>
                <a:gd name="connsiteX8" fmla="*/ 71438 w 79057"/>
                <a:gd name="connsiteY8" fmla="*/ 118110 h 384810"/>
                <a:gd name="connsiteX9" fmla="*/ 71438 w 79057"/>
                <a:gd name="connsiteY9" fmla="*/ 384810 h 384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4810">
                  <a:moveTo>
                    <a:pt x="79058" y="38100"/>
                  </a:moveTo>
                  <a:cubicBezTo>
                    <a:pt x="79058" y="60007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7" y="0"/>
                    <a:pt x="39052" y="0"/>
                  </a:cubicBezTo>
                  <a:cubicBezTo>
                    <a:pt x="61913" y="0"/>
                    <a:pt x="79058" y="16193"/>
                    <a:pt x="79058" y="38100"/>
                  </a:cubicBezTo>
                  <a:close/>
                  <a:moveTo>
                    <a:pt x="71438" y="384810"/>
                  </a:moveTo>
                  <a:lnTo>
                    <a:pt x="9525" y="384810"/>
                  </a:lnTo>
                  <a:lnTo>
                    <a:pt x="9525" y="118110"/>
                  </a:lnTo>
                  <a:lnTo>
                    <a:pt x="71438" y="118110"/>
                  </a:lnTo>
                  <a:lnTo>
                    <a:pt x="71438" y="384810"/>
                  </a:lnTo>
                  <a:close/>
                </a:path>
              </a:pathLst>
            </a:custGeom>
            <a:solidFill>
              <a:srgbClr val="041E4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99" name="Freihandform: Form 146">
              <a:extLst>
                <a:ext uri="{FF2B5EF4-FFF2-40B4-BE49-F238E27FC236}">
                  <a16:creationId xmlns:a16="http://schemas.microsoft.com/office/drawing/2014/main" id="{6BF62CD0-F5B5-8845-8426-81D7F83163CB}"/>
                </a:ext>
              </a:extLst>
            </p:cNvPr>
            <p:cNvSpPr/>
            <p:nvPr/>
          </p:nvSpPr>
          <p:spPr>
            <a:xfrm>
              <a:off x="1052044" y="332474"/>
              <a:ext cx="75649" cy="94240"/>
            </a:xfrm>
            <a:custGeom>
              <a:avLst/>
              <a:gdLst>
                <a:gd name="connsiteX0" fmla="*/ 222885 w 224789"/>
                <a:gd name="connsiteY0" fmla="*/ 237172 h 280034"/>
                <a:gd name="connsiteX1" fmla="*/ 127635 w 224789"/>
                <a:gd name="connsiteY1" fmla="*/ 280035 h 280034"/>
                <a:gd name="connsiteX2" fmla="*/ 0 w 224789"/>
                <a:gd name="connsiteY2" fmla="*/ 140970 h 280034"/>
                <a:gd name="connsiteX3" fmla="*/ 128588 w 224789"/>
                <a:gd name="connsiteY3" fmla="*/ 0 h 280034"/>
                <a:gd name="connsiteX4" fmla="*/ 224790 w 224789"/>
                <a:gd name="connsiteY4" fmla="*/ 45720 h 280034"/>
                <a:gd name="connsiteX5" fmla="*/ 181927 w 224789"/>
                <a:gd name="connsiteY5" fmla="*/ 86678 h 280034"/>
                <a:gd name="connsiteX6" fmla="*/ 128588 w 224789"/>
                <a:gd name="connsiteY6" fmla="*/ 57150 h 280034"/>
                <a:gd name="connsiteX7" fmla="*/ 62865 w 224789"/>
                <a:gd name="connsiteY7" fmla="*/ 140018 h 280034"/>
                <a:gd name="connsiteX8" fmla="*/ 128588 w 224789"/>
                <a:gd name="connsiteY8" fmla="*/ 222885 h 280034"/>
                <a:gd name="connsiteX9" fmla="*/ 183833 w 224789"/>
                <a:gd name="connsiteY9" fmla="*/ 193358 h 280034"/>
                <a:gd name="connsiteX10" fmla="*/ 222885 w 224789"/>
                <a:gd name="connsiteY10" fmla="*/ 237172 h 2800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4789" h="280034">
                  <a:moveTo>
                    <a:pt x="222885" y="237172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2" y="0"/>
                    <a:pt x="200977" y="15240"/>
                    <a:pt x="224790" y="45720"/>
                  </a:cubicBezTo>
                  <a:lnTo>
                    <a:pt x="181927" y="86678"/>
                  </a:lnTo>
                  <a:cubicBezTo>
                    <a:pt x="166688" y="66675"/>
                    <a:pt x="149542" y="57150"/>
                    <a:pt x="128588" y="57150"/>
                  </a:cubicBezTo>
                  <a:cubicBezTo>
                    <a:pt x="89535" y="57150"/>
                    <a:pt x="62865" y="89535"/>
                    <a:pt x="62865" y="140018"/>
                  </a:cubicBezTo>
                  <a:cubicBezTo>
                    <a:pt x="62865" y="189547"/>
                    <a:pt x="89535" y="222885"/>
                    <a:pt x="128588" y="222885"/>
                  </a:cubicBezTo>
                  <a:cubicBezTo>
                    <a:pt x="149542" y="222885"/>
                    <a:pt x="166688" y="213360"/>
                    <a:pt x="183833" y="193358"/>
                  </a:cubicBezTo>
                  <a:lnTo>
                    <a:pt x="222885" y="237172"/>
                  </a:lnTo>
                  <a:close/>
                </a:path>
              </a:pathLst>
            </a:custGeom>
            <a:solidFill>
              <a:srgbClr val="041E4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0" name="Freihandform: Form 147">
              <a:extLst>
                <a:ext uri="{FF2B5EF4-FFF2-40B4-BE49-F238E27FC236}">
                  <a16:creationId xmlns:a16="http://schemas.microsoft.com/office/drawing/2014/main" id="{74F82E2E-2B50-F84C-8BD0-1F0FD1E8B441}"/>
                </a:ext>
              </a:extLst>
            </p:cNvPr>
            <p:cNvSpPr/>
            <p:nvPr/>
          </p:nvSpPr>
          <p:spPr>
            <a:xfrm>
              <a:off x="1145644" y="293688"/>
              <a:ext cx="77252" cy="131103"/>
            </a:xfrm>
            <a:custGeom>
              <a:avLst/>
              <a:gdLst>
                <a:gd name="connsiteX0" fmla="*/ 229553 w 229552"/>
                <a:gd name="connsiteY0" fmla="*/ 388620 h 389572"/>
                <a:gd name="connsiteX1" fmla="*/ 167640 w 229552"/>
                <a:gd name="connsiteY1" fmla="*/ 388620 h 389572"/>
                <a:gd name="connsiteX2" fmla="*/ 167640 w 229552"/>
                <a:gd name="connsiteY2" fmla="*/ 236220 h 389572"/>
                <a:gd name="connsiteX3" fmla="*/ 118110 w 229552"/>
                <a:gd name="connsiteY3" fmla="*/ 171450 h 389572"/>
                <a:gd name="connsiteX4" fmla="*/ 62865 w 229552"/>
                <a:gd name="connsiteY4" fmla="*/ 236220 h 389572"/>
                <a:gd name="connsiteX5" fmla="*/ 62865 w 229552"/>
                <a:gd name="connsiteY5" fmla="*/ 389573 h 389572"/>
                <a:gd name="connsiteX6" fmla="*/ 0 w 229552"/>
                <a:gd name="connsiteY6" fmla="*/ 389573 h 389572"/>
                <a:gd name="connsiteX7" fmla="*/ 0 w 229552"/>
                <a:gd name="connsiteY7" fmla="*/ 15240 h 389572"/>
                <a:gd name="connsiteX8" fmla="*/ 61913 w 229552"/>
                <a:gd name="connsiteY8" fmla="*/ 0 h 389572"/>
                <a:gd name="connsiteX9" fmla="*/ 61913 w 229552"/>
                <a:gd name="connsiteY9" fmla="*/ 155258 h 389572"/>
                <a:gd name="connsiteX10" fmla="*/ 62865 w 229552"/>
                <a:gd name="connsiteY10" fmla="*/ 155258 h 389572"/>
                <a:gd name="connsiteX11" fmla="*/ 140970 w 229552"/>
                <a:gd name="connsiteY11" fmla="*/ 116205 h 389572"/>
                <a:gd name="connsiteX12" fmla="*/ 228600 w 229552"/>
                <a:gd name="connsiteY12" fmla="*/ 223838 h 389572"/>
                <a:gd name="connsiteX13" fmla="*/ 228600 w 229552"/>
                <a:gd name="connsiteY13" fmla="*/ 388620 h 389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9552" h="389572">
                  <a:moveTo>
                    <a:pt x="229553" y="388620"/>
                  </a:moveTo>
                  <a:lnTo>
                    <a:pt x="167640" y="388620"/>
                  </a:lnTo>
                  <a:lnTo>
                    <a:pt x="167640" y="236220"/>
                  </a:lnTo>
                  <a:cubicBezTo>
                    <a:pt x="167640" y="197168"/>
                    <a:pt x="155257" y="171450"/>
                    <a:pt x="118110" y="171450"/>
                  </a:cubicBezTo>
                  <a:cubicBezTo>
                    <a:pt x="75247" y="171450"/>
                    <a:pt x="62865" y="205740"/>
                    <a:pt x="62865" y="236220"/>
                  </a:cubicBezTo>
                  <a:lnTo>
                    <a:pt x="62865" y="389573"/>
                  </a:lnTo>
                  <a:lnTo>
                    <a:pt x="0" y="389573"/>
                  </a:lnTo>
                  <a:lnTo>
                    <a:pt x="0" y="15240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8" y="116205"/>
                    <a:pt x="140970" y="116205"/>
                  </a:cubicBezTo>
                  <a:cubicBezTo>
                    <a:pt x="202882" y="116205"/>
                    <a:pt x="228600" y="161925"/>
                    <a:pt x="228600" y="223838"/>
                  </a:cubicBezTo>
                  <a:lnTo>
                    <a:pt x="228600" y="388620"/>
                  </a:lnTo>
                  <a:close/>
                </a:path>
              </a:pathLst>
            </a:custGeom>
            <a:solidFill>
              <a:srgbClr val="041E4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1" name="Freihandform: Form 148">
              <a:extLst>
                <a:ext uri="{FF2B5EF4-FFF2-40B4-BE49-F238E27FC236}">
                  <a16:creationId xmlns:a16="http://schemas.microsoft.com/office/drawing/2014/main" id="{764A666C-D860-AD49-B7E5-01027DAF2F9E}"/>
                </a:ext>
              </a:extLst>
            </p:cNvPr>
            <p:cNvSpPr/>
            <p:nvPr/>
          </p:nvSpPr>
          <p:spPr>
            <a:xfrm>
              <a:off x="1246937" y="359721"/>
              <a:ext cx="43915" cy="19874"/>
            </a:xfrm>
            <a:custGeom>
              <a:avLst/>
              <a:gdLst>
                <a:gd name="connsiteX0" fmla="*/ 130492 w 130492"/>
                <a:gd name="connsiteY0" fmla="*/ 59055 h 59055"/>
                <a:gd name="connsiteX1" fmla="*/ 0 w 130492"/>
                <a:gd name="connsiteY1" fmla="*/ 59055 h 59055"/>
                <a:gd name="connsiteX2" fmla="*/ 0 w 130492"/>
                <a:gd name="connsiteY2" fmla="*/ 0 h 59055"/>
                <a:gd name="connsiteX3" fmla="*/ 130492 w 130492"/>
                <a:gd name="connsiteY3" fmla="*/ 0 h 59055"/>
                <a:gd name="connsiteX4" fmla="*/ 130492 w 130492"/>
                <a:gd name="connsiteY4" fmla="*/ 59055 h 59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0492" h="59055">
                  <a:moveTo>
                    <a:pt x="130492" y="59055"/>
                  </a:moveTo>
                  <a:lnTo>
                    <a:pt x="0" y="59055"/>
                  </a:lnTo>
                  <a:lnTo>
                    <a:pt x="0" y="0"/>
                  </a:lnTo>
                  <a:lnTo>
                    <a:pt x="130492" y="0"/>
                  </a:lnTo>
                  <a:lnTo>
                    <a:pt x="130492" y="59055"/>
                  </a:lnTo>
                  <a:close/>
                </a:path>
              </a:pathLst>
            </a:custGeom>
            <a:solidFill>
              <a:srgbClr val="041E4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2" name="Freihandform: Form 149">
              <a:extLst>
                <a:ext uri="{FF2B5EF4-FFF2-40B4-BE49-F238E27FC236}">
                  <a16:creationId xmlns:a16="http://schemas.microsoft.com/office/drawing/2014/main" id="{A60FAD8F-356D-9A49-8917-F8D75E39E254}"/>
                </a:ext>
              </a:extLst>
            </p:cNvPr>
            <p:cNvSpPr/>
            <p:nvPr/>
          </p:nvSpPr>
          <p:spPr>
            <a:xfrm>
              <a:off x="1302071" y="300420"/>
              <a:ext cx="115397" cy="124051"/>
            </a:xfrm>
            <a:custGeom>
              <a:avLst/>
              <a:gdLst>
                <a:gd name="connsiteX0" fmla="*/ 136208 w 342900"/>
                <a:gd name="connsiteY0" fmla="*/ 0 h 368617"/>
                <a:gd name="connsiteX1" fmla="*/ 205740 w 342900"/>
                <a:gd name="connsiteY1" fmla="*/ 0 h 368617"/>
                <a:gd name="connsiteX2" fmla="*/ 342900 w 342900"/>
                <a:gd name="connsiteY2" fmla="*/ 368618 h 368617"/>
                <a:gd name="connsiteX3" fmla="*/ 271463 w 342900"/>
                <a:gd name="connsiteY3" fmla="*/ 368618 h 368617"/>
                <a:gd name="connsiteX4" fmla="*/ 244793 w 342900"/>
                <a:gd name="connsiteY4" fmla="*/ 290512 h 368617"/>
                <a:gd name="connsiteX5" fmla="*/ 96203 w 342900"/>
                <a:gd name="connsiteY5" fmla="*/ 290512 h 368617"/>
                <a:gd name="connsiteX6" fmla="*/ 69533 w 342900"/>
                <a:gd name="connsiteY6" fmla="*/ 368618 h 368617"/>
                <a:gd name="connsiteX7" fmla="*/ 0 w 342900"/>
                <a:gd name="connsiteY7" fmla="*/ 368618 h 368617"/>
                <a:gd name="connsiteX8" fmla="*/ 136208 w 342900"/>
                <a:gd name="connsiteY8" fmla="*/ 0 h 368617"/>
                <a:gd name="connsiteX9" fmla="*/ 116205 w 342900"/>
                <a:gd name="connsiteY9" fmla="*/ 231458 h 368617"/>
                <a:gd name="connsiteX10" fmla="*/ 223838 w 342900"/>
                <a:gd name="connsiteY10" fmla="*/ 231458 h 368617"/>
                <a:gd name="connsiteX11" fmla="*/ 170498 w 342900"/>
                <a:gd name="connsiteY11" fmla="*/ 75247 h 368617"/>
                <a:gd name="connsiteX12" fmla="*/ 169545 w 342900"/>
                <a:gd name="connsiteY12" fmla="*/ 75247 h 368617"/>
                <a:gd name="connsiteX13" fmla="*/ 116205 w 342900"/>
                <a:gd name="connsiteY13" fmla="*/ 231458 h 368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42900" h="368617">
                  <a:moveTo>
                    <a:pt x="136208" y="0"/>
                  </a:moveTo>
                  <a:lnTo>
                    <a:pt x="205740" y="0"/>
                  </a:lnTo>
                  <a:lnTo>
                    <a:pt x="342900" y="368618"/>
                  </a:lnTo>
                  <a:lnTo>
                    <a:pt x="271463" y="368618"/>
                  </a:lnTo>
                  <a:lnTo>
                    <a:pt x="244793" y="290512"/>
                  </a:lnTo>
                  <a:lnTo>
                    <a:pt x="96203" y="290512"/>
                  </a:lnTo>
                  <a:lnTo>
                    <a:pt x="69533" y="368618"/>
                  </a:lnTo>
                  <a:lnTo>
                    <a:pt x="0" y="368618"/>
                  </a:lnTo>
                  <a:lnTo>
                    <a:pt x="136208" y="0"/>
                  </a:lnTo>
                  <a:close/>
                  <a:moveTo>
                    <a:pt x="116205" y="231458"/>
                  </a:moveTo>
                  <a:lnTo>
                    <a:pt x="223838" y="231458"/>
                  </a:lnTo>
                  <a:lnTo>
                    <a:pt x="170498" y="75247"/>
                  </a:lnTo>
                  <a:lnTo>
                    <a:pt x="169545" y="75247"/>
                  </a:lnTo>
                  <a:lnTo>
                    <a:pt x="116205" y="231458"/>
                  </a:lnTo>
                  <a:close/>
                </a:path>
              </a:pathLst>
            </a:custGeom>
            <a:solidFill>
              <a:srgbClr val="041E4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3" name="Freihandform: Form 150">
              <a:extLst>
                <a:ext uri="{FF2B5EF4-FFF2-40B4-BE49-F238E27FC236}">
                  <a16:creationId xmlns:a16="http://schemas.microsoft.com/office/drawing/2014/main" id="{2122BFDD-4180-3242-9DE6-1722C6BB87E1}"/>
                </a:ext>
              </a:extLst>
            </p:cNvPr>
            <p:cNvSpPr/>
            <p:nvPr/>
          </p:nvSpPr>
          <p:spPr>
            <a:xfrm>
              <a:off x="1436060" y="293688"/>
              <a:ext cx="20835" cy="130783"/>
            </a:xfrm>
            <a:custGeom>
              <a:avLst/>
              <a:gdLst>
                <a:gd name="connsiteX0" fmla="*/ 61913 w 61912"/>
                <a:gd name="connsiteY0" fmla="*/ 388620 h 388620"/>
                <a:gd name="connsiteX1" fmla="*/ 0 w 61912"/>
                <a:gd name="connsiteY1" fmla="*/ 388620 h 388620"/>
                <a:gd name="connsiteX2" fmla="*/ 0 w 61912"/>
                <a:gd name="connsiteY2" fmla="*/ 14288 h 388620"/>
                <a:gd name="connsiteX3" fmla="*/ 61913 w 61912"/>
                <a:gd name="connsiteY3" fmla="*/ 0 h 388620"/>
                <a:gd name="connsiteX4" fmla="*/ 61913 w 61912"/>
                <a:gd name="connsiteY4" fmla="*/ 388620 h 3886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1912" h="388620">
                  <a:moveTo>
                    <a:pt x="61913" y="388620"/>
                  </a:moveTo>
                  <a:lnTo>
                    <a:pt x="0" y="388620"/>
                  </a:lnTo>
                  <a:lnTo>
                    <a:pt x="0" y="14288"/>
                  </a:lnTo>
                  <a:lnTo>
                    <a:pt x="61913" y="0"/>
                  </a:lnTo>
                  <a:lnTo>
                    <a:pt x="61913" y="388620"/>
                  </a:lnTo>
                  <a:close/>
                </a:path>
              </a:pathLst>
            </a:custGeom>
            <a:solidFill>
              <a:srgbClr val="041E4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4" name="Freihandform: Form 151">
              <a:extLst>
                <a:ext uri="{FF2B5EF4-FFF2-40B4-BE49-F238E27FC236}">
                  <a16:creationId xmlns:a16="http://schemas.microsoft.com/office/drawing/2014/main" id="{A137BDFA-16B4-5E4D-90CA-25E45475E283}"/>
                </a:ext>
              </a:extLst>
            </p:cNvPr>
            <p:cNvSpPr/>
            <p:nvPr/>
          </p:nvSpPr>
          <p:spPr>
            <a:xfrm>
              <a:off x="1479334" y="332795"/>
              <a:ext cx="81739" cy="93920"/>
            </a:xfrm>
            <a:custGeom>
              <a:avLst/>
              <a:gdLst>
                <a:gd name="connsiteX0" fmla="*/ 132397 w 242887"/>
                <a:gd name="connsiteY0" fmla="*/ 279083 h 279082"/>
                <a:gd name="connsiteX1" fmla="*/ 0 w 242887"/>
                <a:gd name="connsiteY1" fmla="*/ 139065 h 279082"/>
                <a:gd name="connsiteX2" fmla="*/ 124778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7 w 242887"/>
                <a:gd name="connsiteY6" fmla="*/ 225743 h 279082"/>
                <a:gd name="connsiteX7" fmla="*/ 198120 w 242887"/>
                <a:gd name="connsiteY7" fmla="*/ 194310 h 279082"/>
                <a:gd name="connsiteX8" fmla="*/ 237172 w 242887"/>
                <a:gd name="connsiteY8" fmla="*/ 235268 h 279082"/>
                <a:gd name="connsiteX9" fmla="*/ 132397 w 242887"/>
                <a:gd name="connsiteY9" fmla="*/ 279083 h 279082"/>
                <a:gd name="connsiteX10" fmla="*/ 62865 w 242887"/>
                <a:gd name="connsiteY10" fmla="*/ 115253 h 279082"/>
                <a:gd name="connsiteX11" fmla="*/ 183832 w 242887"/>
                <a:gd name="connsiteY11" fmla="*/ 115253 h 279082"/>
                <a:gd name="connsiteX12" fmla="*/ 124778 w 242887"/>
                <a:gd name="connsiteY12" fmla="*/ 50482 h 279082"/>
                <a:gd name="connsiteX13" fmla="*/ 62865 w 242887"/>
                <a:gd name="connsiteY13" fmla="*/ 115253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8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3"/>
                    <a:pt x="132397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2" y="235268"/>
                  </a:lnTo>
                  <a:cubicBezTo>
                    <a:pt x="206692" y="264795"/>
                    <a:pt x="173355" y="279083"/>
                    <a:pt x="132397" y="279083"/>
                  </a:cubicBezTo>
                  <a:close/>
                  <a:moveTo>
                    <a:pt x="62865" y="115253"/>
                  </a:moveTo>
                  <a:lnTo>
                    <a:pt x="183832" y="115253"/>
                  </a:lnTo>
                  <a:cubicBezTo>
                    <a:pt x="180975" y="74295"/>
                    <a:pt x="160020" y="50482"/>
                    <a:pt x="124778" y="50482"/>
                  </a:cubicBezTo>
                  <a:cubicBezTo>
                    <a:pt x="90488" y="50482"/>
                    <a:pt x="68580" y="74295"/>
                    <a:pt x="62865" y="115253"/>
                  </a:cubicBezTo>
                  <a:close/>
                </a:path>
              </a:pathLst>
            </a:custGeom>
            <a:solidFill>
              <a:srgbClr val="041E4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5" name="Freihandform: Form 152">
              <a:extLst>
                <a:ext uri="{FF2B5EF4-FFF2-40B4-BE49-F238E27FC236}">
                  <a16:creationId xmlns:a16="http://schemas.microsoft.com/office/drawing/2014/main" id="{51BC45C2-1274-BB42-B2FF-655E609A4F3F}"/>
                </a:ext>
              </a:extLst>
            </p:cNvPr>
            <p:cNvSpPr/>
            <p:nvPr/>
          </p:nvSpPr>
          <p:spPr>
            <a:xfrm>
              <a:off x="1572613" y="334718"/>
              <a:ext cx="85906" cy="89753"/>
            </a:xfrm>
            <a:custGeom>
              <a:avLst/>
              <a:gdLst>
                <a:gd name="connsiteX0" fmla="*/ 255270 w 255269"/>
                <a:gd name="connsiteY0" fmla="*/ 266700 h 266700"/>
                <a:gd name="connsiteX1" fmla="*/ 183832 w 255269"/>
                <a:gd name="connsiteY1" fmla="*/ 266700 h 266700"/>
                <a:gd name="connsiteX2" fmla="*/ 126682 w 255269"/>
                <a:gd name="connsiteY2" fmla="*/ 174307 h 266700"/>
                <a:gd name="connsiteX3" fmla="*/ 125730 w 255269"/>
                <a:gd name="connsiteY3" fmla="*/ 174307 h 266700"/>
                <a:gd name="connsiteX4" fmla="*/ 70485 w 255269"/>
                <a:gd name="connsiteY4" fmla="*/ 266700 h 266700"/>
                <a:gd name="connsiteX5" fmla="*/ 0 w 255269"/>
                <a:gd name="connsiteY5" fmla="*/ 266700 h 266700"/>
                <a:gd name="connsiteX6" fmla="*/ 91440 w 255269"/>
                <a:gd name="connsiteY6" fmla="*/ 128588 h 266700"/>
                <a:gd name="connsiteX7" fmla="*/ 6667 w 255269"/>
                <a:gd name="connsiteY7" fmla="*/ 0 h 266700"/>
                <a:gd name="connsiteX8" fmla="*/ 77152 w 255269"/>
                <a:gd name="connsiteY8" fmla="*/ 0 h 266700"/>
                <a:gd name="connsiteX9" fmla="*/ 127635 w 255269"/>
                <a:gd name="connsiteY9" fmla="*/ 81915 h 266700"/>
                <a:gd name="connsiteX10" fmla="*/ 128588 w 255269"/>
                <a:gd name="connsiteY10" fmla="*/ 81915 h 266700"/>
                <a:gd name="connsiteX11" fmla="*/ 178117 w 255269"/>
                <a:gd name="connsiteY11" fmla="*/ 0 h 266700"/>
                <a:gd name="connsiteX12" fmla="*/ 247650 w 255269"/>
                <a:gd name="connsiteY12" fmla="*/ 0 h 266700"/>
                <a:gd name="connsiteX13" fmla="*/ 163830 w 255269"/>
                <a:gd name="connsiteY13" fmla="*/ 127635 h 266700"/>
                <a:gd name="connsiteX14" fmla="*/ 255270 w 255269"/>
                <a:gd name="connsiteY14" fmla="*/ 266700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55269" h="266700">
                  <a:moveTo>
                    <a:pt x="255270" y="266700"/>
                  </a:moveTo>
                  <a:lnTo>
                    <a:pt x="183832" y="266700"/>
                  </a:lnTo>
                  <a:lnTo>
                    <a:pt x="126682" y="174307"/>
                  </a:lnTo>
                  <a:lnTo>
                    <a:pt x="125730" y="174307"/>
                  </a:lnTo>
                  <a:lnTo>
                    <a:pt x="70485" y="266700"/>
                  </a:lnTo>
                  <a:lnTo>
                    <a:pt x="0" y="266700"/>
                  </a:lnTo>
                  <a:lnTo>
                    <a:pt x="91440" y="128588"/>
                  </a:lnTo>
                  <a:lnTo>
                    <a:pt x="6667" y="0"/>
                  </a:lnTo>
                  <a:lnTo>
                    <a:pt x="77152" y="0"/>
                  </a:lnTo>
                  <a:lnTo>
                    <a:pt x="127635" y="81915"/>
                  </a:lnTo>
                  <a:lnTo>
                    <a:pt x="128588" y="81915"/>
                  </a:lnTo>
                  <a:lnTo>
                    <a:pt x="178117" y="0"/>
                  </a:lnTo>
                  <a:lnTo>
                    <a:pt x="247650" y="0"/>
                  </a:lnTo>
                  <a:lnTo>
                    <a:pt x="163830" y="127635"/>
                  </a:lnTo>
                  <a:lnTo>
                    <a:pt x="255270" y="266700"/>
                  </a:lnTo>
                  <a:close/>
                </a:path>
              </a:pathLst>
            </a:custGeom>
            <a:solidFill>
              <a:srgbClr val="041E4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6" name="Freihandform: Form 153">
              <a:extLst>
                <a:ext uri="{FF2B5EF4-FFF2-40B4-BE49-F238E27FC236}">
                  <a16:creationId xmlns:a16="http://schemas.microsoft.com/office/drawing/2014/main" id="{039CA6A1-8CFA-4A4B-9F23-2BB7B0C89625}"/>
                </a:ext>
              </a:extLst>
            </p:cNvPr>
            <p:cNvSpPr/>
            <p:nvPr/>
          </p:nvSpPr>
          <p:spPr>
            <a:xfrm>
              <a:off x="1669733" y="332795"/>
              <a:ext cx="75975" cy="93920"/>
            </a:xfrm>
            <a:custGeom>
              <a:avLst/>
              <a:gdLst>
                <a:gd name="connsiteX0" fmla="*/ 114317 w 225759"/>
                <a:gd name="connsiteY0" fmla="*/ 107632 h 279082"/>
                <a:gd name="connsiteX1" fmla="*/ 164799 w 225759"/>
                <a:gd name="connsiteY1" fmla="*/ 113347 h 279082"/>
                <a:gd name="connsiteX2" fmla="*/ 164799 w 225759"/>
                <a:gd name="connsiteY2" fmla="*/ 103822 h 279082"/>
                <a:gd name="connsiteX3" fmla="*/ 105744 w 225759"/>
                <a:gd name="connsiteY3" fmla="*/ 52388 h 279082"/>
                <a:gd name="connsiteX4" fmla="*/ 38117 w 225759"/>
                <a:gd name="connsiteY4" fmla="*/ 67628 h 279082"/>
                <a:gd name="connsiteX5" fmla="*/ 24782 w 225759"/>
                <a:gd name="connsiteY5" fmla="*/ 15240 h 279082"/>
                <a:gd name="connsiteX6" fmla="*/ 112412 w 225759"/>
                <a:gd name="connsiteY6" fmla="*/ 0 h 279082"/>
                <a:gd name="connsiteX7" fmla="*/ 225759 w 225759"/>
                <a:gd name="connsiteY7" fmla="*/ 102870 h 279082"/>
                <a:gd name="connsiteX8" fmla="*/ 225759 w 225759"/>
                <a:gd name="connsiteY8" fmla="*/ 273368 h 279082"/>
                <a:gd name="connsiteX9" fmla="*/ 166704 w 225759"/>
                <a:gd name="connsiteY9" fmla="*/ 273368 h 279082"/>
                <a:gd name="connsiteX10" fmla="*/ 166704 w 225759"/>
                <a:gd name="connsiteY10" fmla="*/ 244793 h 279082"/>
                <a:gd name="connsiteX11" fmla="*/ 165752 w 225759"/>
                <a:gd name="connsiteY11" fmla="*/ 244793 h 279082"/>
                <a:gd name="connsiteX12" fmla="*/ 87647 w 225759"/>
                <a:gd name="connsiteY12" fmla="*/ 279083 h 279082"/>
                <a:gd name="connsiteX13" fmla="*/ 17 w 225759"/>
                <a:gd name="connsiteY13" fmla="*/ 194310 h 279082"/>
                <a:gd name="connsiteX14" fmla="*/ 114317 w 225759"/>
                <a:gd name="connsiteY14" fmla="*/ 107632 h 279082"/>
                <a:gd name="connsiteX15" fmla="*/ 103839 w 225759"/>
                <a:gd name="connsiteY15" fmla="*/ 232410 h 279082"/>
                <a:gd name="connsiteX16" fmla="*/ 164799 w 225759"/>
                <a:gd name="connsiteY16" fmla="*/ 200025 h 279082"/>
                <a:gd name="connsiteX17" fmla="*/ 164799 w 225759"/>
                <a:gd name="connsiteY17" fmla="*/ 154305 h 279082"/>
                <a:gd name="connsiteX18" fmla="*/ 120984 w 225759"/>
                <a:gd name="connsiteY18" fmla="*/ 149543 h 279082"/>
                <a:gd name="connsiteX19" fmla="*/ 59072 w 225759"/>
                <a:gd name="connsiteY19" fmla="*/ 193358 h 279082"/>
                <a:gd name="connsiteX20" fmla="*/ 103839 w 225759"/>
                <a:gd name="connsiteY20" fmla="*/ 232410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25759" h="279082">
                  <a:moveTo>
                    <a:pt x="114317" y="107632"/>
                  </a:moveTo>
                  <a:cubicBezTo>
                    <a:pt x="131462" y="107632"/>
                    <a:pt x="147654" y="108585"/>
                    <a:pt x="164799" y="113347"/>
                  </a:cubicBezTo>
                  <a:lnTo>
                    <a:pt x="164799" y="103822"/>
                  </a:lnTo>
                  <a:cubicBezTo>
                    <a:pt x="164799" y="69532"/>
                    <a:pt x="144797" y="52388"/>
                    <a:pt x="105744" y="52388"/>
                  </a:cubicBezTo>
                  <a:cubicBezTo>
                    <a:pt x="83837" y="52388"/>
                    <a:pt x="60024" y="57150"/>
                    <a:pt x="38117" y="67628"/>
                  </a:cubicBezTo>
                  <a:lnTo>
                    <a:pt x="24782" y="15240"/>
                  </a:lnTo>
                  <a:cubicBezTo>
                    <a:pt x="49547" y="5715"/>
                    <a:pt x="81932" y="0"/>
                    <a:pt x="112412" y="0"/>
                  </a:cubicBezTo>
                  <a:cubicBezTo>
                    <a:pt x="187659" y="0"/>
                    <a:pt x="225759" y="35243"/>
                    <a:pt x="225759" y="102870"/>
                  </a:cubicBezTo>
                  <a:lnTo>
                    <a:pt x="225759" y="273368"/>
                  </a:lnTo>
                  <a:lnTo>
                    <a:pt x="166704" y="273368"/>
                  </a:lnTo>
                  <a:lnTo>
                    <a:pt x="166704" y="244793"/>
                  </a:lnTo>
                  <a:lnTo>
                    <a:pt x="165752" y="244793"/>
                  </a:lnTo>
                  <a:cubicBezTo>
                    <a:pt x="142892" y="268605"/>
                    <a:pt x="119079" y="279083"/>
                    <a:pt x="87647" y="279083"/>
                  </a:cubicBezTo>
                  <a:cubicBezTo>
                    <a:pt x="34307" y="279083"/>
                    <a:pt x="17" y="245745"/>
                    <a:pt x="17" y="194310"/>
                  </a:cubicBezTo>
                  <a:cubicBezTo>
                    <a:pt x="-936" y="138113"/>
                    <a:pt x="39069" y="107632"/>
                    <a:pt x="114317" y="107632"/>
                  </a:cubicBezTo>
                  <a:close/>
                  <a:moveTo>
                    <a:pt x="103839" y="232410"/>
                  </a:moveTo>
                  <a:cubicBezTo>
                    <a:pt x="126699" y="232410"/>
                    <a:pt x="147654" y="220980"/>
                    <a:pt x="164799" y="200025"/>
                  </a:cubicBezTo>
                  <a:lnTo>
                    <a:pt x="164799" y="154305"/>
                  </a:lnTo>
                  <a:cubicBezTo>
                    <a:pt x="150512" y="150495"/>
                    <a:pt x="135272" y="149543"/>
                    <a:pt x="120984" y="149543"/>
                  </a:cubicBezTo>
                  <a:cubicBezTo>
                    <a:pt x="81932" y="149543"/>
                    <a:pt x="59072" y="164783"/>
                    <a:pt x="59072" y="193358"/>
                  </a:cubicBezTo>
                  <a:cubicBezTo>
                    <a:pt x="59072" y="217170"/>
                    <a:pt x="76217" y="232410"/>
                    <a:pt x="103839" y="232410"/>
                  </a:cubicBezTo>
                  <a:close/>
                </a:path>
              </a:pathLst>
            </a:custGeom>
            <a:solidFill>
              <a:srgbClr val="041E4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7" name="Freihandform: Form 154">
              <a:extLst>
                <a:ext uri="{FF2B5EF4-FFF2-40B4-BE49-F238E27FC236}">
                  <a16:creationId xmlns:a16="http://schemas.microsoft.com/office/drawing/2014/main" id="{ED05D2C0-4637-7549-888A-5A0ED2277201}"/>
                </a:ext>
              </a:extLst>
            </p:cNvPr>
            <p:cNvSpPr/>
            <p:nvPr/>
          </p:nvSpPr>
          <p:spPr>
            <a:xfrm>
              <a:off x="1772314" y="332795"/>
              <a:ext cx="77252" cy="91997"/>
            </a:xfrm>
            <a:custGeom>
              <a:avLst/>
              <a:gdLst>
                <a:gd name="connsiteX0" fmla="*/ 229553 w 229552"/>
                <a:gd name="connsiteY0" fmla="*/ 272415 h 273367"/>
                <a:gd name="connsiteX1" fmla="*/ 166688 w 229552"/>
                <a:gd name="connsiteY1" fmla="*/ 272415 h 273367"/>
                <a:gd name="connsiteX2" fmla="*/ 166688 w 229552"/>
                <a:gd name="connsiteY2" fmla="*/ 120015 h 273367"/>
                <a:gd name="connsiteX3" fmla="*/ 117157 w 229552"/>
                <a:gd name="connsiteY3" fmla="*/ 55245 h 273367"/>
                <a:gd name="connsiteX4" fmla="*/ 61913 w 229552"/>
                <a:gd name="connsiteY4" fmla="*/ 120015 h 273367"/>
                <a:gd name="connsiteX5" fmla="*/ 61913 w 229552"/>
                <a:gd name="connsiteY5" fmla="*/ 273368 h 273367"/>
                <a:gd name="connsiteX6" fmla="*/ 0 w 229552"/>
                <a:gd name="connsiteY6" fmla="*/ 273368 h 273367"/>
                <a:gd name="connsiteX7" fmla="*/ 0 w 229552"/>
                <a:gd name="connsiteY7" fmla="*/ 6668 h 273367"/>
                <a:gd name="connsiteX8" fmla="*/ 61913 w 229552"/>
                <a:gd name="connsiteY8" fmla="*/ 6668 h 273367"/>
                <a:gd name="connsiteX9" fmla="*/ 61913 w 229552"/>
                <a:gd name="connsiteY9" fmla="*/ 39053 h 273367"/>
                <a:gd name="connsiteX10" fmla="*/ 62865 w 229552"/>
                <a:gd name="connsiteY10" fmla="*/ 39053 h 273367"/>
                <a:gd name="connsiteX11" fmla="*/ 140970 w 229552"/>
                <a:gd name="connsiteY11" fmla="*/ 0 h 273367"/>
                <a:gd name="connsiteX12" fmla="*/ 228600 w 229552"/>
                <a:gd name="connsiteY12" fmla="*/ 107632 h 273367"/>
                <a:gd name="connsiteX13" fmla="*/ 228600 w 229552"/>
                <a:gd name="connsiteY13" fmla="*/ 272415 h 273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9552" h="273367">
                  <a:moveTo>
                    <a:pt x="229553" y="272415"/>
                  </a:moveTo>
                  <a:lnTo>
                    <a:pt x="166688" y="272415"/>
                  </a:lnTo>
                  <a:lnTo>
                    <a:pt x="166688" y="120015"/>
                  </a:lnTo>
                  <a:cubicBezTo>
                    <a:pt x="166688" y="80963"/>
                    <a:pt x="155257" y="55245"/>
                    <a:pt x="117157" y="55245"/>
                  </a:cubicBezTo>
                  <a:cubicBezTo>
                    <a:pt x="73343" y="55245"/>
                    <a:pt x="61913" y="90488"/>
                    <a:pt x="61913" y="120015"/>
                  </a:cubicBezTo>
                  <a:lnTo>
                    <a:pt x="61913" y="273368"/>
                  </a:lnTo>
                  <a:lnTo>
                    <a:pt x="0" y="273368"/>
                  </a:lnTo>
                  <a:lnTo>
                    <a:pt x="0" y="6668"/>
                  </a:lnTo>
                  <a:lnTo>
                    <a:pt x="61913" y="6668"/>
                  </a:lnTo>
                  <a:lnTo>
                    <a:pt x="61913" y="39053"/>
                  </a:lnTo>
                  <a:lnTo>
                    <a:pt x="62865" y="39053"/>
                  </a:lnTo>
                  <a:cubicBezTo>
                    <a:pt x="79057" y="15240"/>
                    <a:pt x="106680" y="0"/>
                    <a:pt x="140970" y="0"/>
                  </a:cubicBezTo>
                  <a:cubicBezTo>
                    <a:pt x="201930" y="0"/>
                    <a:pt x="228600" y="44768"/>
                    <a:pt x="228600" y="107632"/>
                  </a:cubicBezTo>
                  <a:lnTo>
                    <a:pt x="228600" y="272415"/>
                  </a:lnTo>
                  <a:close/>
                </a:path>
              </a:pathLst>
            </a:custGeom>
            <a:solidFill>
              <a:srgbClr val="041E4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8" name="Freihandform: Form 155">
              <a:extLst>
                <a:ext uri="{FF2B5EF4-FFF2-40B4-BE49-F238E27FC236}">
                  <a16:creationId xmlns:a16="http://schemas.microsoft.com/office/drawing/2014/main" id="{E19058B0-7775-D44E-B670-ABF807D028C6}"/>
                </a:ext>
              </a:extLst>
            </p:cNvPr>
            <p:cNvSpPr/>
            <p:nvPr/>
          </p:nvSpPr>
          <p:spPr>
            <a:xfrm>
              <a:off x="1871684" y="293688"/>
              <a:ext cx="83663" cy="133347"/>
            </a:xfrm>
            <a:custGeom>
              <a:avLst/>
              <a:gdLst>
                <a:gd name="connsiteX0" fmla="*/ 0 w 248602"/>
                <a:gd name="connsiteY0" fmla="*/ 255270 h 396239"/>
                <a:gd name="connsiteX1" fmla="*/ 108585 w 248602"/>
                <a:gd name="connsiteY1" fmla="*/ 116205 h 396239"/>
                <a:gd name="connsiteX2" fmla="*/ 185738 w 248602"/>
                <a:gd name="connsiteY2" fmla="*/ 152400 h 396239"/>
                <a:gd name="connsiteX3" fmla="*/ 186690 w 248602"/>
                <a:gd name="connsiteY3" fmla="*/ 152400 h 396239"/>
                <a:gd name="connsiteX4" fmla="*/ 186690 w 248602"/>
                <a:gd name="connsiteY4" fmla="*/ 15240 h 396239"/>
                <a:gd name="connsiteX5" fmla="*/ 248603 w 248602"/>
                <a:gd name="connsiteY5" fmla="*/ 0 h 396239"/>
                <a:gd name="connsiteX6" fmla="*/ 248603 w 248602"/>
                <a:gd name="connsiteY6" fmla="*/ 389573 h 396239"/>
                <a:gd name="connsiteX7" fmla="*/ 187643 w 248602"/>
                <a:gd name="connsiteY7" fmla="*/ 389573 h 396239"/>
                <a:gd name="connsiteX8" fmla="*/ 187643 w 248602"/>
                <a:gd name="connsiteY8" fmla="*/ 358140 h 396239"/>
                <a:gd name="connsiteX9" fmla="*/ 186690 w 248602"/>
                <a:gd name="connsiteY9" fmla="*/ 358140 h 396239"/>
                <a:gd name="connsiteX10" fmla="*/ 106680 w 248602"/>
                <a:gd name="connsiteY10" fmla="*/ 396240 h 396239"/>
                <a:gd name="connsiteX11" fmla="*/ 0 w 248602"/>
                <a:gd name="connsiteY11" fmla="*/ 255270 h 396239"/>
                <a:gd name="connsiteX12" fmla="*/ 61913 w 248602"/>
                <a:gd name="connsiteY12" fmla="*/ 255270 h 396239"/>
                <a:gd name="connsiteX13" fmla="*/ 123825 w 248602"/>
                <a:gd name="connsiteY13" fmla="*/ 340995 h 396239"/>
                <a:gd name="connsiteX14" fmla="*/ 187643 w 248602"/>
                <a:gd name="connsiteY14" fmla="*/ 305753 h 396239"/>
                <a:gd name="connsiteX15" fmla="*/ 187643 w 248602"/>
                <a:gd name="connsiteY15" fmla="*/ 207645 h 396239"/>
                <a:gd name="connsiteX16" fmla="*/ 123825 w 248602"/>
                <a:gd name="connsiteY16" fmla="*/ 172402 h 396239"/>
                <a:gd name="connsiteX17" fmla="*/ 61913 w 248602"/>
                <a:gd name="connsiteY17" fmla="*/ 255270 h 396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48602" h="396239">
                  <a:moveTo>
                    <a:pt x="0" y="255270"/>
                  </a:moveTo>
                  <a:cubicBezTo>
                    <a:pt x="0" y="169545"/>
                    <a:pt x="43815" y="116205"/>
                    <a:pt x="108585" y="116205"/>
                  </a:cubicBezTo>
                  <a:cubicBezTo>
                    <a:pt x="141922" y="116205"/>
                    <a:pt x="168593" y="130493"/>
                    <a:pt x="185738" y="152400"/>
                  </a:cubicBezTo>
                  <a:lnTo>
                    <a:pt x="186690" y="152400"/>
                  </a:lnTo>
                  <a:lnTo>
                    <a:pt x="186690" y="15240"/>
                  </a:lnTo>
                  <a:lnTo>
                    <a:pt x="248603" y="0"/>
                  </a:lnTo>
                  <a:lnTo>
                    <a:pt x="248603" y="389573"/>
                  </a:lnTo>
                  <a:lnTo>
                    <a:pt x="187643" y="389573"/>
                  </a:lnTo>
                  <a:lnTo>
                    <a:pt x="187643" y="358140"/>
                  </a:lnTo>
                  <a:lnTo>
                    <a:pt x="186690" y="358140"/>
                  </a:lnTo>
                  <a:cubicBezTo>
                    <a:pt x="167640" y="381953"/>
                    <a:pt x="140018" y="396240"/>
                    <a:pt x="106680" y="396240"/>
                  </a:cubicBezTo>
                  <a:cubicBezTo>
                    <a:pt x="43815" y="395288"/>
                    <a:pt x="0" y="340995"/>
                    <a:pt x="0" y="255270"/>
                  </a:cubicBezTo>
                  <a:close/>
                  <a:moveTo>
                    <a:pt x="61913" y="255270"/>
                  </a:moveTo>
                  <a:cubicBezTo>
                    <a:pt x="61913" y="309563"/>
                    <a:pt x="84772" y="340995"/>
                    <a:pt x="123825" y="340995"/>
                  </a:cubicBezTo>
                  <a:cubicBezTo>
                    <a:pt x="147638" y="340995"/>
                    <a:pt x="167640" y="329565"/>
                    <a:pt x="187643" y="305753"/>
                  </a:cubicBezTo>
                  <a:lnTo>
                    <a:pt x="187643" y="207645"/>
                  </a:lnTo>
                  <a:cubicBezTo>
                    <a:pt x="169545" y="183833"/>
                    <a:pt x="149543" y="172402"/>
                    <a:pt x="123825" y="172402"/>
                  </a:cubicBezTo>
                  <a:cubicBezTo>
                    <a:pt x="82868" y="172402"/>
                    <a:pt x="61913" y="201930"/>
                    <a:pt x="61913" y="255270"/>
                  </a:cubicBezTo>
                  <a:close/>
                </a:path>
              </a:pathLst>
            </a:custGeom>
            <a:solidFill>
              <a:srgbClr val="041E4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9" name="Freihandform: Form 156">
              <a:extLst>
                <a:ext uri="{FF2B5EF4-FFF2-40B4-BE49-F238E27FC236}">
                  <a16:creationId xmlns:a16="http://schemas.microsoft.com/office/drawing/2014/main" id="{B494CC1A-A672-C84F-986B-05A683E0AF13}"/>
                </a:ext>
              </a:extLst>
            </p:cNvPr>
            <p:cNvSpPr/>
            <p:nvPr/>
          </p:nvSpPr>
          <p:spPr>
            <a:xfrm>
              <a:off x="1978106" y="332795"/>
              <a:ext cx="81739" cy="93920"/>
            </a:xfrm>
            <a:custGeom>
              <a:avLst/>
              <a:gdLst>
                <a:gd name="connsiteX0" fmla="*/ 132397 w 242887"/>
                <a:gd name="connsiteY0" fmla="*/ 279083 h 279082"/>
                <a:gd name="connsiteX1" fmla="*/ 0 w 242887"/>
                <a:gd name="connsiteY1" fmla="*/ 139065 h 279082"/>
                <a:gd name="connsiteX2" fmla="*/ 124777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7 w 242887"/>
                <a:gd name="connsiteY6" fmla="*/ 225743 h 279082"/>
                <a:gd name="connsiteX7" fmla="*/ 198120 w 242887"/>
                <a:gd name="connsiteY7" fmla="*/ 194310 h 279082"/>
                <a:gd name="connsiteX8" fmla="*/ 237172 w 242887"/>
                <a:gd name="connsiteY8" fmla="*/ 235268 h 279082"/>
                <a:gd name="connsiteX9" fmla="*/ 132397 w 242887"/>
                <a:gd name="connsiteY9" fmla="*/ 279083 h 279082"/>
                <a:gd name="connsiteX10" fmla="*/ 62865 w 242887"/>
                <a:gd name="connsiteY10" fmla="*/ 115253 h 279082"/>
                <a:gd name="connsiteX11" fmla="*/ 183832 w 242887"/>
                <a:gd name="connsiteY11" fmla="*/ 115253 h 279082"/>
                <a:gd name="connsiteX12" fmla="*/ 124777 w 242887"/>
                <a:gd name="connsiteY12" fmla="*/ 50482 h 279082"/>
                <a:gd name="connsiteX13" fmla="*/ 62865 w 242887"/>
                <a:gd name="connsiteY13" fmla="*/ 115253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3"/>
                    <a:pt x="132397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2" y="235268"/>
                  </a:lnTo>
                  <a:cubicBezTo>
                    <a:pt x="206693" y="264795"/>
                    <a:pt x="172402" y="279083"/>
                    <a:pt x="132397" y="279083"/>
                  </a:cubicBezTo>
                  <a:close/>
                  <a:moveTo>
                    <a:pt x="62865" y="115253"/>
                  </a:moveTo>
                  <a:lnTo>
                    <a:pt x="183832" y="115253"/>
                  </a:lnTo>
                  <a:cubicBezTo>
                    <a:pt x="180975" y="74295"/>
                    <a:pt x="160020" y="50482"/>
                    <a:pt x="124777" y="50482"/>
                  </a:cubicBezTo>
                  <a:cubicBezTo>
                    <a:pt x="90488" y="50482"/>
                    <a:pt x="67627" y="74295"/>
                    <a:pt x="62865" y="115253"/>
                  </a:cubicBezTo>
                  <a:close/>
                </a:path>
              </a:pathLst>
            </a:custGeom>
            <a:solidFill>
              <a:srgbClr val="041E4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10" name="Freihandform: Form 157">
              <a:extLst>
                <a:ext uri="{FF2B5EF4-FFF2-40B4-BE49-F238E27FC236}">
                  <a16:creationId xmlns:a16="http://schemas.microsoft.com/office/drawing/2014/main" id="{3FA5D363-CFB8-0746-97D7-B5D03E23E745}"/>
                </a:ext>
              </a:extLst>
            </p:cNvPr>
            <p:cNvSpPr/>
            <p:nvPr/>
          </p:nvSpPr>
          <p:spPr>
            <a:xfrm>
              <a:off x="2083566" y="332713"/>
              <a:ext cx="53852" cy="91758"/>
            </a:xfrm>
            <a:custGeom>
              <a:avLst/>
              <a:gdLst>
                <a:gd name="connsiteX0" fmla="*/ 160020 w 160020"/>
                <a:gd name="connsiteY0" fmla="*/ 5005 h 272657"/>
                <a:gd name="connsiteX1" fmla="*/ 150495 w 160020"/>
                <a:gd name="connsiteY1" fmla="*/ 68823 h 272657"/>
                <a:gd name="connsiteX2" fmla="*/ 116205 w 160020"/>
                <a:gd name="connsiteY2" fmla="*/ 60250 h 272657"/>
                <a:gd name="connsiteX3" fmla="*/ 61913 w 160020"/>
                <a:gd name="connsiteY3" fmla="*/ 135498 h 272657"/>
                <a:gd name="connsiteX4" fmla="*/ 61913 w 160020"/>
                <a:gd name="connsiteY4" fmla="*/ 272658 h 272657"/>
                <a:gd name="connsiteX5" fmla="*/ 0 w 160020"/>
                <a:gd name="connsiteY5" fmla="*/ 272658 h 272657"/>
                <a:gd name="connsiteX6" fmla="*/ 0 w 160020"/>
                <a:gd name="connsiteY6" fmla="*/ 5958 h 272657"/>
                <a:gd name="connsiteX7" fmla="*/ 60960 w 160020"/>
                <a:gd name="connsiteY7" fmla="*/ 5958 h 272657"/>
                <a:gd name="connsiteX8" fmla="*/ 60960 w 160020"/>
                <a:gd name="connsiteY8" fmla="*/ 40248 h 272657"/>
                <a:gd name="connsiteX9" fmla="*/ 61913 w 160020"/>
                <a:gd name="connsiteY9" fmla="*/ 40248 h 272657"/>
                <a:gd name="connsiteX10" fmla="*/ 131445 w 160020"/>
                <a:gd name="connsiteY10" fmla="*/ 243 h 272657"/>
                <a:gd name="connsiteX11" fmla="*/ 160020 w 160020"/>
                <a:gd name="connsiteY11" fmla="*/ 5005 h 2726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0020" h="272657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3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8" y="-710"/>
                    <a:pt x="150495" y="1195"/>
                    <a:pt x="160020" y="5005"/>
                  </a:cubicBezTo>
                  <a:close/>
                </a:path>
              </a:pathLst>
            </a:custGeom>
            <a:solidFill>
              <a:srgbClr val="041E4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11" name="Freihandform: Form 158">
              <a:extLst>
                <a:ext uri="{FF2B5EF4-FFF2-40B4-BE49-F238E27FC236}">
                  <a16:creationId xmlns:a16="http://schemas.microsoft.com/office/drawing/2014/main" id="{61F52BFA-2C47-174A-AD0B-49737BCE47CD}"/>
                </a:ext>
              </a:extLst>
            </p:cNvPr>
            <p:cNvSpPr/>
            <p:nvPr/>
          </p:nvSpPr>
          <p:spPr>
            <a:xfrm>
              <a:off x="2150561" y="359721"/>
              <a:ext cx="43915" cy="19874"/>
            </a:xfrm>
            <a:custGeom>
              <a:avLst/>
              <a:gdLst>
                <a:gd name="connsiteX0" fmla="*/ 130493 w 130492"/>
                <a:gd name="connsiteY0" fmla="*/ 59055 h 59055"/>
                <a:gd name="connsiteX1" fmla="*/ 0 w 130492"/>
                <a:gd name="connsiteY1" fmla="*/ 59055 h 59055"/>
                <a:gd name="connsiteX2" fmla="*/ 0 w 130492"/>
                <a:gd name="connsiteY2" fmla="*/ 0 h 59055"/>
                <a:gd name="connsiteX3" fmla="*/ 130493 w 130492"/>
                <a:gd name="connsiteY3" fmla="*/ 0 h 59055"/>
                <a:gd name="connsiteX4" fmla="*/ 130493 w 130492"/>
                <a:gd name="connsiteY4" fmla="*/ 59055 h 59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0492" h="59055">
                  <a:moveTo>
                    <a:pt x="130493" y="59055"/>
                  </a:moveTo>
                  <a:lnTo>
                    <a:pt x="0" y="59055"/>
                  </a:lnTo>
                  <a:lnTo>
                    <a:pt x="0" y="0"/>
                  </a:lnTo>
                  <a:lnTo>
                    <a:pt x="130493" y="0"/>
                  </a:lnTo>
                  <a:lnTo>
                    <a:pt x="130493" y="59055"/>
                  </a:lnTo>
                  <a:close/>
                </a:path>
              </a:pathLst>
            </a:custGeom>
            <a:solidFill>
              <a:srgbClr val="041E4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1" name="Freihandform: Form 159">
              <a:extLst>
                <a:ext uri="{FF2B5EF4-FFF2-40B4-BE49-F238E27FC236}">
                  <a16:creationId xmlns:a16="http://schemas.microsoft.com/office/drawing/2014/main" id="{56D89971-3BAE-8B48-8779-9659478A6E33}"/>
                </a:ext>
              </a:extLst>
            </p:cNvPr>
            <p:cNvSpPr/>
            <p:nvPr/>
          </p:nvSpPr>
          <p:spPr>
            <a:xfrm>
              <a:off x="2221081" y="300420"/>
              <a:ext cx="97126" cy="126295"/>
            </a:xfrm>
            <a:custGeom>
              <a:avLst/>
              <a:gdLst>
                <a:gd name="connsiteX0" fmla="*/ 288607 w 288607"/>
                <a:gd name="connsiteY0" fmla="*/ 222885 h 375284"/>
                <a:gd name="connsiteX1" fmla="*/ 143827 w 288607"/>
                <a:gd name="connsiteY1" fmla="*/ 375285 h 375284"/>
                <a:gd name="connsiteX2" fmla="*/ 0 w 288607"/>
                <a:gd name="connsiteY2" fmla="*/ 222885 h 375284"/>
                <a:gd name="connsiteX3" fmla="*/ 0 w 288607"/>
                <a:gd name="connsiteY3" fmla="*/ 0 h 375284"/>
                <a:gd name="connsiteX4" fmla="*/ 66675 w 288607"/>
                <a:gd name="connsiteY4" fmla="*/ 0 h 375284"/>
                <a:gd name="connsiteX5" fmla="*/ 66675 w 288607"/>
                <a:gd name="connsiteY5" fmla="*/ 219075 h 375284"/>
                <a:gd name="connsiteX6" fmla="*/ 144780 w 288607"/>
                <a:gd name="connsiteY6" fmla="*/ 312420 h 375284"/>
                <a:gd name="connsiteX7" fmla="*/ 220980 w 288607"/>
                <a:gd name="connsiteY7" fmla="*/ 219075 h 375284"/>
                <a:gd name="connsiteX8" fmla="*/ 220980 w 288607"/>
                <a:gd name="connsiteY8" fmla="*/ 0 h 375284"/>
                <a:gd name="connsiteX9" fmla="*/ 287655 w 288607"/>
                <a:gd name="connsiteY9" fmla="*/ 0 h 375284"/>
                <a:gd name="connsiteX10" fmla="*/ 287655 w 288607"/>
                <a:gd name="connsiteY10" fmla="*/ 222885 h 3752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88607" h="375284">
                  <a:moveTo>
                    <a:pt x="288607" y="222885"/>
                  </a:moveTo>
                  <a:cubicBezTo>
                    <a:pt x="288607" y="311468"/>
                    <a:pt x="242888" y="375285"/>
                    <a:pt x="143827" y="375285"/>
                  </a:cubicBezTo>
                  <a:cubicBezTo>
                    <a:pt x="45720" y="375285"/>
                    <a:pt x="0" y="312420"/>
                    <a:pt x="0" y="222885"/>
                  </a:cubicBezTo>
                  <a:lnTo>
                    <a:pt x="0" y="0"/>
                  </a:lnTo>
                  <a:lnTo>
                    <a:pt x="66675" y="0"/>
                  </a:lnTo>
                  <a:lnTo>
                    <a:pt x="66675" y="219075"/>
                  </a:lnTo>
                  <a:cubicBezTo>
                    <a:pt x="66675" y="274320"/>
                    <a:pt x="90488" y="312420"/>
                    <a:pt x="144780" y="312420"/>
                  </a:cubicBezTo>
                  <a:cubicBezTo>
                    <a:pt x="199073" y="312420"/>
                    <a:pt x="220980" y="275272"/>
                    <a:pt x="220980" y="219075"/>
                  </a:cubicBezTo>
                  <a:lnTo>
                    <a:pt x="220980" y="0"/>
                  </a:lnTo>
                  <a:lnTo>
                    <a:pt x="287655" y="0"/>
                  </a:lnTo>
                  <a:lnTo>
                    <a:pt x="287655" y="222885"/>
                  </a:lnTo>
                  <a:close/>
                </a:path>
              </a:pathLst>
            </a:custGeom>
            <a:solidFill>
              <a:srgbClr val="041E4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2" name="Freihandform: Form 160">
              <a:extLst>
                <a:ext uri="{FF2B5EF4-FFF2-40B4-BE49-F238E27FC236}">
                  <a16:creationId xmlns:a16="http://schemas.microsoft.com/office/drawing/2014/main" id="{5BFB40D3-0C94-C34E-8D0C-BA37CE64A2A6}"/>
                </a:ext>
              </a:extLst>
            </p:cNvPr>
            <p:cNvSpPr/>
            <p:nvPr/>
          </p:nvSpPr>
          <p:spPr>
            <a:xfrm>
              <a:off x="2346415" y="332795"/>
              <a:ext cx="76931" cy="91997"/>
            </a:xfrm>
            <a:custGeom>
              <a:avLst/>
              <a:gdLst>
                <a:gd name="connsiteX0" fmla="*/ 228600 w 228600"/>
                <a:gd name="connsiteY0" fmla="*/ 272415 h 273367"/>
                <a:gd name="connsiteX1" fmla="*/ 166688 w 228600"/>
                <a:gd name="connsiteY1" fmla="*/ 272415 h 273367"/>
                <a:gd name="connsiteX2" fmla="*/ 166688 w 228600"/>
                <a:gd name="connsiteY2" fmla="*/ 120015 h 273367"/>
                <a:gd name="connsiteX3" fmla="*/ 117158 w 228600"/>
                <a:gd name="connsiteY3" fmla="*/ 55245 h 273367"/>
                <a:gd name="connsiteX4" fmla="*/ 61913 w 228600"/>
                <a:gd name="connsiteY4" fmla="*/ 120015 h 273367"/>
                <a:gd name="connsiteX5" fmla="*/ 61913 w 228600"/>
                <a:gd name="connsiteY5" fmla="*/ 273368 h 273367"/>
                <a:gd name="connsiteX6" fmla="*/ 0 w 228600"/>
                <a:gd name="connsiteY6" fmla="*/ 273368 h 273367"/>
                <a:gd name="connsiteX7" fmla="*/ 0 w 228600"/>
                <a:gd name="connsiteY7" fmla="*/ 6668 h 273367"/>
                <a:gd name="connsiteX8" fmla="*/ 61913 w 228600"/>
                <a:gd name="connsiteY8" fmla="*/ 6668 h 273367"/>
                <a:gd name="connsiteX9" fmla="*/ 61913 w 228600"/>
                <a:gd name="connsiteY9" fmla="*/ 39053 h 273367"/>
                <a:gd name="connsiteX10" fmla="*/ 62865 w 228600"/>
                <a:gd name="connsiteY10" fmla="*/ 39053 h 273367"/>
                <a:gd name="connsiteX11" fmla="*/ 140970 w 228600"/>
                <a:gd name="connsiteY11" fmla="*/ 0 h 273367"/>
                <a:gd name="connsiteX12" fmla="*/ 228600 w 228600"/>
                <a:gd name="connsiteY12" fmla="*/ 107632 h 273367"/>
                <a:gd name="connsiteX13" fmla="*/ 228600 w 228600"/>
                <a:gd name="connsiteY13" fmla="*/ 272415 h 273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8600" h="273367">
                  <a:moveTo>
                    <a:pt x="228600" y="272415"/>
                  </a:moveTo>
                  <a:lnTo>
                    <a:pt x="166688" y="272415"/>
                  </a:lnTo>
                  <a:lnTo>
                    <a:pt x="166688" y="120015"/>
                  </a:lnTo>
                  <a:cubicBezTo>
                    <a:pt x="166688" y="80963"/>
                    <a:pt x="155258" y="55245"/>
                    <a:pt x="117158" y="55245"/>
                  </a:cubicBezTo>
                  <a:cubicBezTo>
                    <a:pt x="73343" y="55245"/>
                    <a:pt x="61913" y="90488"/>
                    <a:pt x="61913" y="120015"/>
                  </a:cubicBezTo>
                  <a:lnTo>
                    <a:pt x="61913" y="273368"/>
                  </a:lnTo>
                  <a:lnTo>
                    <a:pt x="0" y="273368"/>
                  </a:lnTo>
                  <a:lnTo>
                    <a:pt x="0" y="6668"/>
                  </a:lnTo>
                  <a:lnTo>
                    <a:pt x="61913" y="6668"/>
                  </a:lnTo>
                  <a:lnTo>
                    <a:pt x="61913" y="39053"/>
                  </a:lnTo>
                  <a:lnTo>
                    <a:pt x="62865" y="39053"/>
                  </a:lnTo>
                  <a:cubicBezTo>
                    <a:pt x="79058" y="15240"/>
                    <a:pt x="106680" y="0"/>
                    <a:pt x="140970" y="0"/>
                  </a:cubicBezTo>
                  <a:cubicBezTo>
                    <a:pt x="201930" y="0"/>
                    <a:pt x="228600" y="44768"/>
                    <a:pt x="228600" y="107632"/>
                  </a:cubicBezTo>
                  <a:lnTo>
                    <a:pt x="228600" y="272415"/>
                  </a:lnTo>
                  <a:close/>
                </a:path>
              </a:pathLst>
            </a:custGeom>
            <a:solidFill>
              <a:srgbClr val="041E4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3" name="Freihandform: Form 161">
              <a:extLst>
                <a:ext uri="{FF2B5EF4-FFF2-40B4-BE49-F238E27FC236}">
                  <a16:creationId xmlns:a16="http://schemas.microsoft.com/office/drawing/2014/main" id="{5F3B670D-3F4C-EB46-B888-A17039EC5DA8}"/>
                </a:ext>
              </a:extLst>
            </p:cNvPr>
            <p:cNvSpPr/>
            <p:nvPr/>
          </p:nvSpPr>
          <p:spPr>
            <a:xfrm>
              <a:off x="2447067" y="294971"/>
              <a:ext cx="26605" cy="129501"/>
            </a:xfrm>
            <a:custGeom>
              <a:avLst/>
              <a:gdLst>
                <a:gd name="connsiteX0" fmla="*/ 79057 w 79057"/>
                <a:gd name="connsiteY0" fmla="*/ 38100 h 384810"/>
                <a:gd name="connsiteX1" fmla="*/ 39052 w 79057"/>
                <a:gd name="connsiteY1" fmla="*/ 76200 h 384810"/>
                <a:gd name="connsiteX2" fmla="*/ 0 w 79057"/>
                <a:gd name="connsiteY2" fmla="*/ 38100 h 384810"/>
                <a:gd name="connsiteX3" fmla="*/ 39052 w 79057"/>
                <a:gd name="connsiteY3" fmla="*/ 0 h 384810"/>
                <a:gd name="connsiteX4" fmla="*/ 79057 w 79057"/>
                <a:gd name="connsiteY4" fmla="*/ 38100 h 384810"/>
                <a:gd name="connsiteX5" fmla="*/ 70485 w 79057"/>
                <a:gd name="connsiteY5" fmla="*/ 384810 h 384810"/>
                <a:gd name="connsiteX6" fmla="*/ 8573 w 79057"/>
                <a:gd name="connsiteY6" fmla="*/ 384810 h 384810"/>
                <a:gd name="connsiteX7" fmla="*/ 8573 w 79057"/>
                <a:gd name="connsiteY7" fmla="*/ 118110 h 384810"/>
                <a:gd name="connsiteX8" fmla="*/ 70485 w 79057"/>
                <a:gd name="connsiteY8" fmla="*/ 118110 h 384810"/>
                <a:gd name="connsiteX9" fmla="*/ 70485 w 79057"/>
                <a:gd name="connsiteY9" fmla="*/ 384810 h 384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4810">
                  <a:moveTo>
                    <a:pt x="79057" y="38100"/>
                  </a:moveTo>
                  <a:cubicBezTo>
                    <a:pt x="79057" y="60007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8" y="0"/>
                    <a:pt x="39052" y="0"/>
                  </a:cubicBezTo>
                  <a:cubicBezTo>
                    <a:pt x="60960" y="0"/>
                    <a:pt x="79057" y="16193"/>
                    <a:pt x="79057" y="38100"/>
                  </a:cubicBezTo>
                  <a:close/>
                  <a:moveTo>
                    <a:pt x="70485" y="384810"/>
                  </a:moveTo>
                  <a:lnTo>
                    <a:pt x="8573" y="384810"/>
                  </a:lnTo>
                  <a:lnTo>
                    <a:pt x="8573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solidFill>
              <a:srgbClr val="041E4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4" name="Freihandform: Form 162">
              <a:extLst>
                <a:ext uri="{FF2B5EF4-FFF2-40B4-BE49-F238E27FC236}">
                  <a16:creationId xmlns:a16="http://schemas.microsoft.com/office/drawing/2014/main" id="{1AC6A114-F6C4-A44F-82C1-746D659D92E5}"/>
                </a:ext>
              </a:extLst>
            </p:cNvPr>
            <p:cNvSpPr/>
            <p:nvPr/>
          </p:nvSpPr>
          <p:spPr>
            <a:xfrm>
              <a:off x="2488418" y="335039"/>
              <a:ext cx="87189" cy="89753"/>
            </a:xfrm>
            <a:custGeom>
              <a:avLst/>
              <a:gdLst>
                <a:gd name="connsiteX0" fmla="*/ 259080 w 259079"/>
                <a:gd name="connsiteY0" fmla="*/ 0 h 266700"/>
                <a:gd name="connsiteX1" fmla="*/ 161925 w 259079"/>
                <a:gd name="connsiteY1" fmla="*/ 266700 h 266700"/>
                <a:gd name="connsiteX2" fmla="*/ 97155 w 259079"/>
                <a:gd name="connsiteY2" fmla="*/ 266700 h 266700"/>
                <a:gd name="connsiteX3" fmla="*/ 0 w 259079"/>
                <a:gd name="connsiteY3" fmla="*/ 0 h 266700"/>
                <a:gd name="connsiteX4" fmla="*/ 68580 w 259079"/>
                <a:gd name="connsiteY4" fmla="*/ 0 h 266700"/>
                <a:gd name="connsiteX5" fmla="*/ 129540 w 259079"/>
                <a:gd name="connsiteY5" fmla="*/ 193358 h 266700"/>
                <a:gd name="connsiteX6" fmla="*/ 130492 w 259079"/>
                <a:gd name="connsiteY6" fmla="*/ 193358 h 266700"/>
                <a:gd name="connsiteX7" fmla="*/ 191452 w 259079"/>
                <a:gd name="connsiteY7" fmla="*/ 0 h 266700"/>
                <a:gd name="connsiteX8" fmla="*/ 259080 w 259079"/>
                <a:gd name="connsiteY8" fmla="*/ 0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59079" h="266700">
                  <a:moveTo>
                    <a:pt x="259080" y="0"/>
                  </a:moveTo>
                  <a:lnTo>
                    <a:pt x="161925" y="266700"/>
                  </a:lnTo>
                  <a:lnTo>
                    <a:pt x="97155" y="266700"/>
                  </a:lnTo>
                  <a:lnTo>
                    <a:pt x="0" y="0"/>
                  </a:lnTo>
                  <a:lnTo>
                    <a:pt x="68580" y="0"/>
                  </a:lnTo>
                  <a:lnTo>
                    <a:pt x="129540" y="193358"/>
                  </a:lnTo>
                  <a:lnTo>
                    <a:pt x="130492" y="193358"/>
                  </a:lnTo>
                  <a:lnTo>
                    <a:pt x="191452" y="0"/>
                  </a:lnTo>
                  <a:lnTo>
                    <a:pt x="259080" y="0"/>
                  </a:lnTo>
                  <a:close/>
                </a:path>
              </a:pathLst>
            </a:custGeom>
            <a:solidFill>
              <a:srgbClr val="041E4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5" name="Freihandform: Form 163">
              <a:extLst>
                <a:ext uri="{FF2B5EF4-FFF2-40B4-BE49-F238E27FC236}">
                  <a16:creationId xmlns:a16="http://schemas.microsoft.com/office/drawing/2014/main" id="{6C84A291-9A88-BC46-9243-A5BDAD73E704}"/>
                </a:ext>
              </a:extLst>
            </p:cNvPr>
            <p:cNvSpPr/>
            <p:nvPr/>
          </p:nvSpPr>
          <p:spPr>
            <a:xfrm>
              <a:off x="2585223" y="332795"/>
              <a:ext cx="81739" cy="93920"/>
            </a:xfrm>
            <a:custGeom>
              <a:avLst/>
              <a:gdLst>
                <a:gd name="connsiteX0" fmla="*/ 132398 w 242887"/>
                <a:gd name="connsiteY0" fmla="*/ 279083 h 279082"/>
                <a:gd name="connsiteX1" fmla="*/ 0 w 242887"/>
                <a:gd name="connsiteY1" fmla="*/ 139065 h 279082"/>
                <a:gd name="connsiteX2" fmla="*/ 124778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8 w 242887"/>
                <a:gd name="connsiteY6" fmla="*/ 225743 h 279082"/>
                <a:gd name="connsiteX7" fmla="*/ 198120 w 242887"/>
                <a:gd name="connsiteY7" fmla="*/ 194310 h 279082"/>
                <a:gd name="connsiteX8" fmla="*/ 237173 w 242887"/>
                <a:gd name="connsiteY8" fmla="*/ 235268 h 279082"/>
                <a:gd name="connsiteX9" fmla="*/ 132398 w 242887"/>
                <a:gd name="connsiteY9" fmla="*/ 279083 h 279082"/>
                <a:gd name="connsiteX10" fmla="*/ 62865 w 242887"/>
                <a:gd name="connsiteY10" fmla="*/ 115253 h 279082"/>
                <a:gd name="connsiteX11" fmla="*/ 183833 w 242887"/>
                <a:gd name="connsiteY11" fmla="*/ 115253 h 279082"/>
                <a:gd name="connsiteX12" fmla="*/ 124778 w 242887"/>
                <a:gd name="connsiteY12" fmla="*/ 50482 h 279082"/>
                <a:gd name="connsiteX13" fmla="*/ 62865 w 242887"/>
                <a:gd name="connsiteY13" fmla="*/ 115253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8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3" y="0"/>
                    <a:pt x="124778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3" y="201930"/>
                    <a:pt x="94298" y="225743"/>
                    <a:pt x="132398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3" y="235268"/>
                  </a:lnTo>
                  <a:cubicBezTo>
                    <a:pt x="206693" y="264795"/>
                    <a:pt x="173355" y="279083"/>
                    <a:pt x="132398" y="279083"/>
                  </a:cubicBezTo>
                  <a:close/>
                  <a:moveTo>
                    <a:pt x="62865" y="115253"/>
                  </a:moveTo>
                  <a:lnTo>
                    <a:pt x="183833" y="115253"/>
                  </a:lnTo>
                  <a:cubicBezTo>
                    <a:pt x="180975" y="74295"/>
                    <a:pt x="160020" y="50482"/>
                    <a:pt x="124778" y="50482"/>
                  </a:cubicBezTo>
                  <a:cubicBezTo>
                    <a:pt x="90488" y="50482"/>
                    <a:pt x="68580" y="74295"/>
                    <a:pt x="62865" y="115253"/>
                  </a:cubicBezTo>
                  <a:close/>
                </a:path>
              </a:pathLst>
            </a:custGeom>
            <a:solidFill>
              <a:srgbClr val="041E4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6" name="Freihandform: Form 165">
              <a:extLst>
                <a:ext uri="{FF2B5EF4-FFF2-40B4-BE49-F238E27FC236}">
                  <a16:creationId xmlns:a16="http://schemas.microsoft.com/office/drawing/2014/main" id="{ED77166F-3C93-3744-9927-37978A728989}"/>
                </a:ext>
              </a:extLst>
            </p:cNvPr>
            <p:cNvSpPr/>
            <p:nvPr/>
          </p:nvSpPr>
          <p:spPr>
            <a:xfrm>
              <a:off x="2690683" y="332713"/>
              <a:ext cx="53852" cy="91758"/>
            </a:xfrm>
            <a:custGeom>
              <a:avLst/>
              <a:gdLst>
                <a:gd name="connsiteX0" fmla="*/ 160020 w 160019"/>
                <a:gd name="connsiteY0" fmla="*/ 5005 h 272657"/>
                <a:gd name="connsiteX1" fmla="*/ 150495 w 160019"/>
                <a:gd name="connsiteY1" fmla="*/ 68823 h 272657"/>
                <a:gd name="connsiteX2" fmla="*/ 116205 w 160019"/>
                <a:gd name="connsiteY2" fmla="*/ 60250 h 272657"/>
                <a:gd name="connsiteX3" fmla="*/ 61913 w 160019"/>
                <a:gd name="connsiteY3" fmla="*/ 135498 h 272657"/>
                <a:gd name="connsiteX4" fmla="*/ 61913 w 160019"/>
                <a:gd name="connsiteY4" fmla="*/ 272658 h 272657"/>
                <a:gd name="connsiteX5" fmla="*/ 0 w 160019"/>
                <a:gd name="connsiteY5" fmla="*/ 272658 h 272657"/>
                <a:gd name="connsiteX6" fmla="*/ 0 w 160019"/>
                <a:gd name="connsiteY6" fmla="*/ 5958 h 272657"/>
                <a:gd name="connsiteX7" fmla="*/ 60960 w 160019"/>
                <a:gd name="connsiteY7" fmla="*/ 5958 h 272657"/>
                <a:gd name="connsiteX8" fmla="*/ 60960 w 160019"/>
                <a:gd name="connsiteY8" fmla="*/ 40248 h 272657"/>
                <a:gd name="connsiteX9" fmla="*/ 61913 w 160019"/>
                <a:gd name="connsiteY9" fmla="*/ 40248 h 272657"/>
                <a:gd name="connsiteX10" fmla="*/ 131445 w 160019"/>
                <a:gd name="connsiteY10" fmla="*/ 243 h 272657"/>
                <a:gd name="connsiteX11" fmla="*/ 160020 w 160019"/>
                <a:gd name="connsiteY11" fmla="*/ 5005 h 2726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0019" h="272657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3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8" y="-710"/>
                    <a:pt x="150495" y="1195"/>
                    <a:pt x="160020" y="5005"/>
                  </a:cubicBezTo>
                  <a:close/>
                </a:path>
              </a:pathLst>
            </a:custGeom>
            <a:solidFill>
              <a:srgbClr val="041E4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7" name="Freihandform: Form 166">
              <a:extLst>
                <a:ext uri="{FF2B5EF4-FFF2-40B4-BE49-F238E27FC236}">
                  <a16:creationId xmlns:a16="http://schemas.microsoft.com/office/drawing/2014/main" id="{407D65A0-6EC3-0D4A-8197-FB6484487BE4}"/>
                </a:ext>
              </a:extLst>
            </p:cNvPr>
            <p:cNvSpPr/>
            <p:nvPr/>
          </p:nvSpPr>
          <p:spPr>
            <a:xfrm>
              <a:off x="2754472" y="332474"/>
              <a:ext cx="69238" cy="94240"/>
            </a:xfrm>
            <a:custGeom>
              <a:avLst/>
              <a:gdLst>
                <a:gd name="connsiteX0" fmla="*/ 29527 w 205739"/>
                <a:gd name="connsiteY0" fmla="*/ 198120 h 280034"/>
                <a:gd name="connsiteX1" fmla="*/ 104775 w 205739"/>
                <a:gd name="connsiteY1" fmla="*/ 227647 h 280034"/>
                <a:gd name="connsiteX2" fmla="*/ 143827 w 205739"/>
                <a:gd name="connsiteY2" fmla="*/ 200978 h 280034"/>
                <a:gd name="connsiteX3" fmla="*/ 10477 w 205739"/>
                <a:gd name="connsiteY3" fmla="*/ 82868 h 280034"/>
                <a:gd name="connsiteX4" fmla="*/ 111442 w 205739"/>
                <a:gd name="connsiteY4" fmla="*/ 0 h 280034"/>
                <a:gd name="connsiteX5" fmla="*/ 203835 w 205739"/>
                <a:gd name="connsiteY5" fmla="*/ 27622 h 280034"/>
                <a:gd name="connsiteX6" fmla="*/ 174307 w 205739"/>
                <a:gd name="connsiteY6" fmla="*/ 76200 h 280034"/>
                <a:gd name="connsiteX7" fmla="*/ 110490 w 205739"/>
                <a:gd name="connsiteY7" fmla="*/ 52387 h 280034"/>
                <a:gd name="connsiteX8" fmla="*/ 72390 w 205739"/>
                <a:gd name="connsiteY8" fmla="*/ 77153 h 280034"/>
                <a:gd name="connsiteX9" fmla="*/ 205740 w 205739"/>
                <a:gd name="connsiteY9" fmla="*/ 195262 h 280034"/>
                <a:gd name="connsiteX10" fmla="*/ 102870 w 205739"/>
                <a:gd name="connsiteY10" fmla="*/ 280035 h 280034"/>
                <a:gd name="connsiteX11" fmla="*/ 0 w 205739"/>
                <a:gd name="connsiteY11" fmla="*/ 247650 h 280034"/>
                <a:gd name="connsiteX12" fmla="*/ 29527 w 205739"/>
                <a:gd name="connsiteY12" fmla="*/ 198120 h 2800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5739" h="280034">
                  <a:moveTo>
                    <a:pt x="29527" y="198120"/>
                  </a:moveTo>
                  <a:cubicBezTo>
                    <a:pt x="56197" y="218122"/>
                    <a:pt x="80963" y="227647"/>
                    <a:pt x="104775" y="227647"/>
                  </a:cubicBezTo>
                  <a:cubicBezTo>
                    <a:pt x="127635" y="227647"/>
                    <a:pt x="143827" y="217170"/>
                    <a:pt x="143827" y="200978"/>
                  </a:cubicBezTo>
                  <a:cubicBezTo>
                    <a:pt x="143827" y="155258"/>
                    <a:pt x="10477" y="171450"/>
                    <a:pt x="10477" y="82868"/>
                  </a:cubicBezTo>
                  <a:cubicBezTo>
                    <a:pt x="10477" y="33338"/>
                    <a:pt x="51435" y="0"/>
                    <a:pt x="111442" y="0"/>
                  </a:cubicBezTo>
                  <a:cubicBezTo>
                    <a:pt x="143827" y="0"/>
                    <a:pt x="175260" y="9525"/>
                    <a:pt x="203835" y="27622"/>
                  </a:cubicBezTo>
                  <a:lnTo>
                    <a:pt x="174307" y="76200"/>
                  </a:lnTo>
                  <a:cubicBezTo>
                    <a:pt x="151447" y="60960"/>
                    <a:pt x="130492" y="52387"/>
                    <a:pt x="110490" y="52387"/>
                  </a:cubicBezTo>
                  <a:cubicBezTo>
                    <a:pt x="87630" y="52387"/>
                    <a:pt x="72390" y="61912"/>
                    <a:pt x="72390" y="77153"/>
                  </a:cubicBezTo>
                  <a:cubicBezTo>
                    <a:pt x="72390" y="120968"/>
                    <a:pt x="205740" y="105728"/>
                    <a:pt x="205740" y="195262"/>
                  </a:cubicBezTo>
                  <a:cubicBezTo>
                    <a:pt x="205740" y="245745"/>
                    <a:pt x="164782" y="280035"/>
                    <a:pt x="102870" y="280035"/>
                  </a:cubicBezTo>
                  <a:cubicBezTo>
                    <a:pt x="67627" y="280035"/>
                    <a:pt x="31432" y="268605"/>
                    <a:pt x="0" y="247650"/>
                  </a:cubicBezTo>
                  <a:lnTo>
                    <a:pt x="29527" y="198120"/>
                  </a:lnTo>
                  <a:close/>
                </a:path>
              </a:pathLst>
            </a:custGeom>
            <a:solidFill>
              <a:srgbClr val="041E4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8" name="Freihandform: Form 168">
              <a:extLst>
                <a:ext uri="{FF2B5EF4-FFF2-40B4-BE49-F238E27FC236}">
                  <a16:creationId xmlns:a16="http://schemas.microsoft.com/office/drawing/2014/main" id="{F67E5B46-C275-4F48-A09F-54D35BC6A4BF}"/>
                </a:ext>
              </a:extLst>
            </p:cNvPr>
            <p:cNvSpPr/>
            <p:nvPr/>
          </p:nvSpPr>
          <p:spPr>
            <a:xfrm>
              <a:off x="2843264" y="294971"/>
              <a:ext cx="26605" cy="129501"/>
            </a:xfrm>
            <a:custGeom>
              <a:avLst/>
              <a:gdLst>
                <a:gd name="connsiteX0" fmla="*/ 79058 w 79057"/>
                <a:gd name="connsiteY0" fmla="*/ 38100 h 384810"/>
                <a:gd name="connsiteX1" fmla="*/ 39053 w 79057"/>
                <a:gd name="connsiteY1" fmla="*/ 76200 h 384810"/>
                <a:gd name="connsiteX2" fmla="*/ 0 w 79057"/>
                <a:gd name="connsiteY2" fmla="*/ 38100 h 384810"/>
                <a:gd name="connsiteX3" fmla="*/ 39053 w 79057"/>
                <a:gd name="connsiteY3" fmla="*/ 0 h 384810"/>
                <a:gd name="connsiteX4" fmla="*/ 79058 w 79057"/>
                <a:gd name="connsiteY4" fmla="*/ 38100 h 384810"/>
                <a:gd name="connsiteX5" fmla="*/ 70485 w 79057"/>
                <a:gd name="connsiteY5" fmla="*/ 384810 h 384810"/>
                <a:gd name="connsiteX6" fmla="*/ 8573 w 79057"/>
                <a:gd name="connsiteY6" fmla="*/ 384810 h 384810"/>
                <a:gd name="connsiteX7" fmla="*/ 8573 w 79057"/>
                <a:gd name="connsiteY7" fmla="*/ 118110 h 384810"/>
                <a:gd name="connsiteX8" fmla="*/ 70485 w 79057"/>
                <a:gd name="connsiteY8" fmla="*/ 118110 h 384810"/>
                <a:gd name="connsiteX9" fmla="*/ 70485 w 79057"/>
                <a:gd name="connsiteY9" fmla="*/ 384810 h 384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4810">
                  <a:moveTo>
                    <a:pt x="79058" y="38100"/>
                  </a:moveTo>
                  <a:cubicBezTo>
                    <a:pt x="79058" y="60007"/>
                    <a:pt x="60960" y="76200"/>
                    <a:pt x="39053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8" y="0"/>
                    <a:pt x="39053" y="0"/>
                  </a:cubicBezTo>
                  <a:cubicBezTo>
                    <a:pt x="60960" y="0"/>
                    <a:pt x="79058" y="16193"/>
                    <a:pt x="79058" y="38100"/>
                  </a:cubicBezTo>
                  <a:close/>
                  <a:moveTo>
                    <a:pt x="70485" y="384810"/>
                  </a:moveTo>
                  <a:lnTo>
                    <a:pt x="8573" y="384810"/>
                  </a:lnTo>
                  <a:lnTo>
                    <a:pt x="8573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solidFill>
              <a:srgbClr val="041E4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9" name="Freihandform: Form 169">
              <a:extLst>
                <a:ext uri="{FF2B5EF4-FFF2-40B4-BE49-F238E27FC236}">
                  <a16:creationId xmlns:a16="http://schemas.microsoft.com/office/drawing/2014/main" id="{909E25E7-19E2-8747-9126-F1AB3D631F78}"/>
                </a:ext>
              </a:extLst>
            </p:cNvPr>
            <p:cNvSpPr/>
            <p:nvPr/>
          </p:nvSpPr>
          <p:spPr>
            <a:xfrm>
              <a:off x="2884935" y="306189"/>
              <a:ext cx="55775" cy="120525"/>
            </a:xfrm>
            <a:custGeom>
              <a:avLst/>
              <a:gdLst>
                <a:gd name="connsiteX0" fmla="*/ 165735 w 165735"/>
                <a:gd name="connsiteY0" fmla="*/ 295275 h 358139"/>
                <a:gd name="connsiteX1" fmla="*/ 165735 w 165735"/>
                <a:gd name="connsiteY1" fmla="*/ 348615 h 358139"/>
                <a:gd name="connsiteX2" fmla="*/ 113348 w 165735"/>
                <a:gd name="connsiteY2" fmla="*/ 358140 h 358139"/>
                <a:gd name="connsiteX3" fmla="*/ 40958 w 165735"/>
                <a:gd name="connsiteY3" fmla="*/ 282892 h 358139"/>
                <a:gd name="connsiteX4" fmla="*/ 40958 w 165735"/>
                <a:gd name="connsiteY4" fmla="*/ 137160 h 358139"/>
                <a:gd name="connsiteX5" fmla="*/ 0 w 165735"/>
                <a:gd name="connsiteY5" fmla="*/ 137160 h 358139"/>
                <a:gd name="connsiteX6" fmla="*/ 0 w 165735"/>
                <a:gd name="connsiteY6" fmla="*/ 85725 h 358139"/>
                <a:gd name="connsiteX7" fmla="*/ 40005 w 165735"/>
                <a:gd name="connsiteY7" fmla="*/ 85725 h 358139"/>
                <a:gd name="connsiteX8" fmla="*/ 40005 w 165735"/>
                <a:gd name="connsiteY8" fmla="*/ 13335 h 358139"/>
                <a:gd name="connsiteX9" fmla="*/ 101918 w 165735"/>
                <a:gd name="connsiteY9" fmla="*/ 0 h 358139"/>
                <a:gd name="connsiteX10" fmla="*/ 101918 w 165735"/>
                <a:gd name="connsiteY10" fmla="*/ 86677 h 358139"/>
                <a:gd name="connsiteX11" fmla="*/ 165735 w 165735"/>
                <a:gd name="connsiteY11" fmla="*/ 86677 h 358139"/>
                <a:gd name="connsiteX12" fmla="*/ 165735 w 165735"/>
                <a:gd name="connsiteY12" fmla="*/ 138113 h 358139"/>
                <a:gd name="connsiteX13" fmla="*/ 101918 w 165735"/>
                <a:gd name="connsiteY13" fmla="*/ 138113 h 358139"/>
                <a:gd name="connsiteX14" fmla="*/ 101918 w 165735"/>
                <a:gd name="connsiteY14" fmla="*/ 269558 h 358139"/>
                <a:gd name="connsiteX15" fmla="*/ 130493 w 165735"/>
                <a:gd name="connsiteY15" fmla="*/ 304800 h 358139"/>
                <a:gd name="connsiteX16" fmla="*/ 165735 w 165735"/>
                <a:gd name="connsiteY16" fmla="*/ 295275 h 3581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5735" h="358139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8" y="358140"/>
                  </a:cubicBezTo>
                  <a:cubicBezTo>
                    <a:pt x="66675" y="358140"/>
                    <a:pt x="40958" y="331470"/>
                    <a:pt x="40958" y="282892"/>
                  </a:cubicBezTo>
                  <a:lnTo>
                    <a:pt x="40958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8" y="0"/>
                  </a:lnTo>
                  <a:lnTo>
                    <a:pt x="101918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8" y="138113"/>
                  </a:lnTo>
                  <a:lnTo>
                    <a:pt x="101918" y="269558"/>
                  </a:lnTo>
                  <a:cubicBezTo>
                    <a:pt x="101918" y="294323"/>
                    <a:pt x="110490" y="304800"/>
                    <a:pt x="130493" y="304800"/>
                  </a:cubicBezTo>
                  <a:cubicBezTo>
                    <a:pt x="141923" y="303848"/>
                    <a:pt x="155258" y="300038"/>
                    <a:pt x="165735" y="295275"/>
                  </a:cubicBezTo>
                  <a:close/>
                </a:path>
              </a:pathLst>
            </a:custGeom>
            <a:solidFill>
              <a:srgbClr val="041E4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0" name="Freihandform: Form 170">
              <a:extLst>
                <a:ext uri="{FF2B5EF4-FFF2-40B4-BE49-F238E27FC236}">
                  <a16:creationId xmlns:a16="http://schemas.microsoft.com/office/drawing/2014/main" id="{EAC5A913-E03E-7D4D-9078-FE9CA24554F9}"/>
                </a:ext>
              </a:extLst>
            </p:cNvPr>
            <p:cNvSpPr/>
            <p:nvPr/>
          </p:nvSpPr>
          <p:spPr>
            <a:xfrm>
              <a:off x="2957058" y="296573"/>
              <a:ext cx="75970" cy="130142"/>
            </a:xfrm>
            <a:custGeom>
              <a:avLst/>
              <a:gdLst>
                <a:gd name="connsiteX0" fmla="*/ 114300 w 225742"/>
                <a:gd name="connsiteY0" fmla="*/ 215265 h 386714"/>
                <a:gd name="connsiteX1" fmla="*/ 164783 w 225742"/>
                <a:gd name="connsiteY1" fmla="*/ 220980 h 386714"/>
                <a:gd name="connsiteX2" fmla="*/ 164783 w 225742"/>
                <a:gd name="connsiteY2" fmla="*/ 211455 h 386714"/>
                <a:gd name="connsiteX3" fmla="*/ 105728 w 225742"/>
                <a:gd name="connsiteY3" fmla="*/ 160020 h 386714"/>
                <a:gd name="connsiteX4" fmla="*/ 38100 w 225742"/>
                <a:gd name="connsiteY4" fmla="*/ 175260 h 386714"/>
                <a:gd name="connsiteX5" fmla="*/ 24765 w 225742"/>
                <a:gd name="connsiteY5" fmla="*/ 122873 h 386714"/>
                <a:gd name="connsiteX6" fmla="*/ 112395 w 225742"/>
                <a:gd name="connsiteY6" fmla="*/ 107632 h 386714"/>
                <a:gd name="connsiteX7" fmla="*/ 225743 w 225742"/>
                <a:gd name="connsiteY7" fmla="*/ 210502 h 386714"/>
                <a:gd name="connsiteX8" fmla="*/ 225743 w 225742"/>
                <a:gd name="connsiteY8" fmla="*/ 381000 h 386714"/>
                <a:gd name="connsiteX9" fmla="*/ 166688 w 225742"/>
                <a:gd name="connsiteY9" fmla="*/ 381000 h 386714"/>
                <a:gd name="connsiteX10" fmla="*/ 166688 w 225742"/>
                <a:gd name="connsiteY10" fmla="*/ 352425 h 386714"/>
                <a:gd name="connsiteX11" fmla="*/ 165735 w 225742"/>
                <a:gd name="connsiteY11" fmla="*/ 352425 h 386714"/>
                <a:gd name="connsiteX12" fmla="*/ 87630 w 225742"/>
                <a:gd name="connsiteY12" fmla="*/ 386715 h 386714"/>
                <a:gd name="connsiteX13" fmla="*/ 0 w 225742"/>
                <a:gd name="connsiteY13" fmla="*/ 301942 h 386714"/>
                <a:gd name="connsiteX14" fmla="*/ 114300 w 225742"/>
                <a:gd name="connsiteY14" fmla="*/ 215265 h 386714"/>
                <a:gd name="connsiteX15" fmla="*/ 63818 w 225742"/>
                <a:gd name="connsiteY15" fmla="*/ 72390 h 386714"/>
                <a:gd name="connsiteX16" fmla="*/ 26670 w 225742"/>
                <a:gd name="connsiteY16" fmla="*/ 36195 h 386714"/>
                <a:gd name="connsiteX17" fmla="*/ 63818 w 225742"/>
                <a:gd name="connsiteY17" fmla="*/ 0 h 386714"/>
                <a:gd name="connsiteX18" fmla="*/ 100965 w 225742"/>
                <a:gd name="connsiteY18" fmla="*/ 36195 h 386714"/>
                <a:gd name="connsiteX19" fmla="*/ 63818 w 225742"/>
                <a:gd name="connsiteY19" fmla="*/ 72390 h 386714"/>
                <a:gd name="connsiteX20" fmla="*/ 103823 w 225742"/>
                <a:gd name="connsiteY20" fmla="*/ 340042 h 386714"/>
                <a:gd name="connsiteX21" fmla="*/ 164783 w 225742"/>
                <a:gd name="connsiteY21" fmla="*/ 307658 h 386714"/>
                <a:gd name="connsiteX22" fmla="*/ 164783 w 225742"/>
                <a:gd name="connsiteY22" fmla="*/ 261938 h 386714"/>
                <a:gd name="connsiteX23" fmla="*/ 120968 w 225742"/>
                <a:gd name="connsiteY23" fmla="*/ 257175 h 386714"/>
                <a:gd name="connsiteX24" fmla="*/ 59055 w 225742"/>
                <a:gd name="connsiteY24" fmla="*/ 300990 h 386714"/>
                <a:gd name="connsiteX25" fmla="*/ 103823 w 225742"/>
                <a:gd name="connsiteY25" fmla="*/ 340042 h 386714"/>
                <a:gd name="connsiteX26" fmla="*/ 172403 w 225742"/>
                <a:gd name="connsiteY26" fmla="*/ 72390 h 386714"/>
                <a:gd name="connsiteX27" fmla="*/ 135255 w 225742"/>
                <a:gd name="connsiteY27" fmla="*/ 36195 h 386714"/>
                <a:gd name="connsiteX28" fmla="*/ 172403 w 225742"/>
                <a:gd name="connsiteY28" fmla="*/ 0 h 386714"/>
                <a:gd name="connsiteX29" fmla="*/ 209550 w 225742"/>
                <a:gd name="connsiteY29" fmla="*/ 36195 h 386714"/>
                <a:gd name="connsiteX30" fmla="*/ 172403 w 225742"/>
                <a:gd name="connsiteY30" fmla="*/ 72390 h 386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225742" h="386714">
                  <a:moveTo>
                    <a:pt x="114300" y="215265"/>
                  </a:moveTo>
                  <a:cubicBezTo>
                    <a:pt x="131445" y="215265"/>
                    <a:pt x="147638" y="216217"/>
                    <a:pt x="164783" y="220980"/>
                  </a:cubicBezTo>
                  <a:lnTo>
                    <a:pt x="164783" y="211455"/>
                  </a:lnTo>
                  <a:cubicBezTo>
                    <a:pt x="164783" y="177165"/>
                    <a:pt x="144780" y="160020"/>
                    <a:pt x="105728" y="160020"/>
                  </a:cubicBezTo>
                  <a:cubicBezTo>
                    <a:pt x="83820" y="160020"/>
                    <a:pt x="60008" y="164783"/>
                    <a:pt x="38100" y="175260"/>
                  </a:cubicBezTo>
                  <a:lnTo>
                    <a:pt x="24765" y="122873"/>
                  </a:lnTo>
                  <a:cubicBezTo>
                    <a:pt x="49530" y="113348"/>
                    <a:pt x="81915" y="107632"/>
                    <a:pt x="112395" y="107632"/>
                  </a:cubicBezTo>
                  <a:cubicBezTo>
                    <a:pt x="187643" y="107632"/>
                    <a:pt x="225743" y="142875"/>
                    <a:pt x="225743" y="210502"/>
                  </a:cubicBezTo>
                  <a:lnTo>
                    <a:pt x="225743" y="381000"/>
                  </a:lnTo>
                  <a:lnTo>
                    <a:pt x="166688" y="381000"/>
                  </a:lnTo>
                  <a:lnTo>
                    <a:pt x="166688" y="352425"/>
                  </a:lnTo>
                  <a:lnTo>
                    <a:pt x="165735" y="352425"/>
                  </a:lnTo>
                  <a:cubicBezTo>
                    <a:pt x="142875" y="376238"/>
                    <a:pt x="119063" y="386715"/>
                    <a:pt x="87630" y="386715"/>
                  </a:cubicBezTo>
                  <a:cubicBezTo>
                    <a:pt x="34290" y="386715"/>
                    <a:pt x="0" y="353378"/>
                    <a:pt x="0" y="301942"/>
                  </a:cubicBezTo>
                  <a:cubicBezTo>
                    <a:pt x="0" y="245745"/>
                    <a:pt x="40005" y="215265"/>
                    <a:pt x="114300" y="215265"/>
                  </a:cubicBezTo>
                  <a:close/>
                  <a:moveTo>
                    <a:pt x="63818" y="72390"/>
                  </a:moveTo>
                  <a:cubicBezTo>
                    <a:pt x="43815" y="72390"/>
                    <a:pt x="26670" y="55245"/>
                    <a:pt x="26670" y="36195"/>
                  </a:cubicBezTo>
                  <a:cubicBezTo>
                    <a:pt x="26670" y="17145"/>
                    <a:pt x="43815" y="0"/>
                    <a:pt x="63818" y="0"/>
                  </a:cubicBezTo>
                  <a:cubicBezTo>
                    <a:pt x="83820" y="0"/>
                    <a:pt x="100965" y="17145"/>
                    <a:pt x="100965" y="36195"/>
                  </a:cubicBezTo>
                  <a:cubicBezTo>
                    <a:pt x="100965" y="56198"/>
                    <a:pt x="83820" y="72390"/>
                    <a:pt x="63818" y="72390"/>
                  </a:cubicBezTo>
                  <a:close/>
                  <a:moveTo>
                    <a:pt x="103823" y="340042"/>
                  </a:moveTo>
                  <a:cubicBezTo>
                    <a:pt x="126683" y="340042"/>
                    <a:pt x="147638" y="328613"/>
                    <a:pt x="164783" y="307658"/>
                  </a:cubicBezTo>
                  <a:lnTo>
                    <a:pt x="164783" y="261938"/>
                  </a:lnTo>
                  <a:cubicBezTo>
                    <a:pt x="150495" y="258127"/>
                    <a:pt x="135255" y="257175"/>
                    <a:pt x="120968" y="257175"/>
                  </a:cubicBezTo>
                  <a:cubicBezTo>
                    <a:pt x="81915" y="257175"/>
                    <a:pt x="59055" y="272415"/>
                    <a:pt x="59055" y="300990"/>
                  </a:cubicBezTo>
                  <a:cubicBezTo>
                    <a:pt x="59055" y="324803"/>
                    <a:pt x="76200" y="340042"/>
                    <a:pt x="103823" y="340042"/>
                  </a:cubicBezTo>
                  <a:close/>
                  <a:moveTo>
                    <a:pt x="172403" y="72390"/>
                  </a:moveTo>
                  <a:cubicBezTo>
                    <a:pt x="152400" y="72390"/>
                    <a:pt x="135255" y="55245"/>
                    <a:pt x="135255" y="36195"/>
                  </a:cubicBezTo>
                  <a:cubicBezTo>
                    <a:pt x="135255" y="17145"/>
                    <a:pt x="152400" y="0"/>
                    <a:pt x="172403" y="0"/>
                  </a:cubicBezTo>
                  <a:cubicBezTo>
                    <a:pt x="192405" y="0"/>
                    <a:pt x="209550" y="17145"/>
                    <a:pt x="209550" y="36195"/>
                  </a:cubicBezTo>
                  <a:cubicBezTo>
                    <a:pt x="209550" y="56198"/>
                    <a:pt x="192405" y="72390"/>
                    <a:pt x="172403" y="72390"/>
                  </a:cubicBezTo>
                  <a:close/>
                </a:path>
              </a:pathLst>
            </a:custGeom>
            <a:solidFill>
              <a:srgbClr val="041E4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1" name="Freihandform: Form 171">
              <a:extLst>
                <a:ext uri="{FF2B5EF4-FFF2-40B4-BE49-F238E27FC236}">
                  <a16:creationId xmlns:a16="http://schemas.microsoft.com/office/drawing/2014/main" id="{8FABF0FD-F7EF-5349-A2E7-C349C225F8D4}"/>
                </a:ext>
              </a:extLst>
            </p:cNvPr>
            <p:cNvSpPr/>
            <p:nvPr/>
          </p:nvSpPr>
          <p:spPr>
            <a:xfrm>
              <a:off x="3049376" y="306189"/>
              <a:ext cx="55775" cy="120525"/>
            </a:xfrm>
            <a:custGeom>
              <a:avLst/>
              <a:gdLst>
                <a:gd name="connsiteX0" fmla="*/ 165735 w 165734"/>
                <a:gd name="connsiteY0" fmla="*/ 295275 h 358139"/>
                <a:gd name="connsiteX1" fmla="*/ 165735 w 165734"/>
                <a:gd name="connsiteY1" fmla="*/ 348615 h 358139"/>
                <a:gd name="connsiteX2" fmla="*/ 113347 w 165734"/>
                <a:gd name="connsiteY2" fmla="*/ 358140 h 358139"/>
                <a:gd name="connsiteX3" fmla="*/ 40957 w 165734"/>
                <a:gd name="connsiteY3" fmla="*/ 282892 h 358139"/>
                <a:gd name="connsiteX4" fmla="*/ 40957 w 165734"/>
                <a:gd name="connsiteY4" fmla="*/ 137160 h 358139"/>
                <a:gd name="connsiteX5" fmla="*/ 0 w 165734"/>
                <a:gd name="connsiteY5" fmla="*/ 137160 h 358139"/>
                <a:gd name="connsiteX6" fmla="*/ 0 w 165734"/>
                <a:gd name="connsiteY6" fmla="*/ 85725 h 358139"/>
                <a:gd name="connsiteX7" fmla="*/ 40005 w 165734"/>
                <a:gd name="connsiteY7" fmla="*/ 85725 h 358139"/>
                <a:gd name="connsiteX8" fmla="*/ 40005 w 165734"/>
                <a:gd name="connsiteY8" fmla="*/ 13335 h 358139"/>
                <a:gd name="connsiteX9" fmla="*/ 101917 w 165734"/>
                <a:gd name="connsiteY9" fmla="*/ 0 h 358139"/>
                <a:gd name="connsiteX10" fmla="*/ 101917 w 165734"/>
                <a:gd name="connsiteY10" fmla="*/ 86677 h 358139"/>
                <a:gd name="connsiteX11" fmla="*/ 165735 w 165734"/>
                <a:gd name="connsiteY11" fmla="*/ 86677 h 358139"/>
                <a:gd name="connsiteX12" fmla="*/ 165735 w 165734"/>
                <a:gd name="connsiteY12" fmla="*/ 138113 h 358139"/>
                <a:gd name="connsiteX13" fmla="*/ 101917 w 165734"/>
                <a:gd name="connsiteY13" fmla="*/ 138113 h 358139"/>
                <a:gd name="connsiteX14" fmla="*/ 101917 w 165734"/>
                <a:gd name="connsiteY14" fmla="*/ 269558 h 358139"/>
                <a:gd name="connsiteX15" fmla="*/ 130492 w 165734"/>
                <a:gd name="connsiteY15" fmla="*/ 304800 h 358139"/>
                <a:gd name="connsiteX16" fmla="*/ 165735 w 165734"/>
                <a:gd name="connsiteY16" fmla="*/ 295275 h 3581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5734" h="358139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7" y="358140"/>
                  </a:cubicBezTo>
                  <a:cubicBezTo>
                    <a:pt x="66675" y="358140"/>
                    <a:pt x="40957" y="331470"/>
                    <a:pt x="40957" y="282892"/>
                  </a:cubicBezTo>
                  <a:lnTo>
                    <a:pt x="40957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7" y="0"/>
                  </a:lnTo>
                  <a:lnTo>
                    <a:pt x="101917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7" y="138113"/>
                  </a:lnTo>
                  <a:lnTo>
                    <a:pt x="101917" y="269558"/>
                  </a:lnTo>
                  <a:cubicBezTo>
                    <a:pt x="101917" y="294323"/>
                    <a:pt x="110490" y="304800"/>
                    <a:pt x="130492" y="304800"/>
                  </a:cubicBezTo>
                  <a:cubicBezTo>
                    <a:pt x="142875" y="303848"/>
                    <a:pt x="155257" y="300038"/>
                    <a:pt x="165735" y="295275"/>
                  </a:cubicBezTo>
                  <a:close/>
                </a:path>
              </a:pathLst>
            </a:custGeom>
            <a:solidFill>
              <a:srgbClr val="041E4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2" name="Freihandform: Form 172">
              <a:extLst>
                <a:ext uri="{FF2B5EF4-FFF2-40B4-BE49-F238E27FC236}">
                  <a16:creationId xmlns:a16="http://schemas.microsoft.com/office/drawing/2014/main" id="{691B08B6-CE79-0F4B-B988-B7D1CEE53D89}"/>
                </a:ext>
              </a:extLst>
            </p:cNvPr>
            <p:cNvSpPr/>
            <p:nvPr/>
          </p:nvSpPr>
          <p:spPr>
            <a:xfrm>
              <a:off x="510639" y="494671"/>
              <a:ext cx="92638" cy="124051"/>
            </a:xfrm>
            <a:custGeom>
              <a:avLst/>
              <a:gdLst>
                <a:gd name="connsiteX0" fmla="*/ 275273 w 275272"/>
                <a:gd name="connsiteY0" fmla="*/ 60960 h 368617"/>
                <a:gd name="connsiteX1" fmla="*/ 170498 w 275272"/>
                <a:gd name="connsiteY1" fmla="*/ 60960 h 368617"/>
                <a:gd name="connsiteX2" fmla="*/ 170498 w 275272"/>
                <a:gd name="connsiteY2" fmla="*/ 368617 h 368617"/>
                <a:gd name="connsiteX3" fmla="*/ 104775 w 275272"/>
                <a:gd name="connsiteY3" fmla="*/ 368617 h 368617"/>
                <a:gd name="connsiteX4" fmla="*/ 104775 w 275272"/>
                <a:gd name="connsiteY4" fmla="*/ 60960 h 368617"/>
                <a:gd name="connsiteX5" fmla="*/ 0 w 275272"/>
                <a:gd name="connsiteY5" fmla="*/ 60960 h 368617"/>
                <a:gd name="connsiteX6" fmla="*/ 0 w 275272"/>
                <a:gd name="connsiteY6" fmla="*/ 0 h 368617"/>
                <a:gd name="connsiteX7" fmla="*/ 275273 w 275272"/>
                <a:gd name="connsiteY7" fmla="*/ 0 h 368617"/>
                <a:gd name="connsiteX8" fmla="*/ 275273 w 275272"/>
                <a:gd name="connsiteY8" fmla="*/ 60960 h 368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75272" h="368617">
                  <a:moveTo>
                    <a:pt x="275273" y="60960"/>
                  </a:moveTo>
                  <a:lnTo>
                    <a:pt x="170498" y="60960"/>
                  </a:lnTo>
                  <a:lnTo>
                    <a:pt x="170498" y="368617"/>
                  </a:lnTo>
                  <a:lnTo>
                    <a:pt x="104775" y="368617"/>
                  </a:lnTo>
                  <a:lnTo>
                    <a:pt x="104775" y="60960"/>
                  </a:lnTo>
                  <a:lnTo>
                    <a:pt x="0" y="60960"/>
                  </a:lnTo>
                  <a:lnTo>
                    <a:pt x="0" y="0"/>
                  </a:lnTo>
                  <a:lnTo>
                    <a:pt x="275273" y="0"/>
                  </a:lnTo>
                  <a:lnTo>
                    <a:pt x="275273" y="60960"/>
                  </a:lnTo>
                  <a:close/>
                </a:path>
              </a:pathLst>
            </a:custGeom>
            <a:solidFill>
              <a:schemeClr val="tx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3" name="Freihandform: Form 173">
              <a:extLst>
                <a:ext uri="{FF2B5EF4-FFF2-40B4-BE49-F238E27FC236}">
                  <a16:creationId xmlns:a16="http://schemas.microsoft.com/office/drawing/2014/main" id="{618EC208-E675-F54F-926D-39AE3A23A938}"/>
                </a:ext>
              </a:extLst>
            </p:cNvPr>
            <p:cNvSpPr/>
            <p:nvPr/>
          </p:nvSpPr>
          <p:spPr>
            <a:xfrm>
              <a:off x="603919" y="526726"/>
              <a:ext cx="81739" cy="93920"/>
            </a:xfrm>
            <a:custGeom>
              <a:avLst/>
              <a:gdLst>
                <a:gd name="connsiteX0" fmla="*/ 132398 w 242887"/>
                <a:gd name="connsiteY0" fmla="*/ 279083 h 279082"/>
                <a:gd name="connsiteX1" fmla="*/ 0 w 242887"/>
                <a:gd name="connsiteY1" fmla="*/ 139065 h 279082"/>
                <a:gd name="connsiteX2" fmla="*/ 124777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3817 w 242887"/>
                <a:gd name="connsiteY5" fmla="*/ 160972 h 279082"/>
                <a:gd name="connsiteX6" fmla="*/ 133350 w 242887"/>
                <a:gd name="connsiteY6" fmla="*/ 225742 h 279082"/>
                <a:gd name="connsiteX7" fmla="*/ 199073 w 242887"/>
                <a:gd name="connsiteY7" fmla="*/ 194310 h 279082"/>
                <a:gd name="connsiteX8" fmla="*/ 238125 w 242887"/>
                <a:gd name="connsiteY8" fmla="*/ 235267 h 279082"/>
                <a:gd name="connsiteX9" fmla="*/ 132398 w 242887"/>
                <a:gd name="connsiteY9" fmla="*/ 279083 h 279082"/>
                <a:gd name="connsiteX10" fmla="*/ 62865 w 242887"/>
                <a:gd name="connsiteY10" fmla="*/ 115252 h 279082"/>
                <a:gd name="connsiteX11" fmla="*/ 183833 w 242887"/>
                <a:gd name="connsiteY11" fmla="*/ 115252 h 279082"/>
                <a:gd name="connsiteX12" fmla="*/ 124777 w 242887"/>
                <a:gd name="connsiteY12" fmla="*/ 50482 h 279082"/>
                <a:gd name="connsiteX13" fmla="*/ 62865 w 242887"/>
                <a:gd name="connsiteY13" fmla="*/ 115252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8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3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7"/>
                    <a:pt x="241935" y="153352"/>
                    <a:pt x="241935" y="160972"/>
                  </a:cubicBezTo>
                  <a:lnTo>
                    <a:pt x="63817" y="160972"/>
                  </a:lnTo>
                  <a:cubicBezTo>
                    <a:pt x="70485" y="201930"/>
                    <a:pt x="95250" y="225742"/>
                    <a:pt x="133350" y="225742"/>
                  </a:cubicBezTo>
                  <a:cubicBezTo>
                    <a:pt x="158115" y="225742"/>
                    <a:pt x="178117" y="216217"/>
                    <a:pt x="199073" y="194310"/>
                  </a:cubicBezTo>
                  <a:lnTo>
                    <a:pt x="238125" y="235267"/>
                  </a:lnTo>
                  <a:cubicBezTo>
                    <a:pt x="206692" y="264795"/>
                    <a:pt x="172402" y="279083"/>
                    <a:pt x="132398" y="279083"/>
                  </a:cubicBezTo>
                  <a:close/>
                  <a:moveTo>
                    <a:pt x="62865" y="115252"/>
                  </a:moveTo>
                  <a:lnTo>
                    <a:pt x="183833" y="115252"/>
                  </a:lnTo>
                  <a:cubicBezTo>
                    <a:pt x="180975" y="74295"/>
                    <a:pt x="160020" y="50482"/>
                    <a:pt x="124777" y="50482"/>
                  </a:cubicBezTo>
                  <a:cubicBezTo>
                    <a:pt x="89535" y="50482"/>
                    <a:pt x="67627" y="74295"/>
                    <a:pt x="62865" y="115252"/>
                  </a:cubicBezTo>
                  <a:close/>
                </a:path>
              </a:pathLst>
            </a:custGeom>
            <a:solidFill>
              <a:schemeClr val="tx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4" name="Freihandform: Form 174">
              <a:extLst>
                <a:ext uri="{FF2B5EF4-FFF2-40B4-BE49-F238E27FC236}">
                  <a16:creationId xmlns:a16="http://schemas.microsoft.com/office/drawing/2014/main" id="{F3D8309A-1653-614D-A944-931615072E3B}"/>
                </a:ext>
              </a:extLst>
            </p:cNvPr>
            <p:cNvSpPr/>
            <p:nvPr/>
          </p:nvSpPr>
          <p:spPr>
            <a:xfrm>
              <a:off x="703929" y="526405"/>
              <a:ext cx="75649" cy="94241"/>
            </a:xfrm>
            <a:custGeom>
              <a:avLst/>
              <a:gdLst>
                <a:gd name="connsiteX0" fmla="*/ 222885 w 224790"/>
                <a:gd name="connsiteY0" fmla="*/ 237173 h 280035"/>
                <a:gd name="connsiteX1" fmla="*/ 127635 w 224790"/>
                <a:gd name="connsiteY1" fmla="*/ 280035 h 280035"/>
                <a:gd name="connsiteX2" fmla="*/ 0 w 224790"/>
                <a:gd name="connsiteY2" fmla="*/ 140970 h 280035"/>
                <a:gd name="connsiteX3" fmla="*/ 128588 w 224790"/>
                <a:gd name="connsiteY3" fmla="*/ 0 h 280035"/>
                <a:gd name="connsiteX4" fmla="*/ 224790 w 224790"/>
                <a:gd name="connsiteY4" fmla="*/ 45720 h 280035"/>
                <a:gd name="connsiteX5" fmla="*/ 181928 w 224790"/>
                <a:gd name="connsiteY5" fmla="*/ 86678 h 280035"/>
                <a:gd name="connsiteX6" fmla="*/ 128588 w 224790"/>
                <a:gd name="connsiteY6" fmla="*/ 57150 h 280035"/>
                <a:gd name="connsiteX7" fmla="*/ 62865 w 224790"/>
                <a:gd name="connsiteY7" fmla="*/ 140017 h 280035"/>
                <a:gd name="connsiteX8" fmla="*/ 128588 w 224790"/>
                <a:gd name="connsiteY8" fmla="*/ 222885 h 280035"/>
                <a:gd name="connsiteX9" fmla="*/ 183833 w 224790"/>
                <a:gd name="connsiteY9" fmla="*/ 193358 h 280035"/>
                <a:gd name="connsiteX10" fmla="*/ 222885 w 224790"/>
                <a:gd name="connsiteY10" fmla="*/ 237173 h 280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4790" h="280035">
                  <a:moveTo>
                    <a:pt x="222885" y="237173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3" y="0"/>
                    <a:pt x="200978" y="15240"/>
                    <a:pt x="224790" y="45720"/>
                  </a:cubicBezTo>
                  <a:lnTo>
                    <a:pt x="181928" y="86678"/>
                  </a:lnTo>
                  <a:cubicBezTo>
                    <a:pt x="166688" y="66675"/>
                    <a:pt x="149543" y="57150"/>
                    <a:pt x="128588" y="57150"/>
                  </a:cubicBezTo>
                  <a:cubicBezTo>
                    <a:pt x="89535" y="57150"/>
                    <a:pt x="62865" y="89535"/>
                    <a:pt x="62865" y="140017"/>
                  </a:cubicBezTo>
                  <a:cubicBezTo>
                    <a:pt x="62865" y="189548"/>
                    <a:pt x="89535" y="222885"/>
                    <a:pt x="128588" y="222885"/>
                  </a:cubicBezTo>
                  <a:cubicBezTo>
                    <a:pt x="149543" y="222885"/>
                    <a:pt x="166688" y="213360"/>
                    <a:pt x="183833" y="193358"/>
                  </a:cubicBezTo>
                  <a:lnTo>
                    <a:pt x="222885" y="237173"/>
                  </a:lnTo>
                  <a:close/>
                </a:path>
              </a:pathLst>
            </a:custGeom>
            <a:solidFill>
              <a:schemeClr val="tx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5" name="Freihandform: Form 175">
              <a:extLst>
                <a:ext uri="{FF2B5EF4-FFF2-40B4-BE49-F238E27FC236}">
                  <a16:creationId xmlns:a16="http://schemas.microsoft.com/office/drawing/2014/main" id="{717FDDCD-E871-BB4D-B232-2CEF5564DDCE}"/>
                </a:ext>
              </a:extLst>
            </p:cNvPr>
            <p:cNvSpPr/>
            <p:nvPr/>
          </p:nvSpPr>
          <p:spPr>
            <a:xfrm>
              <a:off x="797850" y="487619"/>
              <a:ext cx="76931" cy="131103"/>
            </a:xfrm>
            <a:custGeom>
              <a:avLst/>
              <a:gdLst>
                <a:gd name="connsiteX0" fmla="*/ 228600 w 228600"/>
                <a:gd name="connsiteY0" fmla="*/ 388620 h 389572"/>
                <a:gd name="connsiteX1" fmla="*/ 166688 w 228600"/>
                <a:gd name="connsiteY1" fmla="*/ 388620 h 389572"/>
                <a:gd name="connsiteX2" fmla="*/ 166688 w 228600"/>
                <a:gd name="connsiteY2" fmla="*/ 236220 h 389572"/>
                <a:gd name="connsiteX3" fmla="*/ 117158 w 228600"/>
                <a:gd name="connsiteY3" fmla="*/ 171450 h 389572"/>
                <a:gd name="connsiteX4" fmla="*/ 61913 w 228600"/>
                <a:gd name="connsiteY4" fmla="*/ 236220 h 389572"/>
                <a:gd name="connsiteX5" fmla="*/ 61913 w 228600"/>
                <a:gd name="connsiteY5" fmla="*/ 389573 h 389572"/>
                <a:gd name="connsiteX6" fmla="*/ 0 w 228600"/>
                <a:gd name="connsiteY6" fmla="*/ 389573 h 389572"/>
                <a:gd name="connsiteX7" fmla="*/ 0 w 228600"/>
                <a:gd name="connsiteY7" fmla="*/ 15240 h 389572"/>
                <a:gd name="connsiteX8" fmla="*/ 61913 w 228600"/>
                <a:gd name="connsiteY8" fmla="*/ 0 h 389572"/>
                <a:gd name="connsiteX9" fmla="*/ 61913 w 228600"/>
                <a:gd name="connsiteY9" fmla="*/ 155258 h 389572"/>
                <a:gd name="connsiteX10" fmla="*/ 62865 w 228600"/>
                <a:gd name="connsiteY10" fmla="*/ 155258 h 389572"/>
                <a:gd name="connsiteX11" fmla="*/ 140970 w 228600"/>
                <a:gd name="connsiteY11" fmla="*/ 116205 h 389572"/>
                <a:gd name="connsiteX12" fmla="*/ 228600 w 228600"/>
                <a:gd name="connsiteY12" fmla="*/ 223838 h 389572"/>
                <a:gd name="connsiteX13" fmla="*/ 228600 w 228600"/>
                <a:gd name="connsiteY13" fmla="*/ 388620 h 389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8600" h="389572">
                  <a:moveTo>
                    <a:pt x="228600" y="388620"/>
                  </a:moveTo>
                  <a:lnTo>
                    <a:pt x="166688" y="388620"/>
                  </a:lnTo>
                  <a:lnTo>
                    <a:pt x="166688" y="236220"/>
                  </a:lnTo>
                  <a:cubicBezTo>
                    <a:pt x="166688" y="197168"/>
                    <a:pt x="154305" y="171450"/>
                    <a:pt x="117158" y="171450"/>
                  </a:cubicBezTo>
                  <a:cubicBezTo>
                    <a:pt x="74295" y="171450"/>
                    <a:pt x="61913" y="205740"/>
                    <a:pt x="61913" y="236220"/>
                  </a:cubicBezTo>
                  <a:lnTo>
                    <a:pt x="61913" y="389573"/>
                  </a:lnTo>
                  <a:lnTo>
                    <a:pt x="0" y="389573"/>
                  </a:lnTo>
                  <a:lnTo>
                    <a:pt x="0" y="15240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8" y="116205"/>
                    <a:pt x="140970" y="116205"/>
                  </a:cubicBezTo>
                  <a:cubicBezTo>
                    <a:pt x="202883" y="116205"/>
                    <a:pt x="228600" y="161925"/>
                    <a:pt x="228600" y="223838"/>
                  </a:cubicBezTo>
                  <a:lnTo>
                    <a:pt x="228600" y="388620"/>
                  </a:lnTo>
                  <a:close/>
                </a:path>
              </a:pathLst>
            </a:custGeom>
            <a:solidFill>
              <a:schemeClr val="tx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6" name="Freihandform: Form 176">
              <a:extLst>
                <a:ext uri="{FF2B5EF4-FFF2-40B4-BE49-F238E27FC236}">
                  <a16:creationId xmlns:a16="http://schemas.microsoft.com/office/drawing/2014/main" id="{C8995C5D-7CC7-2E42-B769-E20C40839485}"/>
                </a:ext>
              </a:extLst>
            </p:cNvPr>
            <p:cNvSpPr/>
            <p:nvPr/>
          </p:nvSpPr>
          <p:spPr>
            <a:xfrm>
              <a:off x="901707" y="526726"/>
              <a:ext cx="76931" cy="91997"/>
            </a:xfrm>
            <a:custGeom>
              <a:avLst/>
              <a:gdLst>
                <a:gd name="connsiteX0" fmla="*/ 228600 w 228600"/>
                <a:gd name="connsiteY0" fmla="*/ 272415 h 273367"/>
                <a:gd name="connsiteX1" fmla="*/ 166688 w 228600"/>
                <a:gd name="connsiteY1" fmla="*/ 272415 h 273367"/>
                <a:gd name="connsiteX2" fmla="*/ 166688 w 228600"/>
                <a:gd name="connsiteY2" fmla="*/ 120015 h 273367"/>
                <a:gd name="connsiteX3" fmla="*/ 117158 w 228600"/>
                <a:gd name="connsiteY3" fmla="*/ 55245 h 273367"/>
                <a:gd name="connsiteX4" fmla="*/ 61913 w 228600"/>
                <a:gd name="connsiteY4" fmla="*/ 120015 h 273367"/>
                <a:gd name="connsiteX5" fmla="*/ 61913 w 228600"/>
                <a:gd name="connsiteY5" fmla="*/ 273367 h 273367"/>
                <a:gd name="connsiteX6" fmla="*/ 0 w 228600"/>
                <a:gd name="connsiteY6" fmla="*/ 273367 h 273367"/>
                <a:gd name="connsiteX7" fmla="*/ 0 w 228600"/>
                <a:gd name="connsiteY7" fmla="*/ 6667 h 273367"/>
                <a:gd name="connsiteX8" fmla="*/ 61913 w 228600"/>
                <a:gd name="connsiteY8" fmla="*/ 6667 h 273367"/>
                <a:gd name="connsiteX9" fmla="*/ 61913 w 228600"/>
                <a:gd name="connsiteY9" fmla="*/ 39052 h 273367"/>
                <a:gd name="connsiteX10" fmla="*/ 62865 w 228600"/>
                <a:gd name="connsiteY10" fmla="*/ 39052 h 273367"/>
                <a:gd name="connsiteX11" fmla="*/ 140970 w 228600"/>
                <a:gd name="connsiteY11" fmla="*/ 0 h 273367"/>
                <a:gd name="connsiteX12" fmla="*/ 228600 w 228600"/>
                <a:gd name="connsiteY12" fmla="*/ 107633 h 273367"/>
                <a:gd name="connsiteX13" fmla="*/ 228600 w 228600"/>
                <a:gd name="connsiteY13" fmla="*/ 272415 h 273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8600" h="273367">
                  <a:moveTo>
                    <a:pt x="228600" y="272415"/>
                  </a:moveTo>
                  <a:lnTo>
                    <a:pt x="166688" y="272415"/>
                  </a:lnTo>
                  <a:lnTo>
                    <a:pt x="166688" y="120015"/>
                  </a:lnTo>
                  <a:cubicBezTo>
                    <a:pt x="166688" y="80963"/>
                    <a:pt x="155258" y="55245"/>
                    <a:pt x="117158" y="55245"/>
                  </a:cubicBezTo>
                  <a:cubicBezTo>
                    <a:pt x="73343" y="55245"/>
                    <a:pt x="61913" y="90488"/>
                    <a:pt x="61913" y="120015"/>
                  </a:cubicBezTo>
                  <a:lnTo>
                    <a:pt x="61913" y="273367"/>
                  </a:lnTo>
                  <a:lnTo>
                    <a:pt x="0" y="273367"/>
                  </a:lnTo>
                  <a:lnTo>
                    <a:pt x="0" y="6667"/>
                  </a:lnTo>
                  <a:lnTo>
                    <a:pt x="61913" y="6667"/>
                  </a:lnTo>
                  <a:lnTo>
                    <a:pt x="61913" y="39052"/>
                  </a:lnTo>
                  <a:lnTo>
                    <a:pt x="62865" y="39052"/>
                  </a:lnTo>
                  <a:cubicBezTo>
                    <a:pt x="78105" y="15240"/>
                    <a:pt x="106680" y="0"/>
                    <a:pt x="140970" y="0"/>
                  </a:cubicBezTo>
                  <a:cubicBezTo>
                    <a:pt x="201930" y="0"/>
                    <a:pt x="228600" y="44767"/>
                    <a:pt x="228600" y="107633"/>
                  </a:cubicBezTo>
                  <a:lnTo>
                    <a:pt x="228600" y="272415"/>
                  </a:lnTo>
                  <a:close/>
                </a:path>
              </a:pathLst>
            </a:custGeom>
            <a:solidFill>
              <a:schemeClr val="tx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7" name="Freihandform: Form 177">
              <a:extLst>
                <a:ext uri="{FF2B5EF4-FFF2-40B4-BE49-F238E27FC236}">
                  <a16:creationId xmlns:a16="http://schemas.microsoft.com/office/drawing/2014/main" id="{F0031B75-0C69-0A40-8402-DC1DE0934A97}"/>
                </a:ext>
              </a:extLst>
            </p:cNvPr>
            <p:cNvSpPr/>
            <p:nvPr/>
          </p:nvSpPr>
          <p:spPr>
            <a:xfrm>
              <a:off x="1002359" y="488901"/>
              <a:ext cx="26605" cy="129501"/>
            </a:xfrm>
            <a:custGeom>
              <a:avLst/>
              <a:gdLst>
                <a:gd name="connsiteX0" fmla="*/ 79058 w 79057"/>
                <a:gd name="connsiteY0" fmla="*/ 38100 h 384809"/>
                <a:gd name="connsiteX1" fmla="*/ 39052 w 79057"/>
                <a:gd name="connsiteY1" fmla="*/ 76200 h 384809"/>
                <a:gd name="connsiteX2" fmla="*/ 0 w 79057"/>
                <a:gd name="connsiteY2" fmla="*/ 38100 h 384809"/>
                <a:gd name="connsiteX3" fmla="*/ 39052 w 79057"/>
                <a:gd name="connsiteY3" fmla="*/ 0 h 384809"/>
                <a:gd name="connsiteX4" fmla="*/ 79058 w 79057"/>
                <a:gd name="connsiteY4" fmla="*/ 38100 h 384809"/>
                <a:gd name="connsiteX5" fmla="*/ 70485 w 79057"/>
                <a:gd name="connsiteY5" fmla="*/ 384810 h 384809"/>
                <a:gd name="connsiteX6" fmla="*/ 8572 w 79057"/>
                <a:gd name="connsiteY6" fmla="*/ 384810 h 384809"/>
                <a:gd name="connsiteX7" fmla="*/ 8572 w 79057"/>
                <a:gd name="connsiteY7" fmla="*/ 118110 h 384809"/>
                <a:gd name="connsiteX8" fmla="*/ 70485 w 79057"/>
                <a:gd name="connsiteY8" fmla="*/ 118110 h 384809"/>
                <a:gd name="connsiteX9" fmla="*/ 70485 w 79057"/>
                <a:gd name="connsiteY9" fmla="*/ 384810 h 3848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4809">
                  <a:moveTo>
                    <a:pt x="79058" y="38100"/>
                  </a:moveTo>
                  <a:cubicBezTo>
                    <a:pt x="79058" y="60008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2"/>
                    <a:pt x="18097" y="0"/>
                    <a:pt x="39052" y="0"/>
                  </a:cubicBezTo>
                  <a:cubicBezTo>
                    <a:pt x="60960" y="0"/>
                    <a:pt x="79058" y="16192"/>
                    <a:pt x="79058" y="38100"/>
                  </a:cubicBezTo>
                  <a:close/>
                  <a:moveTo>
                    <a:pt x="70485" y="384810"/>
                  </a:moveTo>
                  <a:lnTo>
                    <a:pt x="8572" y="384810"/>
                  </a:lnTo>
                  <a:lnTo>
                    <a:pt x="8572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solidFill>
              <a:schemeClr val="tx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8" name="Freihandform: Form 178">
              <a:extLst>
                <a:ext uri="{FF2B5EF4-FFF2-40B4-BE49-F238E27FC236}">
                  <a16:creationId xmlns:a16="http://schemas.microsoft.com/office/drawing/2014/main" id="{A0198E80-4FED-D345-A056-52D3E6BA6E76}"/>
                </a:ext>
              </a:extLst>
            </p:cNvPr>
            <p:cNvSpPr/>
            <p:nvPr/>
          </p:nvSpPr>
          <p:spPr>
            <a:xfrm>
              <a:off x="1045312" y="526405"/>
              <a:ext cx="69238" cy="94241"/>
            </a:xfrm>
            <a:custGeom>
              <a:avLst/>
              <a:gdLst>
                <a:gd name="connsiteX0" fmla="*/ 29528 w 205740"/>
                <a:gd name="connsiteY0" fmla="*/ 198120 h 280035"/>
                <a:gd name="connsiteX1" fmla="*/ 104775 w 205740"/>
                <a:gd name="connsiteY1" fmla="*/ 227648 h 280035"/>
                <a:gd name="connsiteX2" fmla="*/ 143828 w 205740"/>
                <a:gd name="connsiteY2" fmla="*/ 200978 h 280035"/>
                <a:gd name="connsiteX3" fmla="*/ 10478 w 205740"/>
                <a:gd name="connsiteY3" fmla="*/ 82868 h 280035"/>
                <a:gd name="connsiteX4" fmla="*/ 111442 w 205740"/>
                <a:gd name="connsiteY4" fmla="*/ 0 h 280035"/>
                <a:gd name="connsiteX5" fmla="*/ 203835 w 205740"/>
                <a:gd name="connsiteY5" fmla="*/ 27623 h 280035"/>
                <a:gd name="connsiteX6" fmla="*/ 174308 w 205740"/>
                <a:gd name="connsiteY6" fmla="*/ 76200 h 280035"/>
                <a:gd name="connsiteX7" fmla="*/ 110490 w 205740"/>
                <a:gd name="connsiteY7" fmla="*/ 52388 h 280035"/>
                <a:gd name="connsiteX8" fmla="*/ 72390 w 205740"/>
                <a:gd name="connsiteY8" fmla="*/ 77153 h 280035"/>
                <a:gd name="connsiteX9" fmla="*/ 205740 w 205740"/>
                <a:gd name="connsiteY9" fmla="*/ 195263 h 280035"/>
                <a:gd name="connsiteX10" fmla="*/ 102870 w 205740"/>
                <a:gd name="connsiteY10" fmla="*/ 280035 h 280035"/>
                <a:gd name="connsiteX11" fmla="*/ 0 w 205740"/>
                <a:gd name="connsiteY11" fmla="*/ 247650 h 280035"/>
                <a:gd name="connsiteX12" fmla="*/ 29528 w 205740"/>
                <a:gd name="connsiteY12" fmla="*/ 198120 h 280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5740" h="280035">
                  <a:moveTo>
                    <a:pt x="29528" y="198120"/>
                  </a:moveTo>
                  <a:cubicBezTo>
                    <a:pt x="55245" y="218123"/>
                    <a:pt x="80963" y="227648"/>
                    <a:pt x="104775" y="227648"/>
                  </a:cubicBezTo>
                  <a:cubicBezTo>
                    <a:pt x="127635" y="227648"/>
                    <a:pt x="143828" y="217170"/>
                    <a:pt x="143828" y="200978"/>
                  </a:cubicBezTo>
                  <a:cubicBezTo>
                    <a:pt x="143828" y="155258"/>
                    <a:pt x="10478" y="171450"/>
                    <a:pt x="10478" y="82868"/>
                  </a:cubicBezTo>
                  <a:cubicBezTo>
                    <a:pt x="10478" y="33338"/>
                    <a:pt x="51435" y="0"/>
                    <a:pt x="111442" y="0"/>
                  </a:cubicBezTo>
                  <a:cubicBezTo>
                    <a:pt x="143828" y="0"/>
                    <a:pt x="175260" y="9525"/>
                    <a:pt x="203835" y="27623"/>
                  </a:cubicBezTo>
                  <a:lnTo>
                    <a:pt x="174308" y="76200"/>
                  </a:lnTo>
                  <a:cubicBezTo>
                    <a:pt x="151448" y="60960"/>
                    <a:pt x="130492" y="52388"/>
                    <a:pt x="110490" y="52388"/>
                  </a:cubicBezTo>
                  <a:cubicBezTo>
                    <a:pt x="87630" y="52388"/>
                    <a:pt x="72390" y="61913"/>
                    <a:pt x="72390" y="77153"/>
                  </a:cubicBezTo>
                  <a:cubicBezTo>
                    <a:pt x="72390" y="120967"/>
                    <a:pt x="205740" y="105728"/>
                    <a:pt x="205740" y="195263"/>
                  </a:cubicBezTo>
                  <a:cubicBezTo>
                    <a:pt x="205740" y="245745"/>
                    <a:pt x="164783" y="280035"/>
                    <a:pt x="102870" y="280035"/>
                  </a:cubicBezTo>
                  <a:cubicBezTo>
                    <a:pt x="67628" y="280035"/>
                    <a:pt x="31433" y="268605"/>
                    <a:pt x="0" y="247650"/>
                  </a:cubicBezTo>
                  <a:lnTo>
                    <a:pt x="29528" y="198120"/>
                  </a:lnTo>
                  <a:close/>
                </a:path>
              </a:pathLst>
            </a:custGeom>
            <a:solidFill>
              <a:schemeClr val="tx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9" name="Freihandform: Form 179">
              <a:extLst>
                <a:ext uri="{FF2B5EF4-FFF2-40B4-BE49-F238E27FC236}">
                  <a16:creationId xmlns:a16="http://schemas.microsoft.com/office/drawing/2014/main" id="{77DC6720-D7A3-F240-A035-723109FD2169}"/>
                </a:ext>
              </a:extLst>
            </p:cNvPr>
            <p:cNvSpPr/>
            <p:nvPr/>
          </p:nvSpPr>
          <p:spPr>
            <a:xfrm>
              <a:off x="1131540" y="526405"/>
              <a:ext cx="75649" cy="94241"/>
            </a:xfrm>
            <a:custGeom>
              <a:avLst/>
              <a:gdLst>
                <a:gd name="connsiteX0" fmla="*/ 222885 w 224790"/>
                <a:gd name="connsiteY0" fmla="*/ 237173 h 280035"/>
                <a:gd name="connsiteX1" fmla="*/ 127635 w 224790"/>
                <a:gd name="connsiteY1" fmla="*/ 280035 h 280035"/>
                <a:gd name="connsiteX2" fmla="*/ 0 w 224790"/>
                <a:gd name="connsiteY2" fmla="*/ 140970 h 280035"/>
                <a:gd name="connsiteX3" fmla="*/ 128588 w 224790"/>
                <a:gd name="connsiteY3" fmla="*/ 0 h 280035"/>
                <a:gd name="connsiteX4" fmla="*/ 224790 w 224790"/>
                <a:gd name="connsiteY4" fmla="*/ 45720 h 280035"/>
                <a:gd name="connsiteX5" fmla="*/ 181928 w 224790"/>
                <a:gd name="connsiteY5" fmla="*/ 86678 h 280035"/>
                <a:gd name="connsiteX6" fmla="*/ 128588 w 224790"/>
                <a:gd name="connsiteY6" fmla="*/ 57150 h 280035"/>
                <a:gd name="connsiteX7" fmla="*/ 62865 w 224790"/>
                <a:gd name="connsiteY7" fmla="*/ 140017 h 280035"/>
                <a:gd name="connsiteX8" fmla="*/ 128588 w 224790"/>
                <a:gd name="connsiteY8" fmla="*/ 222885 h 280035"/>
                <a:gd name="connsiteX9" fmla="*/ 183832 w 224790"/>
                <a:gd name="connsiteY9" fmla="*/ 193358 h 280035"/>
                <a:gd name="connsiteX10" fmla="*/ 222885 w 224790"/>
                <a:gd name="connsiteY10" fmla="*/ 237173 h 280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4790" h="280035">
                  <a:moveTo>
                    <a:pt x="222885" y="237173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2" y="0"/>
                    <a:pt x="200978" y="15240"/>
                    <a:pt x="224790" y="45720"/>
                  </a:cubicBezTo>
                  <a:lnTo>
                    <a:pt x="181928" y="86678"/>
                  </a:lnTo>
                  <a:cubicBezTo>
                    <a:pt x="165735" y="66675"/>
                    <a:pt x="149542" y="57150"/>
                    <a:pt x="128588" y="57150"/>
                  </a:cubicBezTo>
                  <a:cubicBezTo>
                    <a:pt x="89535" y="57150"/>
                    <a:pt x="62865" y="89535"/>
                    <a:pt x="62865" y="140017"/>
                  </a:cubicBezTo>
                  <a:cubicBezTo>
                    <a:pt x="62865" y="189548"/>
                    <a:pt x="89535" y="222885"/>
                    <a:pt x="128588" y="222885"/>
                  </a:cubicBezTo>
                  <a:cubicBezTo>
                    <a:pt x="149542" y="222885"/>
                    <a:pt x="166688" y="213360"/>
                    <a:pt x="183832" y="193358"/>
                  </a:cubicBezTo>
                  <a:lnTo>
                    <a:pt x="222885" y="237173"/>
                  </a:lnTo>
                  <a:close/>
                </a:path>
              </a:pathLst>
            </a:custGeom>
            <a:solidFill>
              <a:schemeClr val="tx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0" name="Freihandform: Form 180">
              <a:extLst>
                <a:ext uri="{FF2B5EF4-FFF2-40B4-BE49-F238E27FC236}">
                  <a16:creationId xmlns:a16="http://schemas.microsoft.com/office/drawing/2014/main" id="{113741B5-0862-1B40-9D96-56B2A9E93BF4}"/>
                </a:ext>
              </a:extLst>
            </p:cNvPr>
            <p:cNvSpPr/>
            <p:nvPr/>
          </p:nvSpPr>
          <p:spPr>
            <a:xfrm>
              <a:off x="1225460" y="487619"/>
              <a:ext cx="76931" cy="131103"/>
            </a:xfrm>
            <a:custGeom>
              <a:avLst/>
              <a:gdLst>
                <a:gd name="connsiteX0" fmla="*/ 228600 w 228600"/>
                <a:gd name="connsiteY0" fmla="*/ 388620 h 389572"/>
                <a:gd name="connsiteX1" fmla="*/ 166688 w 228600"/>
                <a:gd name="connsiteY1" fmla="*/ 388620 h 389572"/>
                <a:gd name="connsiteX2" fmla="*/ 166688 w 228600"/>
                <a:gd name="connsiteY2" fmla="*/ 236220 h 389572"/>
                <a:gd name="connsiteX3" fmla="*/ 117158 w 228600"/>
                <a:gd name="connsiteY3" fmla="*/ 171450 h 389572"/>
                <a:gd name="connsiteX4" fmla="*/ 61913 w 228600"/>
                <a:gd name="connsiteY4" fmla="*/ 236220 h 389572"/>
                <a:gd name="connsiteX5" fmla="*/ 61913 w 228600"/>
                <a:gd name="connsiteY5" fmla="*/ 389573 h 389572"/>
                <a:gd name="connsiteX6" fmla="*/ 0 w 228600"/>
                <a:gd name="connsiteY6" fmla="*/ 389573 h 389572"/>
                <a:gd name="connsiteX7" fmla="*/ 0 w 228600"/>
                <a:gd name="connsiteY7" fmla="*/ 15240 h 389572"/>
                <a:gd name="connsiteX8" fmla="*/ 61913 w 228600"/>
                <a:gd name="connsiteY8" fmla="*/ 0 h 389572"/>
                <a:gd name="connsiteX9" fmla="*/ 61913 w 228600"/>
                <a:gd name="connsiteY9" fmla="*/ 155258 h 389572"/>
                <a:gd name="connsiteX10" fmla="*/ 62865 w 228600"/>
                <a:gd name="connsiteY10" fmla="*/ 155258 h 389572"/>
                <a:gd name="connsiteX11" fmla="*/ 140970 w 228600"/>
                <a:gd name="connsiteY11" fmla="*/ 116205 h 389572"/>
                <a:gd name="connsiteX12" fmla="*/ 228600 w 228600"/>
                <a:gd name="connsiteY12" fmla="*/ 223838 h 389572"/>
                <a:gd name="connsiteX13" fmla="*/ 228600 w 228600"/>
                <a:gd name="connsiteY13" fmla="*/ 388620 h 389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8600" h="389572">
                  <a:moveTo>
                    <a:pt x="228600" y="388620"/>
                  </a:moveTo>
                  <a:lnTo>
                    <a:pt x="166688" y="388620"/>
                  </a:lnTo>
                  <a:lnTo>
                    <a:pt x="166688" y="236220"/>
                  </a:lnTo>
                  <a:cubicBezTo>
                    <a:pt x="166688" y="197168"/>
                    <a:pt x="154305" y="171450"/>
                    <a:pt x="117158" y="171450"/>
                  </a:cubicBezTo>
                  <a:cubicBezTo>
                    <a:pt x="74295" y="171450"/>
                    <a:pt x="61913" y="205740"/>
                    <a:pt x="61913" y="236220"/>
                  </a:cubicBezTo>
                  <a:lnTo>
                    <a:pt x="61913" y="389573"/>
                  </a:lnTo>
                  <a:lnTo>
                    <a:pt x="0" y="389573"/>
                  </a:lnTo>
                  <a:lnTo>
                    <a:pt x="0" y="15240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8" y="116205"/>
                    <a:pt x="140970" y="116205"/>
                  </a:cubicBezTo>
                  <a:cubicBezTo>
                    <a:pt x="202883" y="116205"/>
                    <a:pt x="228600" y="161925"/>
                    <a:pt x="228600" y="223838"/>
                  </a:cubicBezTo>
                  <a:lnTo>
                    <a:pt x="228600" y="388620"/>
                  </a:lnTo>
                  <a:close/>
                </a:path>
              </a:pathLst>
            </a:custGeom>
            <a:solidFill>
              <a:schemeClr val="tx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1" name="Freihandform: Form 181">
              <a:extLst>
                <a:ext uri="{FF2B5EF4-FFF2-40B4-BE49-F238E27FC236}">
                  <a16:creationId xmlns:a16="http://schemas.microsoft.com/office/drawing/2014/main" id="{DAB37A08-003F-3245-8E24-7AF93F705B58}"/>
                </a:ext>
              </a:extLst>
            </p:cNvPr>
            <p:cNvSpPr/>
            <p:nvPr/>
          </p:nvSpPr>
          <p:spPr>
            <a:xfrm>
              <a:off x="1324189" y="526726"/>
              <a:ext cx="81739" cy="93920"/>
            </a:xfrm>
            <a:custGeom>
              <a:avLst/>
              <a:gdLst>
                <a:gd name="connsiteX0" fmla="*/ 132397 w 242887"/>
                <a:gd name="connsiteY0" fmla="*/ 279083 h 279082"/>
                <a:gd name="connsiteX1" fmla="*/ 0 w 242887"/>
                <a:gd name="connsiteY1" fmla="*/ 139065 h 279082"/>
                <a:gd name="connsiteX2" fmla="*/ 124777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7 w 242887"/>
                <a:gd name="connsiteY6" fmla="*/ 225742 h 279082"/>
                <a:gd name="connsiteX7" fmla="*/ 198120 w 242887"/>
                <a:gd name="connsiteY7" fmla="*/ 194310 h 279082"/>
                <a:gd name="connsiteX8" fmla="*/ 237172 w 242887"/>
                <a:gd name="connsiteY8" fmla="*/ 235267 h 279082"/>
                <a:gd name="connsiteX9" fmla="*/ 132397 w 242887"/>
                <a:gd name="connsiteY9" fmla="*/ 279083 h 279082"/>
                <a:gd name="connsiteX10" fmla="*/ 62865 w 242887"/>
                <a:gd name="connsiteY10" fmla="*/ 115252 h 279082"/>
                <a:gd name="connsiteX11" fmla="*/ 183832 w 242887"/>
                <a:gd name="connsiteY11" fmla="*/ 115252 h 279082"/>
                <a:gd name="connsiteX12" fmla="*/ 124777 w 242887"/>
                <a:gd name="connsiteY12" fmla="*/ 50482 h 279082"/>
                <a:gd name="connsiteX13" fmla="*/ 62865 w 242887"/>
                <a:gd name="connsiteY13" fmla="*/ 115252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7"/>
                    <a:pt x="241935" y="153352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2"/>
                    <a:pt x="132397" y="225742"/>
                  </a:cubicBezTo>
                  <a:cubicBezTo>
                    <a:pt x="157163" y="225742"/>
                    <a:pt x="177165" y="216217"/>
                    <a:pt x="198120" y="194310"/>
                  </a:cubicBezTo>
                  <a:lnTo>
                    <a:pt x="237172" y="235267"/>
                  </a:lnTo>
                  <a:cubicBezTo>
                    <a:pt x="206692" y="264795"/>
                    <a:pt x="172402" y="279083"/>
                    <a:pt x="132397" y="279083"/>
                  </a:cubicBezTo>
                  <a:close/>
                  <a:moveTo>
                    <a:pt x="62865" y="115252"/>
                  </a:moveTo>
                  <a:lnTo>
                    <a:pt x="183832" y="115252"/>
                  </a:lnTo>
                  <a:cubicBezTo>
                    <a:pt x="180975" y="74295"/>
                    <a:pt x="160020" y="50482"/>
                    <a:pt x="124777" y="50482"/>
                  </a:cubicBezTo>
                  <a:cubicBezTo>
                    <a:pt x="89535" y="50482"/>
                    <a:pt x="67627" y="74295"/>
                    <a:pt x="62865" y="115252"/>
                  </a:cubicBezTo>
                  <a:close/>
                </a:path>
              </a:pathLst>
            </a:custGeom>
            <a:solidFill>
              <a:schemeClr val="tx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2" name="Freihandform: Form 182">
              <a:extLst>
                <a:ext uri="{FF2B5EF4-FFF2-40B4-BE49-F238E27FC236}">
                  <a16:creationId xmlns:a16="http://schemas.microsoft.com/office/drawing/2014/main" id="{FCFDE7EE-E7D1-544E-A701-3197B56FF0AD}"/>
                </a:ext>
              </a:extLst>
            </p:cNvPr>
            <p:cNvSpPr/>
            <p:nvPr/>
          </p:nvSpPr>
          <p:spPr>
            <a:xfrm>
              <a:off x="1482539" y="494671"/>
              <a:ext cx="77893" cy="124051"/>
            </a:xfrm>
            <a:custGeom>
              <a:avLst/>
              <a:gdLst>
                <a:gd name="connsiteX0" fmla="*/ 231457 w 231457"/>
                <a:gd name="connsiteY0" fmla="*/ 60007 h 368617"/>
                <a:gd name="connsiteX1" fmla="*/ 65722 w 231457"/>
                <a:gd name="connsiteY1" fmla="*/ 60007 h 368617"/>
                <a:gd name="connsiteX2" fmla="*/ 65722 w 231457"/>
                <a:gd name="connsiteY2" fmla="*/ 151447 h 368617"/>
                <a:gd name="connsiteX3" fmla="*/ 189547 w 231457"/>
                <a:gd name="connsiteY3" fmla="*/ 151447 h 368617"/>
                <a:gd name="connsiteX4" fmla="*/ 189547 w 231457"/>
                <a:gd name="connsiteY4" fmla="*/ 211455 h 368617"/>
                <a:gd name="connsiteX5" fmla="*/ 65722 w 231457"/>
                <a:gd name="connsiteY5" fmla="*/ 211455 h 368617"/>
                <a:gd name="connsiteX6" fmla="*/ 65722 w 231457"/>
                <a:gd name="connsiteY6" fmla="*/ 368617 h 368617"/>
                <a:gd name="connsiteX7" fmla="*/ 0 w 231457"/>
                <a:gd name="connsiteY7" fmla="*/ 368617 h 368617"/>
                <a:gd name="connsiteX8" fmla="*/ 0 w 231457"/>
                <a:gd name="connsiteY8" fmla="*/ 0 h 368617"/>
                <a:gd name="connsiteX9" fmla="*/ 231457 w 231457"/>
                <a:gd name="connsiteY9" fmla="*/ 0 h 368617"/>
                <a:gd name="connsiteX10" fmla="*/ 231457 w 231457"/>
                <a:gd name="connsiteY10" fmla="*/ 60007 h 368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31457" h="368617">
                  <a:moveTo>
                    <a:pt x="231457" y="60007"/>
                  </a:moveTo>
                  <a:lnTo>
                    <a:pt x="65722" y="60007"/>
                  </a:lnTo>
                  <a:lnTo>
                    <a:pt x="65722" y="151447"/>
                  </a:lnTo>
                  <a:lnTo>
                    <a:pt x="189547" y="151447"/>
                  </a:lnTo>
                  <a:lnTo>
                    <a:pt x="189547" y="211455"/>
                  </a:lnTo>
                  <a:lnTo>
                    <a:pt x="65722" y="211455"/>
                  </a:lnTo>
                  <a:lnTo>
                    <a:pt x="65722" y="368617"/>
                  </a:lnTo>
                  <a:lnTo>
                    <a:pt x="0" y="368617"/>
                  </a:lnTo>
                  <a:lnTo>
                    <a:pt x="0" y="0"/>
                  </a:lnTo>
                  <a:lnTo>
                    <a:pt x="231457" y="0"/>
                  </a:lnTo>
                  <a:lnTo>
                    <a:pt x="231457" y="60007"/>
                  </a:lnTo>
                  <a:close/>
                </a:path>
              </a:pathLst>
            </a:custGeom>
            <a:solidFill>
              <a:schemeClr val="tx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3" name="Freihandform: Form 183">
              <a:extLst>
                <a:ext uri="{FF2B5EF4-FFF2-40B4-BE49-F238E27FC236}">
                  <a16:creationId xmlns:a16="http://schemas.microsoft.com/office/drawing/2014/main" id="{23158B01-DBA4-4448-A419-B14881054104}"/>
                </a:ext>
              </a:extLst>
            </p:cNvPr>
            <p:cNvSpPr/>
            <p:nvPr/>
          </p:nvSpPr>
          <p:spPr>
            <a:xfrm>
              <a:off x="1564279" y="526726"/>
              <a:ext cx="76290" cy="93920"/>
            </a:xfrm>
            <a:custGeom>
              <a:avLst/>
              <a:gdLst>
                <a:gd name="connsiteX0" fmla="*/ 115253 w 226694"/>
                <a:gd name="connsiteY0" fmla="*/ 107633 h 279082"/>
                <a:gd name="connsiteX1" fmla="*/ 165735 w 226694"/>
                <a:gd name="connsiteY1" fmla="*/ 113347 h 279082"/>
                <a:gd name="connsiteX2" fmla="*/ 165735 w 226694"/>
                <a:gd name="connsiteY2" fmla="*/ 103822 h 279082"/>
                <a:gd name="connsiteX3" fmla="*/ 106680 w 226694"/>
                <a:gd name="connsiteY3" fmla="*/ 52388 h 279082"/>
                <a:gd name="connsiteX4" fmla="*/ 39053 w 226694"/>
                <a:gd name="connsiteY4" fmla="*/ 67627 h 279082"/>
                <a:gd name="connsiteX5" fmla="*/ 25717 w 226694"/>
                <a:gd name="connsiteY5" fmla="*/ 15240 h 279082"/>
                <a:gd name="connsiteX6" fmla="*/ 113347 w 226694"/>
                <a:gd name="connsiteY6" fmla="*/ 0 h 279082"/>
                <a:gd name="connsiteX7" fmla="*/ 226695 w 226694"/>
                <a:gd name="connsiteY7" fmla="*/ 102870 h 279082"/>
                <a:gd name="connsiteX8" fmla="*/ 226695 w 226694"/>
                <a:gd name="connsiteY8" fmla="*/ 273367 h 279082"/>
                <a:gd name="connsiteX9" fmla="*/ 167640 w 226694"/>
                <a:gd name="connsiteY9" fmla="*/ 273367 h 279082"/>
                <a:gd name="connsiteX10" fmla="*/ 167640 w 226694"/>
                <a:gd name="connsiteY10" fmla="*/ 244792 h 279082"/>
                <a:gd name="connsiteX11" fmla="*/ 165735 w 226694"/>
                <a:gd name="connsiteY11" fmla="*/ 244792 h 279082"/>
                <a:gd name="connsiteX12" fmla="*/ 87630 w 226694"/>
                <a:gd name="connsiteY12" fmla="*/ 279083 h 279082"/>
                <a:gd name="connsiteX13" fmla="*/ 0 w 226694"/>
                <a:gd name="connsiteY13" fmla="*/ 194310 h 279082"/>
                <a:gd name="connsiteX14" fmla="*/ 115253 w 226694"/>
                <a:gd name="connsiteY14" fmla="*/ 107633 h 279082"/>
                <a:gd name="connsiteX15" fmla="*/ 104775 w 226694"/>
                <a:gd name="connsiteY15" fmla="*/ 232410 h 279082"/>
                <a:gd name="connsiteX16" fmla="*/ 165735 w 226694"/>
                <a:gd name="connsiteY16" fmla="*/ 200025 h 279082"/>
                <a:gd name="connsiteX17" fmla="*/ 165735 w 226694"/>
                <a:gd name="connsiteY17" fmla="*/ 153352 h 279082"/>
                <a:gd name="connsiteX18" fmla="*/ 121920 w 226694"/>
                <a:gd name="connsiteY18" fmla="*/ 148590 h 279082"/>
                <a:gd name="connsiteX19" fmla="*/ 60007 w 226694"/>
                <a:gd name="connsiteY19" fmla="*/ 192405 h 279082"/>
                <a:gd name="connsiteX20" fmla="*/ 104775 w 226694"/>
                <a:gd name="connsiteY20" fmla="*/ 232410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26694" h="279082">
                  <a:moveTo>
                    <a:pt x="115253" y="107633"/>
                  </a:moveTo>
                  <a:cubicBezTo>
                    <a:pt x="132397" y="107633"/>
                    <a:pt x="148590" y="108585"/>
                    <a:pt x="165735" y="113347"/>
                  </a:cubicBezTo>
                  <a:lnTo>
                    <a:pt x="165735" y="103822"/>
                  </a:lnTo>
                  <a:cubicBezTo>
                    <a:pt x="165735" y="69532"/>
                    <a:pt x="145732" y="52388"/>
                    <a:pt x="106680" y="52388"/>
                  </a:cubicBezTo>
                  <a:cubicBezTo>
                    <a:pt x="84772" y="52388"/>
                    <a:pt x="60960" y="57150"/>
                    <a:pt x="39053" y="67627"/>
                  </a:cubicBezTo>
                  <a:lnTo>
                    <a:pt x="25717" y="15240"/>
                  </a:lnTo>
                  <a:cubicBezTo>
                    <a:pt x="50482" y="5715"/>
                    <a:pt x="82867" y="0"/>
                    <a:pt x="113347" y="0"/>
                  </a:cubicBezTo>
                  <a:cubicBezTo>
                    <a:pt x="188595" y="0"/>
                    <a:pt x="226695" y="35242"/>
                    <a:pt x="226695" y="102870"/>
                  </a:cubicBezTo>
                  <a:lnTo>
                    <a:pt x="226695" y="273367"/>
                  </a:lnTo>
                  <a:lnTo>
                    <a:pt x="167640" y="273367"/>
                  </a:lnTo>
                  <a:lnTo>
                    <a:pt x="167640" y="244792"/>
                  </a:lnTo>
                  <a:lnTo>
                    <a:pt x="165735" y="244792"/>
                  </a:lnTo>
                  <a:cubicBezTo>
                    <a:pt x="142875" y="268605"/>
                    <a:pt x="119063" y="279083"/>
                    <a:pt x="87630" y="279083"/>
                  </a:cubicBezTo>
                  <a:cubicBezTo>
                    <a:pt x="34290" y="279083"/>
                    <a:pt x="0" y="245745"/>
                    <a:pt x="0" y="194310"/>
                  </a:cubicBezTo>
                  <a:cubicBezTo>
                    <a:pt x="0" y="138113"/>
                    <a:pt x="40005" y="107633"/>
                    <a:pt x="115253" y="107633"/>
                  </a:cubicBezTo>
                  <a:close/>
                  <a:moveTo>
                    <a:pt x="104775" y="232410"/>
                  </a:moveTo>
                  <a:cubicBezTo>
                    <a:pt x="127635" y="232410"/>
                    <a:pt x="148590" y="220980"/>
                    <a:pt x="165735" y="200025"/>
                  </a:cubicBezTo>
                  <a:lnTo>
                    <a:pt x="165735" y="153352"/>
                  </a:lnTo>
                  <a:cubicBezTo>
                    <a:pt x="151447" y="149542"/>
                    <a:pt x="136207" y="148590"/>
                    <a:pt x="121920" y="148590"/>
                  </a:cubicBezTo>
                  <a:cubicBezTo>
                    <a:pt x="82867" y="148590"/>
                    <a:pt x="60007" y="163830"/>
                    <a:pt x="60007" y="192405"/>
                  </a:cubicBezTo>
                  <a:cubicBezTo>
                    <a:pt x="60007" y="217170"/>
                    <a:pt x="77153" y="232410"/>
                    <a:pt x="104775" y="232410"/>
                  </a:cubicBezTo>
                  <a:close/>
                </a:path>
              </a:pathLst>
            </a:custGeom>
            <a:solidFill>
              <a:schemeClr val="tx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4" name="Freihandform: Form 184">
              <a:extLst>
                <a:ext uri="{FF2B5EF4-FFF2-40B4-BE49-F238E27FC236}">
                  <a16:creationId xmlns:a16="http://schemas.microsoft.com/office/drawing/2014/main" id="{F738BA72-6FA5-A340-A4D3-82C845D364B8}"/>
                </a:ext>
              </a:extLst>
            </p:cNvPr>
            <p:cNvSpPr/>
            <p:nvPr/>
          </p:nvSpPr>
          <p:spPr>
            <a:xfrm>
              <a:off x="1667175" y="487619"/>
              <a:ext cx="78854" cy="131103"/>
            </a:xfrm>
            <a:custGeom>
              <a:avLst/>
              <a:gdLst>
                <a:gd name="connsiteX0" fmla="*/ 0 w 234314"/>
                <a:gd name="connsiteY0" fmla="*/ 15240 h 389572"/>
                <a:gd name="connsiteX1" fmla="*/ 61913 w 234314"/>
                <a:gd name="connsiteY1" fmla="*/ 0 h 389572"/>
                <a:gd name="connsiteX2" fmla="*/ 61913 w 234314"/>
                <a:gd name="connsiteY2" fmla="*/ 234315 h 389572"/>
                <a:gd name="connsiteX3" fmla="*/ 62865 w 234314"/>
                <a:gd name="connsiteY3" fmla="*/ 234315 h 389572"/>
                <a:gd name="connsiteX4" fmla="*/ 150495 w 234314"/>
                <a:gd name="connsiteY4" fmla="*/ 122873 h 389572"/>
                <a:gd name="connsiteX5" fmla="*/ 224790 w 234314"/>
                <a:gd name="connsiteY5" fmla="*/ 122873 h 389572"/>
                <a:gd name="connsiteX6" fmla="*/ 137160 w 234314"/>
                <a:gd name="connsiteY6" fmla="*/ 227648 h 389572"/>
                <a:gd name="connsiteX7" fmla="*/ 234315 w 234314"/>
                <a:gd name="connsiteY7" fmla="*/ 389573 h 389572"/>
                <a:gd name="connsiteX8" fmla="*/ 160020 w 234314"/>
                <a:gd name="connsiteY8" fmla="*/ 389573 h 389572"/>
                <a:gd name="connsiteX9" fmla="*/ 93345 w 234314"/>
                <a:gd name="connsiteY9" fmla="*/ 274320 h 389572"/>
                <a:gd name="connsiteX10" fmla="*/ 62865 w 234314"/>
                <a:gd name="connsiteY10" fmla="*/ 308610 h 389572"/>
                <a:gd name="connsiteX11" fmla="*/ 62865 w 234314"/>
                <a:gd name="connsiteY11" fmla="*/ 389573 h 389572"/>
                <a:gd name="connsiteX12" fmla="*/ 952 w 234314"/>
                <a:gd name="connsiteY12" fmla="*/ 389573 h 389572"/>
                <a:gd name="connsiteX13" fmla="*/ 952 w 234314"/>
                <a:gd name="connsiteY13" fmla="*/ 15240 h 389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4314" h="389572">
                  <a:moveTo>
                    <a:pt x="0" y="15240"/>
                  </a:moveTo>
                  <a:lnTo>
                    <a:pt x="61913" y="0"/>
                  </a:lnTo>
                  <a:lnTo>
                    <a:pt x="61913" y="234315"/>
                  </a:lnTo>
                  <a:lnTo>
                    <a:pt x="62865" y="234315"/>
                  </a:lnTo>
                  <a:lnTo>
                    <a:pt x="150495" y="122873"/>
                  </a:lnTo>
                  <a:lnTo>
                    <a:pt x="224790" y="122873"/>
                  </a:lnTo>
                  <a:lnTo>
                    <a:pt x="137160" y="227648"/>
                  </a:lnTo>
                  <a:lnTo>
                    <a:pt x="234315" y="389573"/>
                  </a:lnTo>
                  <a:lnTo>
                    <a:pt x="160020" y="389573"/>
                  </a:lnTo>
                  <a:lnTo>
                    <a:pt x="93345" y="274320"/>
                  </a:lnTo>
                  <a:lnTo>
                    <a:pt x="62865" y="308610"/>
                  </a:lnTo>
                  <a:lnTo>
                    <a:pt x="62865" y="389573"/>
                  </a:lnTo>
                  <a:lnTo>
                    <a:pt x="952" y="389573"/>
                  </a:lnTo>
                  <a:lnTo>
                    <a:pt x="952" y="15240"/>
                  </a:lnTo>
                  <a:close/>
                </a:path>
              </a:pathLst>
            </a:custGeom>
            <a:solidFill>
              <a:schemeClr val="tx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5" name="Freihandform: Form 185">
              <a:extLst>
                <a:ext uri="{FF2B5EF4-FFF2-40B4-BE49-F238E27FC236}">
                  <a16:creationId xmlns:a16="http://schemas.microsoft.com/office/drawing/2014/main" id="{A6D2746E-5F24-D745-A2A3-D0ADEEF336B5}"/>
                </a:ext>
              </a:extLst>
            </p:cNvPr>
            <p:cNvSpPr/>
            <p:nvPr/>
          </p:nvSpPr>
          <p:spPr>
            <a:xfrm>
              <a:off x="1761416" y="528970"/>
              <a:ext cx="77252" cy="91997"/>
            </a:xfrm>
            <a:custGeom>
              <a:avLst/>
              <a:gdLst>
                <a:gd name="connsiteX0" fmla="*/ 62865 w 229552"/>
                <a:gd name="connsiteY0" fmla="*/ 160020 h 273367"/>
                <a:gd name="connsiteX1" fmla="*/ 116205 w 229552"/>
                <a:gd name="connsiteY1" fmla="*/ 216217 h 273367"/>
                <a:gd name="connsiteX2" fmla="*/ 167640 w 229552"/>
                <a:gd name="connsiteY2" fmla="*/ 160020 h 273367"/>
                <a:gd name="connsiteX3" fmla="*/ 167640 w 229552"/>
                <a:gd name="connsiteY3" fmla="*/ 0 h 273367"/>
                <a:gd name="connsiteX4" fmla="*/ 229553 w 229552"/>
                <a:gd name="connsiteY4" fmla="*/ 0 h 273367"/>
                <a:gd name="connsiteX5" fmla="*/ 229553 w 229552"/>
                <a:gd name="connsiteY5" fmla="*/ 161925 h 273367"/>
                <a:gd name="connsiteX6" fmla="*/ 117157 w 229552"/>
                <a:gd name="connsiteY6" fmla="*/ 273367 h 273367"/>
                <a:gd name="connsiteX7" fmla="*/ 0 w 229552"/>
                <a:gd name="connsiteY7" fmla="*/ 162878 h 273367"/>
                <a:gd name="connsiteX8" fmla="*/ 0 w 229552"/>
                <a:gd name="connsiteY8" fmla="*/ 952 h 273367"/>
                <a:gd name="connsiteX9" fmla="*/ 61913 w 229552"/>
                <a:gd name="connsiteY9" fmla="*/ 952 h 273367"/>
                <a:gd name="connsiteX10" fmla="*/ 61913 w 229552"/>
                <a:gd name="connsiteY10" fmla="*/ 160020 h 273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9552" h="273367">
                  <a:moveTo>
                    <a:pt x="62865" y="160020"/>
                  </a:moveTo>
                  <a:cubicBezTo>
                    <a:pt x="62865" y="196215"/>
                    <a:pt x="80963" y="216217"/>
                    <a:pt x="116205" y="216217"/>
                  </a:cubicBezTo>
                  <a:cubicBezTo>
                    <a:pt x="150495" y="216217"/>
                    <a:pt x="167640" y="197167"/>
                    <a:pt x="167640" y="160020"/>
                  </a:cubicBezTo>
                  <a:lnTo>
                    <a:pt x="167640" y="0"/>
                  </a:lnTo>
                  <a:lnTo>
                    <a:pt x="229553" y="0"/>
                  </a:lnTo>
                  <a:lnTo>
                    <a:pt x="229553" y="161925"/>
                  </a:lnTo>
                  <a:cubicBezTo>
                    <a:pt x="229553" y="232410"/>
                    <a:pt x="190500" y="273367"/>
                    <a:pt x="117157" y="273367"/>
                  </a:cubicBezTo>
                  <a:cubicBezTo>
                    <a:pt x="44767" y="273367"/>
                    <a:pt x="0" y="232410"/>
                    <a:pt x="0" y="162878"/>
                  </a:cubicBezTo>
                  <a:lnTo>
                    <a:pt x="0" y="952"/>
                  </a:lnTo>
                  <a:lnTo>
                    <a:pt x="61913" y="952"/>
                  </a:lnTo>
                  <a:lnTo>
                    <a:pt x="61913" y="160020"/>
                  </a:lnTo>
                  <a:close/>
                </a:path>
              </a:pathLst>
            </a:custGeom>
            <a:solidFill>
              <a:schemeClr val="tx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6" name="Freihandform: Form 186">
              <a:extLst>
                <a:ext uri="{FF2B5EF4-FFF2-40B4-BE49-F238E27FC236}">
                  <a16:creationId xmlns:a16="http://schemas.microsoft.com/office/drawing/2014/main" id="{F365F04E-F6F3-EC40-8AF7-457F234C8148}"/>
                </a:ext>
              </a:extLst>
            </p:cNvPr>
            <p:cNvSpPr/>
            <p:nvPr/>
          </p:nvSpPr>
          <p:spPr>
            <a:xfrm>
              <a:off x="1865594" y="487299"/>
              <a:ext cx="20835" cy="131103"/>
            </a:xfrm>
            <a:custGeom>
              <a:avLst/>
              <a:gdLst>
                <a:gd name="connsiteX0" fmla="*/ 61913 w 61912"/>
                <a:gd name="connsiteY0" fmla="*/ 389572 h 389572"/>
                <a:gd name="connsiteX1" fmla="*/ 0 w 61912"/>
                <a:gd name="connsiteY1" fmla="*/ 389572 h 389572"/>
                <a:gd name="connsiteX2" fmla="*/ 0 w 61912"/>
                <a:gd name="connsiteY2" fmla="*/ 14288 h 389572"/>
                <a:gd name="connsiteX3" fmla="*/ 61913 w 61912"/>
                <a:gd name="connsiteY3" fmla="*/ 0 h 389572"/>
                <a:gd name="connsiteX4" fmla="*/ 61913 w 61912"/>
                <a:gd name="connsiteY4" fmla="*/ 389572 h 389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1912" h="389572">
                  <a:moveTo>
                    <a:pt x="61913" y="389572"/>
                  </a:moveTo>
                  <a:lnTo>
                    <a:pt x="0" y="389572"/>
                  </a:lnTo>
                  <a:lnTo>
                    <a:pt x="0" y="14288"/>
                  </a:lnTo>
                  <a:lnTo>
                    <a:pt x="61913" y="0"/>
                  </a:lnTo>
                  <a:lnTo>
                    <a:pt x="61913" y="389572"/>
                  </a:lnTo>
                  <a:close/>
                </a:path>
              </a:pathLst>
            </a:custGeom>
            <a:solidFill>
              <a:schemeClr val="tx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7" name="Freihandform: Form 187">
              <a:extLst>
                <a:ext uri="{FF2B5EF4-FFF2-40B4-BE49-F238E27FC236}">
                  <a16:creationId xmlns:a16="http://schemas.microsoft.com/office/drawing/2014/main" id="{E795987B-C466-AF4D-91C5-7C0A403A567B}"/>
                </a:ext>
              </a:extLst>
            </p:cNvPr>
            <p:cNvSpPr/>
            <p:nvPr/>
          </p:nvSpPr>
          <p:spPr>
            <a:xfrm>
              <a:off x="1905021" y="500120"/>
              <a:ext cx="55775" cy="120526"/>
            </a:xfrm>
            <a:custGeom>
              <a:avLst/>
              <a:gdLst>
                <a:gd name="connsiteX0" fmla="*/ 165735 w 165734"/>
                <a:gd name="connsiteY0" fmla="*/ 295275 h 358140"/>
                <a:gd name="connsiteX1" fmla="*/ 165735 w 165734"/>
                <a:gd name="connsiteY1" fmla="*/ 348615 h 358140"/>
                <a:gd name="connsiteX2" fmla="*/ 113347 w 165734"/>
                <a:gd name="connsiteY2" fmla="*/ 358140 h 358140"/>
                <a:gd name="connsiteX3" fmla="*/ 40958 w 165734"/>
                <a:gd name="connsiteY3" fmla="*/ 282892 h 358140"/>
                <a:gd name="connsiteX4" fmla="*/ 40958 w 165734"/>
                <a:gd name="connsiteY4" fmla="*/ 137160 h 358140"/>
                <a:gd name="connsiteX5" fmla="*/ 0 w 165734"/>
                <a:gd name="connsiteY5" fmla="*/ 137160 h 358140"/>
                <a:gd name="connsiteX6" fmla="*/ 0 w 165734"/>
                <a:gd name="connsiteY6" fmla="*/ 85725 h 358140"/>
                <a:gd name="connsiteX7" fmla="*/ 40005 w 165734"/>
                <a:gd name="connsiteY7" fmla="*/ 85725 h 358140"/>
                <a:gd name="connsiteX8" fmla="*/ 40005 w 165734"/>
                <a:gd name="connsiteY8" fmla="*/ 13335 h 358140"/>
                <a:gd name="connsiteX9" fmla="*/ 101918 w 165734"/>
                <a:gd name="connsiteY9" fmla="*/ 0 h 358140"/>
                <a:gd name="connsiteX10" fmla="*/ 101918 w 165734"/>
                <a:gd name="connsiteY10" fmla="*/ 86677 h 358140"/>
                <a:gd name="connsiteX11" fmla="*/ 165735 w 165734"/>
                <a:gd name="connsiteY11" fmla="*/ 86677 h 358140"/>
                <a:gd name="connsiteX12" fmla="*/ 165735 w 165734"/>
                <a:gd name="connsiteY12" fmla="*/ 138113 h 358140"/>
                <a:gd name="connsiteX13" fmla="*/ 101918 w 165734"/>
                <a:gd name="connsiteY13" fmla="*/ 138113 h 358140"/>
                <a:gd name="connsiteX14" fmla="*/ 101918 w 165734"/>
                <a:gd name="connsiteY14" fmla="*/ 269558 h 358140"/>
                <a:gd name="connsiteX15" fmla="*/ 130493 w 165734"/>
                <a:gd name="connsiteY15" fmla="*/ 304800 h 358140"/>
                <a:gd name="connsiteX16" fmla="*/ 165735 w 165734"/>
                <a:gd name="connsiteY16" fmla="*/ 295275 h 3581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5734" h="358140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7" y="358140"/>
                  </a:cubicBezTo>
                  <a:cubicBezTo>
                    <a:pt x="66675" y="358140"/>
                    <a:pt x="40958" y="331470"/>
                    <a:pt x="40958" y="282892"/>
                  </a:cubicBezTo>
                  <a:lnTo>
                    <a:pt x="40958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8" y="0"/>
                  </a:lnTo>
                  <a:lnTo>
                    <a:pt x="101918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8" y="138113"/>
                  </a:lnTo>
                  <a:lnTo>
                    <a:pt x="101918" y="269558"/>
                  </a:lnTo>
                  <a:cubicBezTo>
                    <a:pt x="101918" y="294322"/>
                    <a:pt x="110490" y="304800"/>
                    <a:pt x="130493" y="304800"/>
                  </a:cubicBezTo>
                  <a:cubicBezTo>
                    <a:pt x="141922" y="303847"/>
                    <a:pt x="155258" y="300038"/>
                    <a:pt x="165735" y="295275"/>
                  </a:cubicBezTo>
                  <a:close/>
                </a:path>
              </a:pathLst>
            </a:custGeom>
            <a:solidFill>
              <a:schemeClr val="tx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8" name="Freihandform: Form 188">
              <a:extLst>
                <a:ext uri="{FF2B5EF4-FFF2-40B4-BE49-F238E27FC236}">
                  <a16:creationId xmlns:a16="http://schemas.microsoft.com/office/drawing/2014/main" id="{03A27536-9171-8D4E-A050-974D975CBA72}"/>
                </a:ext>
              </a:extLst>
            </p:cNvPr>
            <p:cNvSpPr/>
            <p:nvPr/>
          </p:nvSpPr>
          <p:spPr>
            <a:xfrm>
              <a:off x="1977144" y="490504"/>
              <a:ext cx="75970" cy="130142"/>
            </a:xfrm>
            <a:custGeom>
              <a:avLst/>
              <a:gdLst>
                <a:gd name="connsiteX0" fmla="*/ 114300 w 225742"/>
                <a:gd name="connsiteY0" fmla="*/ 215265 h 386715"/>
                <a:gd name="connsiteX1" fmla="*/ 164783 w 225742"/>
                <a:gd name="connsiteY1" fmla="*/ 220980 h 386715"/>
                <a:gd name="connsiteX2" fmla="*/ 164783 w 225742"/>
                <a:gd name="connsiteY2" fmla="*/ 211455 h 386715"/>
                <a:gd name="connsiteX3" fmla="*/ 105728 w 225742"/>
                <a:gd name="connsiteY3" fmla="*/ 160020 h 386715"/>
                <a:gd name="connsiteX4" fmla="*/ 38100 w 225742"/>
                <a:gd name="connsiteY4" fmla="*/ 175260 h 386715"/>
                <a:gd name="connsiteX5" fmla="*/ 24765 w 225742"/>
                <a:gd name="connsiteY5" fmla="*/ 122873 h 386715"/>
                <a:gd name="connsiteX6" fmla="*/ 112395 w 225742"/>
                <a:gd name="connsiteY6" fmla="*/ 107633 h 386715"/>
                <a:gd name="connsiteX7" fmla="*/ 225742 w 225742"/>
                <a:gd name="connsiteY7" fmla="*/ 210503 h 386715"/>
                <a:gd name="connsiteX8" fmla="*/ 225742 w 225742"/>
                <a:gd name="connsiteY8" fmla="*/ 381000 h 386715"/>
                <a:gd name="connsiteX9" fmla="*/ 166688 w 225742"/>
                <a:gd name="connsiteY9" fmla="*/ 381000 h 386715"/>
                <a:gd name="connsiteX10" fmla="*/ 166688 w 225742"/>
                <a:gd name="connsiteY10" fmla="*/ 352425 h 386715"/>
                <a:gd name="connsiteX11" fmla="*/ 165735 w 225742"/>
                <a:gd name="connsiteY11" fmla="*/ 352425 h 386715"/>
                <a:gd name="connsiteX12" fmla="*/ 87630 w 225742"/>
                <a:gd name="connsiteY12" fmla="*/ 386715 h 386715"/>
                <a:gd name="connsiteX13" fmla="*/ 0 w 225742"/>
                <a:gd name="connsiteY13" fmla="*/ 301942 h 386715"/>
                <a:gd name="connsiteX14" fmla="*/ 114300 w 225742"/>
                <a:gd name="connsiteY14" fmla="*/ 215265 h 386715"/>
                <a:gd name="connsiteX15" fmla="*/ 63817 w 225742"/>
                <a:gd name="connsiteY15" fmla="*/ 72390 h 386715"/>
                <a:gd name="connsiteX16" fmla="*/ 26670 w 225742"/>
                <a:gd name="connsiteY16" fmla="*/ 36195 h 386715"/>
                <a:gd name="connsiteX17" fmla="*/ 63817 w 225742"/>
                <a:gd name="connsiteY17" fmla="*/ 0 h 386715"/>
                <a:gd name="connsiteX18" fmla="*/ 100965 w 225742"/>
                <a:gd name="connsiteY18" fmla="*/ 36195 h 386715"/>
                <a:gd name="connsiteX19" fmla="*/ 63817 w 225742"/>
                <a:gd name="connsiteY19" fmla="*/ 72390 h 386715"/>
                <a:gd name="connsiteX20" fmla="*/ 103822 w 225742"/>
                <a:gd name="connsiteY20" fmla="*/ 340042 h 386715"/>
                <a:gd name="connsiteX21" fmla="*/ 164783 w 225742"/>
                <a:gd name="connsiteY21" fmla="*/ 307658 h 386715"/>
                <a:gd name="connsiteX22" fmla="*/ 164783 w 225742"/>
                <a:gd name="connsiteY22" fmla="*/ 260985 h 386715"/>
                <a:gd name="connsiteX23" fmla="*/ 120967 w 225742"/>
                <a:gd name="connsiteY23" fmla="*/ 256222 h 386715"/>
                <a:gd name="connsiteX24" fmla="*/ 59055 w 225742"/>
                <a:gd name="connsiteY24" fmla="*/ 300038 h 386715"/>
                <a:gd name="connsiteX25" fmla="*/ 103822 w 225742"/>
                <a:gd name="connsiteY25" fmla="*/ 340042 h 386715"/>
                <a:gd name="connsiteX26" fmla="*/ 172403 w 225742"/>
                <a:gd name="connsiteY26" fmla="*/ 72390 h 386715"/>
                <a:gd name="connsiteX27" fmla="*/ 135255 w 225742"/>
                <a:gd name="connsiteY27" fmla="*/ 36195 h 386715"/>
                <a:gd name="connsiteX28" fmla="*/ 172403 w 225742"/>
                <a:gd name="connsiteY28" fmla="*/ 0 h 386715"/>
                <a:gd name="connsiteX29" fmla="*/ 209550 w 225742"/>
                <a:gd name="connsiteY29" fmla="*/ 36195 h 386715"/>
                <a:gd name="connsiteX30" fmla="*/ 172403 w 225742"/>
                <a:gd name="connsiteY30" fmla="*/ 72390 h 3867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225742" h="386715">
                  <a:moveTo>
                    <a:pt x="114300" y="215265"/>
                  </a:moveTo>
                  <a:cubicBezTo>
                    <a:pt x="131445" y="215265"/>
                    <a:pt x="147638" y="216217"/>
                    <a:pt x="164783" y="220980"/>
                  </a:cubicBezTo>
                  <a:lnTo>
                    <a:pt x="164783" y="211455"/>
                  </a:lnTo>
                  <a:cubicBezTo>
                    <a:pt x="164783" y="177165"/>
                    <a:pt x="144780" y="160020"/>
                    <a:pt x="105728" y="160020"/>
                  </a:cubicBezTo>
                  <a:cubicBezTo>
                    <a:pt x="83820" y="160020"/>
                    <a:pt x="60008" y="164783"/>
                    <a:pt x="38100" y="175260"/>
                  </a:cubicBezTo>
                  <a:lnTo>
                    <a:pt x="24765" y="122873"/>
                  </a:lnTo>
                  <a:cubicBezTo>
                    <a:pt x="49530" y="113348"/>
                    <a:pt x="81915" y="107633"/>
                    <a:pt x="112395" y="107633"/>
                  </a:cubicBezTo>
                  <a:cubicBezTo>
                    <a:pt x="187642" y="107633"/>
                    <a:pt x="225742" y="142875"/>
                    <a:pt x="225742" y="210503"/>
                  </a:cubicBezTo>
                  <a:lnTo>
                    <a:pt x="225742" y="381000"/>
                  </a:lnTo>
                  <a:lnTo>
                    <a:pt x="166688" y="381000"/>
                  </a:lnTo>
                  <a:lnTo>
                    <a:pt x="166688" y="352425"/>
                  </a:lnTo>
                  <a:lnTo>
                    <a:pt x="165735" y="352425"/>
                  </a:lnTo>
                  <a:cubicBezTo>
                    <a:pt x="142875" y="376238"/>
                    <a:pt x="119063" y="386715"/>
                    <a:pt x="87630" y="386715"/>
                  </a:cubicBezTo>
                  <a:cubicBezTo>
                    <a:pt x="34290" y="386715"/>
                    <a:pt x="0" y="353378"/>
                    <a:pt x="0" y="301942"/>
                  </a:cubicBezTo>
                  <a:cubicBezTo>
                    <a:pt x="0" y="245745"/>
                    <a:pt x="40005" y="215265"/>
                    <a:pt x="114300" y="215265"/>
                  </a:cubicBezTo>
                  <a:close/>
                  <a:moveTo>
                    <a:pt x="63817" y="72390"/>
                  </a:moveTo>
                  <a:cubicBezTo>
                    <a:pt x="43815" y="72390"/>
                    <a:pt x="26670" y="55245"/>
                    <a:pt x="26670" y="36195"/>
                  </a:cubicBezTo>
                  <a:cubicBezTo>
                    <a:pt x="26670" y="17145"/>
                    <a:pt x="43815" y="0"/>
                    <a:pt x="63817" y="0"/>
                  </a:cubicBezTo>
                  <a:cubicBezTo>
                    <a:pt x="83820" y="0"/>
                    <a:pt x="100965" y="17145"/>
                    <a:pt x="100965" y="36195"/>
                  </a:cubicBezTo>
                  <a:cubicBezTo>
                    <a:pt x="100965" y="56198"/>
                    <a:pt x="83820" y="72390"/>
                    <a:pt x="63817" y="72390"/>
                  </a:cubicBezTo>
                  <a:close/>
                  <a:moveTo>
                    <a:pt x="103822" y="340042"/>
                  </a:moveTo>
                  <a:cubicBezTo>
                    <a:pt x="126683" y="340042"/>
                    <a:pt x="147638" y="328613"/>
                    <a:pt x="164783" y="307658"/>
                  </a:cubicBezTo>
                  <a:lnTo>
                    <a:pt x="164783" y="260985"/>
                  </a:lnTo>
                  <a:cubicBezTo>
                    <a:pt x="150495" y="257175"/>
                    <a:pt x="135255" y="256222"/>
                    <a:pt x="120967" y="256222"/>
                  </a:cubicBezTo>
                  <a:cubicBezTo>
                    <a:pt x="81915" y="256222"/>
                    <a:pt x="59055" y="271463"/>
                    <a:pt x="59055" y="300038"/>
                  </a:cubicBezTo>
                  <a:cubicBezTo>
                    <a:pt x="59055" y="324803"/>
                    <a:pt x="76200" y="340042"/>
                    <a:pt x="103822" y="340042"/>
                  </a:cubicBezTo>
                  <a:close/>
                  <a:moveTo>
                    <a:pt x="172403" y="72390"/>
                  </a:moveTo>
                  <a:cubicBezTo>
                    <a:pt x="152400" y="72390"/>
                    <a:pt x="135255" y="55245"/>
                    <a:pt x="135255" y="36195"/>
                  </a:cubicBezTo>
                  <a:cubicBezTo>
                    <a:pt x="135255" y="17145"/>
                    <a:pt x="152400" y="0"/>
                    <a:pt x="172403" y="0"/>
                  </a:cubicBezTo>
                  <a:cubicBezTo>
                    <a:pt x="192405" y="0"/>
                    <a:pt x="209550" y="17145"/>
                    <a:pt x="209550" y="36195"/>
                  </a:cubicBezTo>
                  <a:cubicBezTo>
                    <a:pt x="209550" y="56198"/>
                    <a:pt x="192405" y="72390"/>
                    <a:pt x="172403" y="72390"/>
                  </a:cubicBezTo>
                  <a:close/>
                </a:path>
              </a:pathLst>
            </a:custGeom>
            <a:solidFill>
              <a:schemeClr val="tx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9" name="Freihandform: Form 189">
              <a:extLst>
                <a:ext uri="{FF2B5EF4-FFF2-40B4-BE49-F238E27FC236}">
                  <a16:creationId xmlns:a16="http://schemas.microsoft.com/office/drawing/2014/main" id="{D643B2AE-9BD8-2447-B0FE-BFB5EF735DB4}"/>
                </a:ext>
              </a:extLst>
            </p:cNvPr>
            <p:cNvSpPr/>
            <p:nvPr/>
          </p:nvSpPr>
          <p:spPr>
            <a:xfrm>
              <a:off x="2069462" y="500120"/>
              <a:ext cx="55775" cy="120526"/>
            </a:xfrm>
            <a:custGeom>
              <a:avLst/>
              <a:gdLst>
                <a:gd name="connsiteX0" fmla="*/ 165735 w 165734"/>
                <a:gd name="connsiteY0" fmla="*/ 295275 h 358140"/>
                <a:gd name="connsiteX1" fmla="*/ 165735 w 165734"/>
                <a:gd name="connsiteY1" fmla="*/ 348615 h 358140"/>
                <a:gd name="connsiteX2" fmla="*/ 113347 w 165734"/>
                <a:gd name="connsiteY2" fmla="*/ 358140 h 358140"/>
                <a:gd name="connsiteX3" fmla="*/ 40957 w 165734"/>
                <a:gd name="connsiteY3" fmla="*/ 282892 h 358140"/>
                <a:gd name="connsiteX4" fmla="*/ 40957 w 165734"/>
                <a:gd name="connsiteY4" fmla="*/ 137160 h 358140"/>
                <a:gd name="connsiteX5" fmla="*/ 0 w 165734"/>
                <a:gd name="connsiteY5" fmla="*/ 137160 h 358140"/>
                <a:gd name="connsiteX6" fmla="*/ 0 w 165734"/>
                <a:gd name="connsiteY6" fmla="*/ 85725 h 358140"/>
                <a:gd name="connsiteX7" fmla="*/ 40005 w 165734"/>
                <a:gd name="connsiteY7" fmla="*/ 85725 h 358140"/>
                <a:gd name="connsiteX8" fmla="*/ 40005 w 165734"/>
                <a:gd name="connsiteY8" fmla="*/ 13335 h 358140"/>
                <a:gd name="connsiteX9" fmla="*/ 101918 w 165734"/>
                <a:gd name="connsiteY9" fmla="*/ 0 h 358140"/>
                <a:gd name="connsiteX10" fmla="*/ 101918 w 165734"/>
                <a:gd name="connsiteY10" fmla="*/ 86677 h 358140"/>
                <a:gd name="connsiteX11" fmla="*/ 165735 w 165734"/>
                <a:gd name="connsiteY11" fmla="*/ 86677 h 358140"/>
                <a:gd name="connsiteX12" fmla="*/ 165735 w 165734"/>
                <a:gd name="connsiteY12" fmla="*/ 138113 h 358140"/>
                <a:gd name="connsiteX13" fmla="*/ 102870 w 165734"/>
                <a:gd name="connsiteY13" fmla="*/ 138113 h 358140"/>
                <a:gd name="connsiteX14" fmla="*/ 102870 w 165734"/>
                <a:gd name="connsiteY14" fmla="*/ 269558 h 358140"/>
                <a:gd name="connsiteX15" fmla="*/ 131445 w 165734"/>
                <a:gd name="connsiteY15" fmla="*/ 304800 h 358140"/>
                <a:gd name="connsiteX16" fmla="*/ 165735 w 165734"/>
                <a:gd name="connsiteY16" fmla="*/ 295275 h 3581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5734" h="358140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7" y="358140"/>
                  </a:cubicBezTo>
                  <a:cubicBezTo>
                    <a:pt x="66675" y="358140"/>
                    <a:pt x="40957" y="331470"/>
                    <a:pt x="40957" y="282892"/>
                  </a:cubicBezTo>
                  <a:lnTo>
                    <a:pt x="40957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8" y="0"/>
                  </a:lnTo>
                  <a:lnTo>
                    <a:pt x="101918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2870" y="138113"/>
                  </a:lnTo>
                  <a:lnTo>
                    <a:pt x="102870" y="269558"/>
                  </a:lnTo>
                  <a:cubicBezTo>
                    <a:pt x="102870" y="294322"/>
                    <a:pt x="111443" y="304800"/>
                    <a:pt x="131445" y="304800"/>
                  </a:cubicBezTo>
                  <a:cubicBezTo>
                    <a:pt x="142875" y="303847"/>
                    <a:pt x="155257" y="300038"/>
                    <a:pt x="165735" y="295275"/>
                  </a:cubicBezTo>
                  <a:close/>
                </a:path>
              </a:pathLst>
            </a:custGeom>
            <a:solidFill>
              <a:schemeClr val="tx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</p:grpSp>
      <p:sp>
        <p:nvSpPr>
          <p:cNvPr id="191" name="Freihandform: Form 87">
            <a:extLst>
              <a:ext uri="{FF2B5EF4-FFF2-40B4-BE49-F238E27FC236}">
                <a16:creationId xmlns:a16="http://schemas.microsoft.com/office/drawing/2014/main" id="{DEFECFB7-4BFC-2143-8119-7CD966471870}"/>
              </a:ext>
            </a:extLst>
          </p:cNvPr>
          <p:cNvSpPr/>
          <p:nvPr userDrawn="1"/>
        </p:nvSpPr>
        <p:spPr>
          <a:xfrm>
            <a:off x="10272966" y="300704"/>
            <a:ext cx="1403903" cy="535987"/>
          </a:xfrm>
          <a:custGeom>
            <a:avLst/>
            <a:gdLst>
              <a:gd name="connsiteX0" fmla="*/ 0 w 1456912"/>
              <a:gd name="connsiteY0" fmla="*/ 51854 h 556225"/>
              <a:gd name="connsiteX1" fmla="*/ 28188 w 1456912"/>
              <a:gd name="connsiteY1" fmla="*/ 23666 h 556225"/>
              <a:gd name="connsiteX2" fmla="*/ 28188 w 1456912"/>
              <a:gd name="connsiteY2" fmla="*/ 535557 h 556225"/>
              <a:gd name="connsiteX3" fmla="*/ 0 w 1456912"/>
              <a:gd name="connsiteY3" fmla="*/ 535557 h 556225"/>
              <a:gd name="connsiteX4" fmla="*/ 0 w 1456912"/>
              <a:gd name="connsiteY4" fmla="*/ 51854 h 556225"/>
              <a:gd name="connsiteX5" fmla="*/ 84564 w 1456912"/>
              <a:gd name="connsiteY5" fmla="*/ 28188 h 556225"/>
              <a:gd name="connsiteX6" fmla="*/ 422811 w 1456912"/>
              <a:gd name="connsiteY6" fmla="*/ 28188 h 556225"/>
              <a:gd name="connsiteX7" fmla="*/ 422811 w 1456912"/>
              <a:gd name="connsiteY7" fmla="*/ 0 h 556225"/>
              <a:gd name="connsiteX8" fmla="*/ 56376 w 1456912"/>
              <a:gd name="connsiteY8" fmla="*/ 0 h 556225"/>
              <a:gd name="connsiteX9" fmla="*/ 56376 w 1456912"/>
              <a:gd name="connsiteY9" fmla="*/ 338244 h 556225"/>
              <a:gd name="connsiteX10" fmla="*/ 367711 w 1456912"/>
              <a:gd name="connsiteY10" fmla="*/ 338244 h 556225"/>
              <a:gd name="connsiteX11" fmla="*/ 367711 w 1456912"/>
              <a:gd name="connsiteY11" fmla="*/ 310062 h 556225"/>
              <a:gd name="connsiteX12" fmla="*/ 84564 w 1456912"/>
              <a:gd name="connsiteY12" fmla="*/ 310062 h 556225"/>
              <a:gd name="connsiteX13" fmla="*/ 84564 w 1456912"/>
              <a:gd name="connsiteY13" fmla="*/ 28188 h 556225"/>
              <a:gd name="connsiteX14" fmla="*/ 410152 w 1456912"/>
              <a:gd name="connsiteY14" fmla="*/ 253686 h 556225"/>
              <a:gd name="connsiteX15" fmla="*/ 140937 w 1456912"/>
              <a:gd name="connsiteY15" fmla="*/ 253686 h 556225"/>
              <a:gd name="connsiteX16" fmla="*/ 140937 w 1456912"/>
              <a:gd name="connsiteY16" fmla="*/ 140940 h 556225"/>
              <a:gd name="connsiteX17" fmla="*/ 371171 w 1456912"/>
              <a:gd name="connsiteY17" fmla="*/ 140940 h 556225"/>
              <a:gd name="connsiteX18" fmla="*/ 399359 w 1456912"/>
              <a:gd name="connsiteY18" fmla="*/ 112752 h 556225"/>
              <a:gd name="connsiteX19" fmla="*/ 140937 w 1456912"/>
              <a:gd name="connsiteY19" fmla="*/ 112752 h 556225"/>
              <a:gd name="connsiteX20" fmla="*/ 140937 w 1456912"/>
              <a:gd name="connsiteY20" fmla="*/ 84564 h 556225"/>
              <a:gd name="connsiteX21" fmla="*/ 422811 w 1456912"/>
              <a:gd name="connsiteY21" fmla="*/ 84564 h 556225"/>
              <a:gd name="connsiteX22" fmla="*/ 422811 w 1456912"/>
              <a:gd name="connsiteY22" fmla="*/ 56376 h 556225"/>
              <a:gd name="connsiteX23" fmla="*/ 112749 w 1456912"/>
              <a:gd name="connsiteY23" fmla="*/ 56376 h 556225"/>
              <a:gd name="connsiteX24" fmla="*/ 112749 w 1456912"/>
              <a:gd name="connsiteY24" fmla="*/ 281874 h 556225"/>
              <a:gd name="connsiteX25" fmla="*/ 382334 w 1456912"/>
              <a:gd name="connsiteY25" fmla="*/ 281874 h 556225"/>
              <a:gd name="connsiteX26" fmla="*/ 410152 w 1456912"/>
              <a:gd name="connsiteY26" fmla="*/ 253686 h 556225"/>
              <a:gd name="connsiteX27" fmla="*/ 56376 w 1456912"/>
              <a:gd name="connsiteY27" fmla="*/ 535557 h 556225"/>
              <a:gd name="connsiteX28" fmla="*/ 84564 w 1456912"/>
              <a:gd name="connsiteY28" fmla="*/ 535557 h 556225"/>
              <a:gd name="connsiteX29" fmla="*/ 84564 w 1456912"/>
              <a:gd name="connsiteY29" fmla="*/ 394620 h 556225"/>
              <a:gd name="connsiteX30" fmla="*/ 112752 w 1456912"/>
              <a:gd name="connsiteY30" fmla="*/ 394620 h 556225"/>
              <a:gd name="connsiteX31" fmla="*/ 112752 w 1456912"/>
              <a:gd name="connsiteY31" fmla="*/ 511890 h 556225"/>
              <a:gd name="connsiteX32" fmla="*/ 140940 w 1456912"/>
              <a:gd name="connsiteY32" fmla="*/ 483705 h 556225"/>
              <a:gd name="connsiteX33" fmla="*/ 140940 w 1456912"/>
              <a:gd name="connsiteY33" fmla="*/ 394620 h 556225"/>
              <a:gd name="connsiteX34" fmla="*/ 367714 w 1456912"/>
              <a:gd name="connsiteY34" fmla="*/ 394620 h 556225"/>
              <a:gd name="connsiteX35" fmla="*/ 367714 w 1456912"/>
              <a:gd name="connsiteY35" fmla="*/ 366435 h 556225"/>
              <a:gd name="connsiteX36" fmla="*/ 56376 w 1456912"/>
              <a:gd name="connsiteY36" fmla="*/ 366435 h 556225"/>
              <a:gd name="connsiteX37" fmla="*/ 56376 w 1456912"/>
              <a:gd name="connsiteY37" fmla="*/ 535557 h 556225"/>
              <a:gd name="connsiteX38" fmla="*/ 1428724 w 1456912"/>
              <a:gd name="connsiteY38" fmla="*/ 0 h 556225"/>
              <a:gd name="connsiteX39" fmla="*/ 1428724 w 1456912"/>
              <a:gd name="connsiteY39" fmla="*/ 324156 h 556225"/>
              <a:gd name="connsiteX40" fmla="*/ 1316539 w 1456912"/>
              <a:gd name="connsiteY40" fmla="*/ 514089 h 556225"/>
              <a:gd name="connsiteX41" fmla="*/ 1315903 w 1456912"/>
              <a:gd name="connsiteY41" fmla="*/ 513258 h 556225"/>
              <a:gd name="connsiteX42" fmla="*/ 1400536 w 1456912"/>
              <a:gd name="connsiteY42" fmla="*/ 351869 h 556225"/>
              <a:gd name="connsiteX43" fmla="*/ 1400536 w 1456912"/>
              <a:gd name="connsiteY43" fmla="*/ 3 h 556225"/>
              <a:gd name="connsiteX44" fmla="*/ 1372348 w 1456912"/>
              <a:gd name="connsiteY44" fmla="*/ 3 h 556225"/>
              <a:gd name="connsiteX45" fmla="*/ 1372348 w 1456912"/>
              <a:gd name="connsiteY45" fmla="*/ 351400 h 556225"/>
              <a:gd name="connsiteX46" fmla="*/ 1189132 w 1456912"/>
              <a:gd name="connsiteY46" fmla="*/ 528510 h 556225"/>
              <a:gd name="connsiteX47" fmla="*/ 1005916 w 1456912"/>
              <a:gd name="connsiteY47" fmla="*/ 351400 h 556225"/>
              <a:gd name="connsiteX48" fmla="*/ 1005916 w 1456912"/>
              <a:gd name="connsiteY48" fmla="*/ 23666 h 556225"/>
              <a:gd name="connsiteX49" fmla="*/ 977728 w 1456912"/>
              <a:gd name="connsiteY49" fmla="*/ 51854 h 556225"/>
              <a:gd name="connsiteX50" fmla="*/ 977728 w 1456912"/>
              <a:gd name="connsiteY50" fmla="*/ 351869 h 556225"/>
              <a:gd name="connsiteX51" fmla="*/ 1189132 w 1456912"/>
              <a:gd name="connsiteY51" fmla="*/ 556226 h 556225"/>
              <a:gd name="connsiteX52" fmla="*/ 1217320 w 1456912"/>
              <a:gd name="connsiteY52" fmla="*/ 556226 h 556225"/>
              <a:gd name="connsiteX53" fmla="*/ 1456912 w 1456912"/>
              <a:gd name="connsiteY53" fmla="*/ 324566 h 556225"/>
              <a:gd name="connsiteX54" fmla="*/ 1456912 w 1456912"/>
              <a:gd name="connsiteY54" fmla="*/ 0 h 556225"/>
              <a:gd name="connsiteX55" fmla="*/ 1428724 w 1456912"/>
              <a:gd name="connsiteY55" fmla="*/ 0 h 556225"/>
              <a:gd name="connsiteX56" fmla="*/ 1189132 w 1456912"/>
              <a:gd name="connsiteY56" fmla="*/ 500322 h 556225"/>
              <a:gd name="connsiteX57" fmla="*/ 1344160 w 1456912"/>
              <a:gd name="connsiteY57" fmla="*/ 351400 h 556225"/>
              <a:gd name="connsiteX58" fmla="*/ 1344160 w 1456912"/>
              <a:gd name="connsiteY58" fmla="*/ 351400 h 556225"/>
              <a:gd name="connsiteX59" fmla="*/ 1344160 w 1456912"/>
              <a:gd name="connsiteY59" fmla="*/ 23666 h 556225"/>
              <a:gd name="connsiteX60" fmla="*/ 1315972 w 1456912"/>
              <a:gd name="connsiteY60" fmla="*/ 51854 h 556225"/>
              <a:gd name="connsiteX61" fmla="*/ 1315972 w 1456912"/>
              <a:gd name="connsiteY61" fmla="*/ 324153 h 556225"/>
              <a:gd name="connsiteX62" fmla="*/ 1217317 w 1456912"/>
              <a:gd name="connsiteY62" fmla="*/ 415761 h 556225"/>
              <a:gd name="connsiteX63" fmla="*/ 1118662 w 1456912"/>
              <a:gd name="connsiteY63" fmla="*/ 324153 h 556225"/>
              <a:gd name="connsiteX64" fmla="*/ 1118662 w 1456912"/>
              <a:gd name="connsiteY64" fmla="*/ 3 h 556225"/>
              <a:gd name="connsiteX65" fmla="*/ 1090474 w 1456912"/>
              <a:gd name="connsiteY65" fmla="*/ 3 h 556225"/>
              <a:gd name="connsiteX66" fmla="*/ 1090474 w 1456912"/>
              <a:gd name="connsiteY66" fmla="*/ 324156 h 556225"/>
              <a:gd name="connsiteX67" fmla="*/ 1217317 w 1456912"/>
              <a:gd name="connsiteY67" fmla="*/ 443951 h 556225"/>
              <a:gd name="connsiteX68" fmla="*/ 1304349 w 1456912"/>
              <a:gd name="connsiteY68" fmla="*/ 404889 h 556225"/>
              <a:gd name="connsiteX69" fmla="*/ 1304982 w 1456912"/>
              <a:gd name="connsiteY69" fmla="*/ 405720 h 556225"/>
              <a:gd name="connsiteX70" fmla="*/ 1189129 w 1456912"/>
              <a:gd name="connsiteY70" fmla="*/ 472139 h 556225"/>
              <a:gd name="connsiteX71" fmla="*/ 1062303 w 1456912"/>
              <a:gd name="connsiteY71" fmla="*/ 352344 h 556225"/>
              <a:gd name="connsiteX72" fmla="*/ 1062286 w 1456912"/>
              <a:gd name="connsiteY72" fmla="*/ 352344 h 556225"/>
              <a:gd name="connsiteX73" fmla="*/ 1062286 w 1456912"/>
              <a:gd name="connsiteY73" fmla="*/ 3 h 556225"/>
              <a:gd name="connsiteX74" fmla="*/ 1034098 w 1456912"/>
              <a:gd name="connsiteY74" fmla="*/ 3 h 556225"/>
              <a:gd name="connsiteX75" fmla="*/ 1034098 w 1456912"/>
              <a:gd name="connsiteY75" fmla="*/ 352341 h 556225"/>
              <a:gd name="connsiteX76" fmla="*/ 1034113 w 1456912"/>
              <a:gd name="connsiteY76" fmla="*/ 352341 h 556225"/>
              <a:gd name="connsiteX77" fmla="*/ 1189132 w 1456912"/>
              <a:gd name="connsiteY77" fmla="*/ 500322 h 556225"/>
              <a:gd name="connsiteX78" fmla="*/ 562774 w 1456912"/>
              <a:gd name="connsiteY78" fmla="*/ 366435 h 556225"/>
              <a:gd name="connsiteX79" fmla="*/ 491494 w 1456912"/>
              <a:gd name="connsiteY79" fmla="*/ 535557 h 556225"/>
              <a:gd name="connsiteX80" fmla="*/ 519684 w 1456912"/>
              <a:gd name="connsiteY80" fmla="*/ 535554 h 556225"/>
              <a:gd name="connsiteX81" fmla="*/ 519682 w 1456912"/>
              <a:gd name="connsiteY81" fmla="*/ 535557 h 556225"/>
              <a:gd name="connsiteX82" fmla="*/ 519684 w 1456912"/>
              <a:gd name="connsiteY82" fmla="*/ 535557 h 556225"/>
              <a:gd name="connsiteX83" fmla="*/ 555322 w 1456912"/>
              <a:gd name="connsiteY83" fmla="*/ 450996 h 556225"/>
              <a:gd name="connsiteX84" fmla="*/ 794138 w 1456912"/>
              <a:gd name="connsiteY84" fmla="*/ 450996 h 556225"/>
              <a:gd name="connsiteX85" fmla="*/ 829744 w 1456912"/>
              <a:gd name="connsiteY85" fmla="*/ 535557 h 556225"/>
              <a:gd name="connsiteX86" fmla="*/ 857932 w 1456912"/>
              <a:gd name="connsiteY86" fmla="*/ 535557 h 556225"/>
              <a:gd name="connsiteX87" fmla="*/ 810457 w 1456912"/>
              <a:gd name="connsiteY87" fmla="*/ 422808 h 556225"/>
              <a:gd name="connsiteX88" fmla="*/ 567200 w 1456912"/>
              <a:gd name="connsiteY88" fmla="*/ 422808 h 556225"/>
              <a:gd name="connsiteX89" fmla="*/ 579078 w 1456912"/>
              <a:gd name="connsiteY89" fmla="*/ 394620 h 556225"/>
              <a:gd name="connsiteX90" fmla="*/ 826776 w 1456912"/>
              <a:gd name="connsiteY90" fmla="*/ 394620 h 556225"/>
              <a:gd name="connsiteX91" fmla="*/ 886120 w 1456912"/>
              <a:gd name="connsiteY91" fmla="*/ 535557 h 556225"/>
              <a:gd name="connsiteX92" fmla="*/ 914308 w 1456912"/>
              <a:gd name="connsiteY92" fmla="*/ 535557 h 556225"/>
              <a:gd name="connsiteX93" fmla="*/ 843097 w 1456912"/>
              <a:gd name="connsiteY93" fmla="*/ 366435 h 556225"/>
              <a:gd name="connsiteX94" fmla="*/ 562774 w 1456912"/>
              <a:gd name="connsiteY94" fmla="*/ 366435 h 556225"/>
              <a:gd name="connsiteX95" fmla="*/ 604248 w 1456912"/>
              <a:gd name="connsiteY95" fmla="*/ 0 h 556225"/>
              <a:gd name="connsiteX96" fmla="*/ 397091 w 1456912"/>
              <a:gd name="connsiteY96" fmla="*/ 491374 h 556225"/>
              <a:gd name="connsiteX97" fmla="*/ 415032 w 1456912"/>
              <a:gd name="connsiteY97" fmla="*/ 515732 h 556225"/>
              <a:gd name="connsiteX98" fmla="*/ 632437 w 1456912"/>
              <a:gd name="connsiteY98" fmla="*/ 0 h 556225"/>
              <a:gd name="connsiteX99" fmla="*/ 604248 w 1456912"/>
              <a:gd name="connsiteY99" fmla="*/ 0 h 556225"/>
              <a:gd name="connsiteX100" fmla="*/ 716998 w 1456912"/>
              <a:gd name="connsiteY100" fmla="*/ 3 h 556225"/>
              <a:gd name="connsiteX101" fmla="*/ 934130 w 1456912"/>
              <a:gd name="connsiteY101" fmla="*/ 515735 h 556225"/>
              <a:gd name="connsiteX102" fmla="*/ 952028 w 1456912"/>
              <a:gd name="connsiteY102" fmla="*/ 491377 h 556225"/>
              <a:gd name="connsiteX103" fmla="*/ 745186 w 1456912"/>
              <a:gd name="connsiteY103" fmla="*/ 3 h 556225"/>
              <a:gd name="connsiteX104" fmla="*/ 716998 w 1456912"/>
              <a:gd name="connsiteY104" fmla="*/ 3 h 556225"/>
              <a:gd name="connsiteX105" fmla="*/ 546409 w 1456912"/>
              <a:gd name="connsiteY105" fmla="*/ 338247 h 556225"/>
              <a:gd name="connsiteX106" fmla="*/ 463042 w 1456912"/>
              <a:gd name="connsiteY106" fmla="*/ 535557 h 556225"/>
              <a:gd name="connsiteX107" fmla="*/ 434854 w 1456912"/>
              <a:gd name="connsiteY107" fmla="*/ 535557 h 556225"/>
              <a:gd name="connsiteX108" fmla="*/ 646528 w 1456912"/>
              <a:gd name="connsiteY108" fmla="*/ 33467 h 556225"/>
              <a:gd name="connsiteX109" fmla="*/ 762988 w 1456912"/>
              <a:gd name="connsiteY109" fmla="*/ 310059 h 556225"/>
              <a:gd name="connsiteX110" fmla="*/ 791176 w 1456912"/>
              <a:gd name="connsiteY110" fmla="*/ 310059 h 556225"/>
              <a:gd name="connsiteX111" fmla="*/ 660624 w 1456912"/>
              <a:gd name="connsiteY111" fmla="*/ 3 h 556225"/>
              <a:gd name="connsiteX112" fmla="*/ 688812 w 1456912"/>
              <a:gd name="connsiteY112" fmla="*/ 3 h 556225"/>
              <a:gd name="connsiteX113" fmla="*/ 831231 w 1456912"/>
              <a:gd name="connsiteY113" fmla="*/ 338247 h 556225"/>
              <a:gd name="connsiteX114" fmla="*/ 546409 w 1456912"/>
              <a:gd name="connsiteY114" fmla="*/ 338247 h 556225"/>
              <a:gd name="connsiteX115" fmla="*/ 674788 w 1456912"/>
              <a:gd name="connsiteY115" fmla="*/ 167531 h 556225"/>
              <a:gd name="connsiteX116" fmla="*/ 614721 w 1456912"/>
              <a:gd name="connsiteY116" fmla="*/ 310062 h 556225"/>
              <a:gd name="connsiteX117" fmla="*/ 734800 w 1456912"/>
              <a:gd name="connsiteY117" fmla="*/ 310062 h 556225"/>
              <a:gd name="connsiteX118" fmla="*/ 674788 w 1456912"/>
              <a:gd name="connsiteY118" fmla="*/ 167531 h 556225"/>
              <a:gd name="connsiteX119" fmla="*/ 558275 w 1456912"/>
              <a:gd name="connsiteY119" fmla="*/ 310062 h 556225"/>
              <a:gd name="connsiteX120" fmla="*/ 586535 w 1456912"/>
              <a:gd name="connsiteY120" fmla="*/ 310062 h 556225"/>
              <a:gd name="connsiteX121" fmla="*/ 660703 w 1456912"/>
              <a:gd name="connsiteY121" fmla="*/ 134072 h 556225"/>
              <a:gd name="connsiteX122" fmla="*/ 646588 w 1456912"/>
              <a:gd name="connsiteY122" fmla="*/ 100553 h 556225"/>
              <a:gd name="connsiteX123" fmla="*/ 558275 w 1456912"/>
              <a:gd name="connsiteY123" fmla="*/ 310062 h 556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</a:cxnLst>
            <a:rect l="l" t="t" r="r" b="b"/>
            <a:pathLst>
              <a:path w="1456912" h="556225">
                <a:moveTo>
                  <a:pt x="0" y="51854"/>
                </a:moveTo>
                <a:lnTo>
                  <a:pt x="28188" y="23666"/>
                </a:lnTo>
                <a:lnTo>
                  <a:pt x="28188" y="535557"/>
                </a:lnTo>
                <a:lnTo>
                  <a:pt x="0" y="535557"/>
                </a:lnTo>
                <a:lnTo>
                  <a:pt x="0" y="51854"/>
                </a:lnTo>
                <a:close/>
                <a:moveTo>
                  <a:pt x="84564" y="28188"/>
                </a:moveTo>
                <a:lnTo>
                  <a:pt x="422811" y="28188"/>
                </a:lnTo>
                <a:lnTo>
                  <a:pt x="422811" y="0"/>
                </a:lnTo>
                <a:lnTo>
                  <a:pt x="56376" y="0"/>
                </a:lnTo>
                <a:lnTo>
                  <a:pt x="56376" y="338244"/>
                </a:lnTo>
                <a:lnTo>
                  <a:pt x="367711" y="338244"/>
                </a:lnTo>
                <a:lnTo>
                  <a:pt x="367711" y="310062"/>
                </a:lnTo>
                <a:lnTo>
                  <a:pt x="84564" y="310062"/>
                </a:lnTo>
                <a:lnTo>
                  <a:pt x="84564" y="28188"/>
                </a:lnTo>
                <a:close/>
                <a:moveTo>
                  <a:pt x="410152" y="253686"/>
                </a:moveTo>
                <a:lnTo>
                  <a:pt x="140937" y="253686"/>
                </a:lnTo>
                <a:lnTo>
                  <a:pt x="140937" y="140940"/>
                </a:lnTo>
                <a:lnTo>
                  <a:pt x="371171" y="140940"/>
                </a:lnTo>
                <a:lnTo>
                  <a:pt x="399359" y="112752"/>
                </a:lnTo>
                <a:lnTo>
                  <a:pt x="140937" y="112752"/>
                </a:lnTo>
                <a:lnTo>
                  <a:pt x="140937" y="84564"/>
                </a:lnTo>
                <a:lnTo>
                  <a:pt x="422811" y="84564"/>
                </a:lnTo>
                <a:lnTo>
                  <a:pt x="422811" y="56376"/>
                </a:lnTo>
                <a:lnTo>
                  <a:pt x="112749" y="56376"/>
                </a:lnTo>
                <a:lnTo>
                  <a:pt x="112749" y="281874"/>
                </a:lnTo>
                <a:lnTo>
                  <a:pt x="382334" y="281874"/>
                </a:lnTo>
                <a:lnTo>
                  <a:pt x="410152" y="253686"/>
                </a:lnTo>
                <a:close/>
                <a:moveTo>
                  <a:pt x="56376" y="535557"/>
                </a:moveTo>
                <a:lnTo>
                  <a:pt x="84564" y="535557"/>
                </a:lnTo>
                <a:lnTo>
                  <a:pt x="84564" y="394620"/>
                </a:lnTo>
                <a:lnTo>
                  <a:pt x="112752" y="394620"/>
                </a:lnTo>
                <a:lnTo>
                  <a:pt x="112752" y="511890"/>
                </a:lnTo>
                <a:lnTo>
                  <a:pt x="140940" y="483705"/>
                </a:lnTo>
                <a:lnTo>
                  <a:pt x="140940" y="394620"/>
                </a:lnTo>
                <a:lnTo>
                  <a:pt x="367714" y="394620"/>
                </a:lnTo>
                <a:lnTo>
                  <a:pt x="367714" y="366435"/>
                </a:lnTo>
                <a:lnTo>
                  <a:pt x="56376" y="366435"/>
                </a:lnTo>
                <a:lnTo>
                  <a:pt x="56376" y="535557"/>
                </a:lnTo>
                <a:close/>
                <a:moveTo>
                  <a:pt x="1428724" y="0"/>
                </a:moveTo>
                <a:lnTo>
                  <a:pt x="1428724" y="324156"/>
                </a:lnTo>
                <a:cubicBezTo>
                  <a:pt x="1428724" y="399584"/>
                  <a:pt x="1395069" y="464387"/>
                  <a:pt x="1316539" y="514089"/>
                </a:cubicBezTo>
                <a:lnTo>
                  <a:pt x="1315903" y="513258"/>
                </a:lnTo>
                <a:cubicBezTo>
                  <a:pt x="1367503" y="472336"/>
                  <a:pt x="1400536" y="419773"/>
                  <a:pt x="1400536" y="351869"/>
                </a:cubicBezTo>
                <a:lnTo>
                  <a:pt x="1400536" y="3"/>
                </a:lnTo>
                <a:lnTo>
                  <a:pt x="1372348" y="3"/>
                </a:lnTo>
                <a:lnTo>
                  <a:pt x="1372348" y="351400"/>
                </a:lnTo>
                <a:cubicBezTo>
                  <a:pt x="1372348" y="452590"/>
                  <a:pt x="1290318" y="528510"/>
                  <a:pt x="1189132" y="528510"/>
                </a:cubicBezTo>
                <a:cubicBezTo>
                  <a:pt x="1087946" y="528510"/>
                  <a:pt x="1005916" y="452587"/>
                  <a:pt x="1005916" y="351400"/>
                </a:cubicBezTo>
                <a:lnTo>
                  <a:pt x="1005916" y="23666"/>
                </a:lnTo>
                <a:lnTo>
                  <a:pt x="977728" y="51854"/>
                </a:lnTo>
                <a:lnTo>
                  <a:pt x="977728" y="351869"/>
                </a:lnTo>
                <a:cubicBezTo>
                  <a:pt x="977728" y="468625"/>
                  <a:pt x="1072376" y="556226"/>
                  <a:pt x="1189132" y="556226"/>
                </a:cubicBezTo>
                <a:cubicBezTo>
                  <a:pt x="1191834" y="556226"/>
                  <a:pt x="1217320" y="556226"/>
                  <a:pt x="1217320" y="556226"/>
                </a:cubicBezTo>
                <a:cubicBezTo>
                  <a:pt x="1332291" y="556226"/>
                  <a:pt x="1456912" y="471321"/>
                  <a:pt x="1456912" y="324566"/>
                </a:cubicBezTo>
                <a:cubicBezTo>
                  <a:pt x="1456912" y="324428"/>
                  <a:pt x="1456912" y="0"/>
                  <a:pt x="1456912" y="0"/>
                </a:cubicBezTo>
                <a:lnTo>
                  <a:pt x="1428724" y="0"/>
                </a:lnTo>
                <a:close/>
                <a:moveTo>
                  <a:pt x="1189132" y="500322"/>
                </a:moveTo>
                <a:cubicBezTo>
                  <a:pt x="1274706" y="500322"/>
                  <a:pt x="1344082" y="436948"/>
                  <a:pt x="1344160" y="351400"/>
                </a:cubicBezTo>
                <a:lnTo>
                  <a:pt x="1344160" y="351400"/>
                </a:lnTo>
                <a:lnTo>
                  <a:pt x="1344160" y="23666"/>
                </a:lnTo>
                <a:lnTo>
                  <a:pt x="1315972" y="51854"/>
                </a:lnTo>
                <a:lnTo>
                  <a:pt x="1315972" y="324153"/>
                </a:lnTo>
                <a:cubicBezTo>
                  <a:pt x="1315972" y="378637"/>
                  <a:pt x="1271801" y="415761"/>
                  <a:pt x="1217317" y="415761"/>
                </a:cubicBezTo>
                <a:cubicBezTo>
                  <a:pt x="1162833" y="415761"/>
                  <a:pt x="1118662" y="378637"/>
                  <a:pt x="1118662" y="324153"/>
                </a:cubicBezTo>
                <a:lnTo>
                  <a:pt x="1118662" y="3"/>
                </a:lnTo>
                <a:lnTo>
                  <a:pt x="1090474" y="3"/>
                </a:lnTo>
                <a:lnTo>
                  <a:pt x="1090474" y="324156"/>
                </a:lnTo>
                <a:cubicBezTo>
                  <a:pt x="1090474" y="394209"/>
                  <a:pt x="1147264" y="443951"/>
                  <a:pt x="1217317" y="443951"/>
                </a:cubicBezTo>
                <a:cubicBezTo>
                  <a:pt x="1245962" y="443951"/>
                  <a:pt x="1280732" y="429800"/>
                  <a:pt x="1304349" y="404889"/>
                </a:cubicBezTo>
                <a:lnTo>
                  <a:pt x="1304982" y="405720"/>
                </a:lnTo>
                <a:cubicBezTo>
                  <a:pt x="1282838" y="446784"/>
                  <a:pt x="1241907" y="472139"/>
                  <a:pt x="1189129" y="472139"/>
                </a:cubicBezTo>
                <a:cubicBezTo>
                  <a:pt x="1119507" y="472139"/>
                  <a:pt x="1062992" y="421734"/>
                  <a:pt x="1062303" y="352344"/>
                </a:cubicBezTo>
                <a:lnTo>
                  <a:pt x="1062286" y="352344"/>
                </a:lnTo>
                <a:lnTo>
                  <a:pt x="1062286" y="3"/>
                </a:lnTo>
                <a:lnTo>
                  <a:pt x="1034098" y="3"/>
                </a:lnTo>
                <a:lnTo>
                  <a:pt x="1034098" y="352341"/>
                </a:lnTo>
                <a:lnTo>
                  <a:pt x="1034113" y="352341"/>
                </a:lnTo>
                <a:cubicBezTo>
                  <a:pt x="1034703" y="437411"/>
                  <a:pt x="1103877" y="500322"/>
                  <a:pt x="1189132" y="500322"/>
                </a:cubicBezTo>
                <a:close/>
                <a:moveTo>
                  <a:pt x="562774" y="366435"/>
                </a:moveTo>
                <a:lnTo>
                  <a:pt x="491494" y="535557"/>
                </a:lnTo>
                <a:lnTo>
                  <a:pt x="519684" y="535554"/>
                </a:lnTo>
                <a:lnTo>
                  <a:pt x="519682" y="535557"/>
                </a:lnTo>
                <a:lnTo>
                  <a:pt x="519684" y="535557"/>
                </a:lnTo>
                <a:lnTo>
                  <a:pt x="555322" y="450996"/>
                </a:lnTo>
                <a:lnTo>
                  <a:pt x="794138" y="450996"/>
                </a:lnTo>
                <a:lnTo>
                  <a:pt x="829744" y="535557"/>
                </a:lnTo>
                <a:lnTo>
                  <a:pt x="857932" y="535557"/>
                </a:lnTo>
                <a:lnTo>
                  <a:pt x="810457" y="422808"/>
                </a:lnTo>
                <a:lnTo>
                  <a:pt x="567200" y="422808"/>
                </a:lnTo>
                <a:lnTo>
                  <a:pt x="579078" y="394620"/>
                </a:lnTo>
                <a:lnTo>
                  <a:pt x="826776" y="394620"/>
                </a:lnTo>
                <a:lnTo>
                  <a:pt x="886120" y="535557"/>
                </a:lnTo>
                <a:lnTo>
                  <a:pt x="914308" y="535557"/>
                </a:lnTo>
                <a:lnTo>
                  <a:pt x="843097" y="366435"/>
                </a:lnTo>
                <a:lnTo>
                  <a:pt x="562774" y="366435"/>
                </a:lnTo>
                <a:close/>
                <a:moveTo>
                  <a:pt x="604248" y="0"/>
                </a:moveTo>
                <a:lnTo>
                  <a:pt x="397091" y="491374"/>
                </a:lnTo>
                <a:lnTo>
                  <a:pt x="415032" y="515732"/>
                </a:lnTo>
                <a:lnTo>
                  <a:pt x="632437" y="0"/>
                </a:lnTo>
                <a:lnTo>
                  <a:pt x="604248" y="0"/>
                </a:lnTo>
                <a:close/>
                <a:moveTo>
                  <a:pt x="716998" y="3"/>
                </a:moveTo>
                <a:lnTo>
                  <a:pt x="934130" y="515735"/>
                </a:lnTo>
                <a:lnTo>
                  <a:pt x="952028" y="491377"/>
                </a:lnTo>
                <a:lnTo>
                  <a:pt x="745186" y="3"/>
                </a:lnTo>
                <a:lnTo>
                  <a:pt x="716998" y="3"/>
                </a:lnTo>
                <a:close/>
                <a:moveTo>
                  <a:pt x="546409" y="338247"/>
                </a:moveTo>
                <a:lnTo>
                  <a:pt x="463042" y="535557"/>
                </a:lnTo>
                <a:lnTo>
                  <a:pt x="434854" y="535557"/>
                </a:lnTo>
                <a:lnTo>
                  <a:pt x="646528" y="33467"/>
                </a:lnTo>
                <a:lnTo>
                  <a:pt x="762988" y="310059"/>
                </a:lnTo>
                <a:lnTo>
                  <a:pt x="791176" y="310059"/>
                </a:lnTo>
                <a:lnTo>
                  <a:pt x="660624" y="3"/>
                </a:lnTo>
                <a:lnTo>
                  <a:pt x="688812" y="3"/>
                </a:lnTo>
                <a:lnTo>
                  <a:pt x="831231" y="338247"/>
                </a:lnTo>
                <a:lnTo>
                  <a:pt x="546409" y="338247"/>
                </a:lnTo>
                <a:close/>
                <a:moveTo>
                  <a:pt x="674788" y="167531"/>
                </a:moveTo>
                <a:lnTo>
                  <a:pt x="614721" y="310062"/>
                </a:lnTo>
                <a:lnTo>
                  <a:pt x="734800" y="310062"/>
                </a:lnTo>
                <a:lnTo>
                  <a:pt x="674788" y="167531"/>
                </a:lnTo>
                <a:close/>
                <a:moveTo>
                  <a:pt x="558275" y="310062"/>
                </a:moveTo>
                <a:lnTo>
                  <a:pt x="586535" y="310062"/>
                </a:lnTo>
                <a:lnTo>
                  <a:pt x="660703" y="134072"/>
                </a:lnTo>
                <a:lnTo>
                  <a:pt x="646588" y="100553"/>
                </a:lnTo>
                <a:lnTo>
                  <a:pt x="558275" y="310062"/>
                </a:lnTo>
                <a:close/>
              </a:path>
            </a:pathLst>
          </a:custGeom>
          <a:solidFill>
            <a:srgbClr val="041E42"/>
          </a:solidFill>
          <a:ln w="2892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  <p:pic>
        <p:nvPicPr>
          <p:cNvPr id="112" name="Grafik 111"/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81493" y="300704"/>
            <a:ext cx="1543659" cy="541185"/>
          </a:xfrm>
          <a:prstGeom prst="rect">
            <a:avLst/>
          </a:prstGeom>
        </p:spPr>
      </p:pic>
      <p:sp>
        <p:nvSpPr>
          <p:cNvPr id="113" name="Bildplatzhalter 5"/>
          <p:cNvSpPr>
            <a:spLocks noGrp="1"/>
          </p:cNvSpPr>
          <p:nvPr>
            <p:ph type="pic" sz="quarter" idx="13"/>
          </p:nvPr>
        </p:nvSpPr>
        <p:spPr>
          <a:xfrm>
            <a:off x="6524462" y="300704"/>
            <a:ext cx="1731896" cy="535987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109205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4FCF17-48A0-4939-9B86-4A0E590241E6}" type="datetime4">
              <a:rPr lang="de-DE" smtClean="0"/>
              <a:t>6. August 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Technische Fakultät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‹#›</a:t>
            </a:fld>
            <a:endParaRPr lang="de-DE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7C50F1EF-7CD3-4F38-8BE6-ED3FCE2DB36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18317" y="1631156"/>
            <a:ext cx="11157745" cy="4569619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F5C59997-58CB-4A34-A7D6-744D4117FF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41E42"/>
                </a:solidFill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11" name="Textplatzhalter 9">
            <a:extLst>
              <a:ext uri="{FF2B5EF4-FFF2-40B4-BE49-F238E27FC236}">
                <a16:creationId xmlns:a16="http://schemas.microsoft.com/office/drawing/2014/main" id="{28AE96D7-C3C8-4590-B13B-86D938A78906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rgbClr val="041E42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0" name="Bildplatzhalter 6">
            <a:extLst>
              <a:ext uri="{FF2B5EF4-FFF2-40B4-BE49-F238E27FC236}">
                <a16:creationId xmlns:a16="http://schemas.microsoft.com/office/drawing/2014/main" id="{86D31599-AF4C-4469-80F6-AA369A20BF0B}"/>
              </a:ext>
            </a:extLst>
          </p:cNvPr>
          <p:cNvSpPr>
            <a:spLocks noGrp="1"/>
          </p:cNvSpPr>
          <p:nvPr>
            <p:ph type="pic" sz="quarter" idx="39" hasCustomPrompt="1"/>
          </p:nvPr>
        </p:nvSpPr>
        <p:spPr>
          <a:xfrm>
            <a:off x="790014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pic>
        <p:nvPicPr>
          <p:cNvPr id="12" name="Grafik 11"/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41829" y="301184"/>
            <a:ext cx="1102192" cy="3864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43272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folie | zwei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1C8739-BFB7-40C2-B28E-69BB709E9C11}" type="datetime4">
              <a:rPr lang="de-DE" smtClean="0"/>
              <a:t>6. August 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Technische Fakultät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‹#›</a:t>
            </a:fld>
            <a:endParaRPr lang="de-DE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7C50F1EF-7CD3-4F38-8BE6-ED3FCE2DB36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18318" y="1631156"/>
            <a:ext cx="5469732" cy="4569619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8" name="Textplatzhalter 6">
            <a:extLst>
              <a:ext uri="{FF2B5EF4-FFF2-40B4-BE49-F238E27FC236}">
                <a16:creationId xmlns:a16="http://schemas.microsoft.com/office/drawing/2014/main" id="{024A1079-17C2-45DE-A16B-14C152A08FA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06329" y="1631156"/>
            <a:ext cx="5469732" cy="456961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5E5E3F57-04C9-40C7-B10F-E51808253F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41E42"/>
                </a:solidFill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11" name="Textplatzhalter 9">
            <a:extLst>
              <a:ext uri="{FF2B5EF4-FFF2-40B4-BE49-F238E27FC236}">
                <a16:creationId xmlns:a16="http://schemas.microsoft.com/office/drawing/2014/main" id="{BAC64890-C924-4759-9B9B-7DE74E38C4A6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rgbClr val="041E42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2" name="Bildplatzhalter 6">
            <a:extLst>
              <a:ext uri="{FF2B5EF4-FFF2-40B4-BE49-F238E27FC236}">
                <a16:creationId xmlns:a16="http://schemas.microsoft.com/office/drawing/2014/main" id="{86D31599-AF4C-4469-80F6-AA369A20BF0B}"/>
              </a:ext>
            </a:extLst>
          </p:cNvPr>
          <p:cNvSpPr>
            <a:spLocks noGrp="1"/>
          </p:cNvSpPr>
          <p:nvPr>
            <p:ph type="pic" sz="quarter" idx="39" hasCustomPrompt="1"/>
          </p:nvPr>
        </p:nvSpPr>
        <p:spPr>
          <a:xfrm>
            <a:off x="790014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pic>
        <p:nvPicPr>
          <p:cNvPr id="13" name="Grafik 12"/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41829" y="301184"/>
            <a:ext cx="1102192" cy="3864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02880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folie | drei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7B6080-B214-4A27-A13D-95A31493955D}" type="datetime4">
              <a:rPr lang="de-DE" smtClean="0"/>
              <a:t>6. August 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Technische Fakultät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82099" y="6634666"/>
            <a:ext cx="193964" cy="123111"/>
          </a:xfrm>
        </p:spPr>
        <p:txBody>
          <a:bodyPr/>
          <a:lstStyle/>
          <a:p>
            <a:fld id="{D949F9DF-37BD-4CD6-BF49-65BA579E1D7A}" type="slidenum">
              <a:rPr lang="de-DE" smtClean="0"/>
              <a:pPr/>
              <a:t>‹#›</a:t>
            </a:fld>
            <a:endParaRPr lang="de-DE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636A777D-D5C6-4E84-A9C9-D0F4836A4C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41E42"/>
                </a:solidFill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D304591F-2FC9-4C29-9FE5-537955E3B92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18318" y="1631157"/>
            <a:ext cx="3568821" cy="4569618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2" name="Textplatzhalter 6">
            <a:extLst>
              <a:ext uri="{FF2B5EF4-FFF2-40B4-BE49-F238E27FC236}">
                <a16:creationId xmlns:a16="http://schemas.microsoft.com/office/drawing/2014/main" id="{D0C47385-EF97-44EE-867E-E9365B44CAA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107242" y="1631157"/>
            <a:ext cx="3568821" cy="4569618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3" name="Textplatzhalter 6">
            <a:extLst>
              <a:ext uri="{FF2B5EF4-FFF2-40B4-BE49-F238E27FC236}">
                <a16:creationId xmlns:a16="http://schemas.microsoft.com/office/drawing/2014/main" id="{E3F53468-6A74-4DFC-93FD-A760B9619657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312780" y="1631157"/>
            <a:ext cx="3568821" cy="4569618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4" name="Textplatzhalter 9">
            <a:extLst>
              <a:ext uri="{FF2B5EF4-FFF2-40B4-BE49-F238E27FC236}">
                <a16:creationId xmlns:a16="http://schemas.microsoft.com/office/drawing/2014/main" id="{7A7A670F-933B-48F3-B921-A1B739D6C9D8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rgbClr val="041E42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5" name="Bildplatzhalter 6">
            <a:extLst>
              <a:ext uri="{FF2B5EF4-FFF2-40B4-BE49-F238E27FC236}">
                <a16:creationId xmlns:a16="http://schemas.microsoft.com/office/drawing/2014/main" id="{86D31599-AF4C-4469-80F6-AA369A20BF0B}"/>
              </a:ext>
            </a:extLst>
          </p:cNvPr>
          <p:cNvSpPr>
            <a:spLocks noGrp="1"/>
          </p:cNvSpPr>
          <p:nvPr>
            <p:ph type="pic" sz="quarter" idx="39" hasCustomPrompt="1"/>
          </p:nvPr>
        </p:nvSpPr>
        <p:spPr>
          <a:xfrm>
            <a:off x="790014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pic>
        <p:nvPicPr>
          <p:cNvPr id="16" name="Grafik 15"/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41829" y="301184"/>
            <a:ext cx="1102192" cy="3864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91838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- Bild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E4BF54-E288-44CA-9624-72B71A8A42AB}" type="datetime4">
              <a:rPr lang="de-DE" smtClean="0"/>
              <a:t>6. August 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Technische Fakultät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‹#›</a:t>
            </a:fld>
            <a:endParaRPr lang="de-DE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7C50F1EF-7CD3-4F38-8BE6-ED3FCE2DB36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18318" y="1631156"/>
            <a:ext cx="5469732" cy="4569619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5E5E3F57-04C9-40C7-B10F-E51808253F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41E42"/>
                </a:solidFill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10" name="Bildplatzhalter 8">
            <a:extLst>
              <a:ext uri="{FF2B5EF4-FFF2-40B4-BE49-F238E27FC236}">
                <a16:creationId xmlns:a16="http://schemas.microsoft.com/office/drawing/2014/main" id="{3A0E3338-4E71-4920-9A06-A4D408E5A297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6206329" y="1631155"/>
            <a:ext cx="5469732" cy="4569619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12" name="Textplatzhalter 9">
            <a:extLst>
              <a:ext uri="{FF2B5EF4-FFF2-40B4-BE49-F238E27FC236}">
                <a16:creationId xmlns:a16="http://schemas.microsoft.com/office/drawing/2014/main" id="{97A335FC-7B0F-4DB2-A1F6-1DF21639819F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rgbClr val="041E42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3" name="Bildplatzhalter 6">
            <a:extLst>
              <a:ext uri="{FF2B5EF4-FFF2-40B4-BE49-F238E27FC236}">
                <a16:creationId xmlns:a16="http://schemas.microsoft.com/office/drawing/2014/main" id="{86D31599-AF4C-4469-80F6-AA369A20BF0B}"/>
              </a:ext>
            </a:extLst>
          </p:cNvPr>
          <p:cNvSpPr>
            <a:spLocks noGrp="1"/>
          </p:cNvSpPr>
          <p:nvPr>
            <p:ph type="pic" sz="quarter" idx="39" hasCustomPrompt="1"/>
          </p:nvPr>
        </p:nvSpPr>
        <p:spPr>
          <a:xfrm>
            <a:off x="790014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pic>
        <p:nvPicPr>
          <p:cNvPr id="14" name="Grafik 13"/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41829" y="301184"/>
            <a:ext cx="1102192" cy="3864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39571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- Text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ildplatzhalter 8">
            <a:extLst>
              <a:ext uri="{FF2B5EF4-FFF2-40B4-BE49-F238E27FC236}">
                <a16:creationId xmlns:a16="http://schemas.microsoft.com/office/drawing/2014/main" id="{3A0E3338-4E71-4920-9A06-A4D408E5A297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518318" y="1631155"/>
            <a:ext cx="5469732" cy="4569619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2055A8-E7B1-419D-84AA-0C89B698BF26}" type="datetime4">
              <a:rPr lang="de-DE" smtClean="0"/>
              <a:t>6. August 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Technische Fakultät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82099" y="6634666"/>
            <a:ext cx="193964" cy="123111"/>
          </a:xfrm>
        </p:spPr>
        <p:txBody>
          <a:bodyPr/>
          <a:lstStyle/>
          <a:p>
            <a:fld id="{D949F9DF-37BD-4CD6-BF49-65BA579E1D7A}" type="slidenum">
              <a:rPr lang="de-DE" smtClean="0"/>
              <a:pPr/>
              <a:t>‹#›</a:t>
            </a:fld>
            <a:endParaRPr lang="de-DE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7C50F1EF-7CD3-4F38-8BE6-ED3FCE2DB36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06331" y="1631156"/>
            <a:ext cx="5469732" cy="4569619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5E5E3F57-04C9-40C7-B10F-E51808253F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41E42"/>
                </a:solidFill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12" name="Textplatzhalter 9">
            <a:extLst>
              <a:ext uri="{FF2B5EF4-FFF2-40B4-BE49-F238E27FC236}">
                <a16:creationId xmlns:a16="http://schemas.microsoft.com/office/drawing/2014/main" id="{D7BA2DC0-EE95-4994-AD5A-8F6A7D106E52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rgbClr val="041E42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3" name="Bildplatzhalter 6">
            <a:extLst>
              <a:ext uri="{FF2B5EF4-FFF2-40B4-BE49-F238E27FC236}">
                <a16:creationId xmlns:a16="http://schemas.microsoft.com/office/drawing/2014/main" id="{86D31599-AF4C-4469-80F6-AA369A20BF0B}"/>
              </a:ext>
            </a:extLst>
          </p:cNvPr>
          <p:cNvSpPr>
            <a:spLocks noGrp="1"/>
          </p:cNvSpPr>
          <p:nvPr>
            <p:ph type="pic" sz="quarter" idx="39" hasCustomPrompt="1"/>
          </p:nvPr>
        </p:nvSpPr>
        <p:spPr>
          <a:xfrm>
            <a:off x="790014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pic>
        <p:nvPicPr>
          <p:cNvPr id="14" name="Grafik 13"/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41829" y="301184"/>
            <a:ext cx="1102192" cy="3864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71325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ildfolie | mit Stör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ildplatzhalter 8">
            <a:extLst>
              <a:ext uri="{FF2B5EF4-FFF2-40B4-BE49-F238E27FC236}">
                <a16:creationId xmlns:a16="http://schemas.microsoft.com/office/drawing/2014/main" id="{C430C106-4EB7-47B9-8F1D-0BFCFBEAECE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6858000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D1CD45B2-C7E2-4C43-84ED-BFB6DC4E84E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18319" y="3431381"/>
            <a:ext cx="3571200" cy="2769394"/>
          </a:xfrm>
          <a:solidFill>
            <a:schemeClr val="bg1"/>
          </a:solidFill>
        </p:spPr>
        <p:txBody>
          <a:bodyPr wrap="square" lIns="180000" tIns="180000" rIns="360000" bIns="180000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DFE029E8-09EC-45DC-B2BB-25B2B1C145AC}"/>
              </a:ext>
            </a:extLst>
          </p:cNvPr>
          <p:cNvGrpSpPr/>
          <p:nvPr userDrawn="1"/>
        </p:nvGrpSpPr>
        <p:grpSpPr>
          <a:xfrm>
            <a:off x="-390525" y="160153"/>
            <a:ext cx="333375" cy="136812"/>
            <a:chOff x="-133350" y="2711163"/>
            <a:chExt cx="333375" cy="136812"/>
          </a:xfrm>
        </p:grpSpPr>
        <p:cxnSp>
          <p:nvCxnSpPr>
            <p:cNvPr id="5" name="Gerader Verbinder 4">
              <a:extLst>
                <a:ext uri="{FF2B5EF4-FFF2-40B4-BE49-F238E27FC236}">
                  <a16:creationId xmlns:a16="http://schemas.microsoft.com/office/drawing/2014/main" id="{D3613C15-D9EF-4DBF-8B74-3D509941276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Textfeld 5">
              <a:extLst>
                <a:ext uri="{FF2B5EF4-FFF2-40B4-BE49-F238E27FC236}">
                  <a16:creationId xmlns:a16="http://schemas.microsoft.com/office/drawing/2014/main" id="{8E0568E8-B36B-404B-9E38-F367F7DFCF81}"/>
                </a:ext>
              </a:extLst>
            </p:cNvPr>
            <p:cNvSpPr txBox="1"/>
            <p:nvPr userDrawn="1"/>
          </p:nvSpPr>
          <p:spPr>
            <a:xfrm>
              <a:off x="-96506" y="2711163"/>
              <a:ext cx="259686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08,70</a:t>
              </a:r>
            </a:p>
          </p:txBody>
        </p:sp>
      </p:grp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54EB1BCB-8EFE-43BA-AE53-9984B9F11B54}"/>
              </a:ext>
            </a:extLst>
          </p:cNvPr>
          <p:cNvGrpSpPr/>
          <p:nvPr userDrawn="1"/>
        </p:nvGrpSpPr>
        <p:grpSpPr>
          <a:xfrm>
            <a:off x="-390525" y="1131703"/>
            <a:ext cx="333375" cy="136812"/>
            <a:chOff x="-133350" y="2711163"/>
            <a:chExt cx="333375" cy="136812"/>
          </a:xfrm>
        </p:grpSpPr>
        <p:cxnSp>
          <p:nvCxnSpPr>
            <p:cNvPr id="10" name="Gerader Verbinder 9">
              <a:extLst>
                <a:ext uri="{FF2B5EF4-FFF2-40B4-BE49-F238E27FC236}">
                  <a16:creationId xmlns:a16="http://schemas.microsoft.com/office/drawing/2014/main" id="{B189016C-ED2A-474D-A417-5E0F497B514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feld 10">
              <a:extLst>
                <a:ext uri="{FF2B5EF4-FFF2-40B4-BE49-F238E27FC236}">
                  <a16:creationId xmlns:a16="http://schemas.microsoft.com/office/drawing/2014/main" id="{9856DE16-FDEC-4063-8C73-CBF95C803B59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06,00</a:t>
              </a:r>
            </a:p>
          </p:txBody>
        </p:sp>
      </p:grpSp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E3759D02-378A-4C73-8CA4-E4FB217B94E6}"/>
              </a:ext>
            </a:extLst>
          </p:cNvPr>
          <p:cNvGrpSpPr/>
          <p:nvPr userDrawn="1"/>
        </p:nvGrpSpPr>
        <p:grpSpPr>
          <a:xfrm>
            <a:off x="-390525" y="1491963"/>
            <a:ext cx="333375" cy="136812"/>
            <a:chOff x="-133350" y="2711163"/>
            <a:chExt cx="333375" cy="136812"/>
          </a:xfrm>
        </p:grpSpPr>
        <p:cxnSp>
          <p:nvCxnSpPr>
            <p:cNvPr id="13" name="Gerader Verbinder 12">
              <a:extLst>
                <a:ext uri="{FF2B5EF4-FFF2-40B4-BE49-F238E27FC236}">
                  <a16:creationId xmlns:a16="http://schemas.microsoft.com/office/drawing/2014/main" id="{612F9041-226E-4E23-B398-1F7D9044B545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feld 13">
              <a:extLst>
                <a:ext uri="{FF2B5EF4-FFF2-40B4-BE49-F238E27FC236}">
                  <a16:creationId xmlns:a16="http://schemas.microsoft.com/office/drawing/2014/main" id="{618D5641-3E9B-4072-8388-BB46336975A8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05,00</a:t>
              </a:r>
            </a:p>
          </p:txBody>
        </p:sp>
      </p:grpSp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870072D5-E220-4946-9EE1-80DFB58C3A38}"/>
              </a:ext>
            </a:extLst>
          </p:cNvPr>
          <p:cNvGrpSpPr/>
          <p:nvPr userDrawn="1"/>
        </p:nvGrpSpPr>
        <p:grpSpPr>
          <a:xfrm>
            <a:off x="-390525" y="3292188"/>
            <a:ext cx="333375" cy="136812"/>
            <a:chOff x="-133350" y="2711163"/>
            <a:chExt cx="333375" cy="136812"/>
          </a:xfrm>
        </p:grpSpPr>
        <p:cxnSp>
          <p:nvCxnSpPr>
            <p:cNvPr id="16" name="Gerader Verbinder 15">
              <a:extLst>
                <a:ext uri="{FF2B5EF4-FFF2-40B4-BE49-F238E27FC236}">
                  <a16:creationId xmlns:a16="http://schemas.microsoft.com/office/drawing/2014/main" id="{0A43D9D6-7790-4E94-8493-67757E33734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feld 16">
              <a:extLst>
                <a:ext uri="{FF2B5EF4-FFF2-40B4-BE49-F238E27FC236}">
                  <a16:creationId xmlns:a16="http://schemas.microsoft.com/office/drawing/2014/main" id="{8E7E0758-62D1-453D-B55E-FDC4CCE3C6E4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00,00</a:t>
              </a:r>
            </a:p>
          </p:txBody>
        </p:sp>
      </p:grpSp>
      <p:grpSp>
        <p:nvGrpSpPr>
          <p:cNvPr id="18" name="Gruppieren 17">
            <a:extLst>
              <a:ext uri="{FF2B5EF4-FFF2-40B4-BE49-F238E27FC236}">
                <a16:creationId xmlns:a16="http://schemas.microsoft.com/office/drawing/2014/main" id="{84310EC5-28E5-4146-A748-79C1FCA769F0}"/>
              </a:ext>
            </a:extLst>
          </p:cNvPr>
          <p:cNvGrpSpPr/>
          <p:nvPr userDrawn="1"/>
        </p:nvGrpSpPr>
        <p:grpSpPr>
          <a:xfrm>
            <a:off x="-390525" y="6063963"/>
            <a:ext cx="333375" cy="136812"/>
            <a:chOff x="-133350" y="2711163"/>
            <a:chExt cx="333375" cy="136812"/>
          </a:xfrm>
        </p:grpSpPr>
        <p:cxnSp>
          <p:nvCxnSpPr>
            <p:cNvPr id="19" name="Gerader Verbinder 18">
              <a:extLst>
                <a:ext uri="{FF2B5EF4-FFF2-40B4-BE49-F238E27FC236}">
                  <a16:creationId xmlns:a16="http://schemas.microsoft.com/office/drawing/2014/main" id="{2D5BC590-E7B8-48F8-AAC5-6799BCBDEB4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feld 19">
              <a:extLst>
                <a:ext uri="{FF2B5EF4-FFF2-40B4-BE49-F238E27FC236}">
                  <a16:creationId xmlns:a16="http://schemas.microsoft.com/office/drawing/2014/main" id="{DF5B0BA6-3F36-41A3-8125-15AA496849C8}"/>
                </a:ext>
              </a:extLst>
            </p:cNvPr>
            <p:cNvSpPr txBox="1"/>
            <p:nvPr userDrawn="1"/>
          </p:nvSpPr>
          <p:spPr>
            <a:xfrm>
              <a:off x="-96504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07,70</a:t>
              </a:r>
            </a:p>
          </p:txBody>
        </p:sp>
      </p:grpSp>
      <p:grpSp>
        <p:nvGrpSpPr>
          <p:cNvPr id="21" name="Gruppieren 20">
            <a:extLst>
              <a:ext uri="{FF2B5EF4-FFF2-40B4-BE49-F238E27FC236}">
                <a16:creationId xmlns:a16="http://schemas.microsoft.com/office/drawing/2014/main" id="{07018BC3-E9D3-4DC9-9093-D415FD96426D}"/>
              </a:ext>
            </a:extLst>
          </p:cNvPr>
          <p:cNvGrpSpPr/>
          <p:nvPr userDrawn="1"/>
        </p:nvGrpSpPr>
        <p:grpSpPr>
          <a:xfrm>
            <a:off x="-390525" y="6495763"/>
            <a:ext cx="333375" cy="136812"/>
            <a:chOff x="-133350" y="2711163"/>
            <a:chExt cx="333375" cy="136812"/>
          </a:xfrm>
        </p:grpSpPr>
        <p:cxnSp>
          <p:nvCxnSpPr>
            <p:cNvPr id="22" name="Gerader Verbinder 21">
              <a:extLst>
                <a:ext uri="{FF2B5EF4-FFF2-40B4-BE49-F238E27FC236}">
                  <a16:creationId xmlns:a16="http://schemas.microsoft.com/office/drawing/2014/main" id="{38F1A063-9C9E-48DF-9813-A4EA4497C2D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feld 22">
              <a:extLst>
                <a:ext uri="{FF2B5EF4-FFF2-40B4-BE49-F238E27FC236}">
                  <a16:creationId xmlns:a16="http://schemas.microsoft.com/office/drawing/2014/main" id="{F79F31FE-DC89-4DED-A231-3D8DCBF48D98}"/>
                </a:ext>
              </a:extLst>
            </p:cNvPr>
            <p:cNvSpPr txBox="1"/>
            <p:nvPr userDrawn="1"/>
          </p:nvSpPr>
          <p:spPr>
            <a:xfrm>
              <a:off x="-96503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08,90</a:t>
              </a:r>
            </a:p>
          </p:txBody>
        </p:sp>
      </p:grpSp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F7DF8EA8-3E45-431B-90A0-140583E1D079}"/>
              </a:ext>
            </a:extLst>
          </p:cNvPr>
          <p:cNvGrpSpPr/>
          <p:nvPr userDrawn="1"/>
        </p:nvGrpSpPr>
        <p:grpSpPr>
          <a:xfrm rot="16200000">
            <a:off x="281643" y="-299136"/>
            <a:ext cx="333375" cy="136808"/>
            <a:chOff x="-133350" y="2711167"/>
            <a:chExt cx="333375" cy="136808"/>
          </a:xfrm>
        </p:grpSpPr>
        <p:cxnSp>
          <p:nvCxnSpPr>
            <p:cNvPr id="25" name="Gerader Verbinder 24">
              <a:extLst>
                <a:ext uri="{FF2B5EF4-FFF2-40B4-BE49-F238E27FC236}">
                  <a16:creationId xmlns:a16="http://schemas.microsoft.com/office/drawing/2014/main" id="{B300055A-A6D6-4CE1-986A-0930765E029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feld 25">
              <a:extLst>
                <a:ext uri="{FF2B5EF4-FFF2-40B4-BE49-F238E27FC236}">
                  <a16:creationId xmlns:a16="http://schemas.microsoft.com/office/drawing/2014/main" id="{0B2C23E7-0482-498A-B984-44C6CF40F3B6}"/>
                </a:ext>
              </a:extLst>
            </p:cNvPr>
            <p:cNvSpPr txBox="1"/>
            <p:nvPr userDrawn="1"/>
          </p:nvSpPr>
          <p:spPr>
            <a:xfrm>
              <a:off x="-96507" y="2711167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27" name="Gruppieren 26">
            <a:extLst>
              <a:ext uri="{FF2B5EF4-FFF2-40B4-BE49-F238E27FC236}">
                <a16:creationId xmlns:a16="http://schemas.microsoft.com/office/drawing/2014/main" id="{AC7A65B2-F352-4DA5-9A36-9105D478D2C2}"/>
              </a:ext>
            </a:extLst>
          </p:cNvPr>
          <p:cNvGrpSpPr/>
          <p:nvPr userDrawn="1"/>
        </p:nvGrpSpPr>
        <p:grpSpPr>
          <a:xfrm rot="16200000">
            <a:off x="5752963" y="-299136"/>
            <a:ext cx="333375" cy="136804"/>
            <a:chOff x="-133350" y="2711171"/>
            <a:chExt cx="333375" cy="136804"/>
          </a:xfrm>
        </p:grpSpPr>
        <p:cxnSp>
          <p:nvCxnSpPr>
            <p:cNvPr id="28" name="Gerader Verbinder 27">
              <a:extLst>
                <a:ext uri="{FF2B5EF4-FFF2-40B4-BE49-F238E27FC236}">
                  <a16:creationId xmlns:a16="http://schemas.microsoft.com/office/drawing/2014/main" id="{4D9AE9BE-891D-491B-98F9-78F552DDC82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feld 28">
              <a:extLst>
                <a:ext uri="{FF2B5EF4-FFF2-40B4-BE49-F238E27FC236}">
                  <a16:creationId xmlns:a16="http://schemas.microsoft.com/office/drawing/2014/main" id="{E259A48F-52D3-481E-86F8-360FED16B872}"/>
                </a:ext>
              </a:extLst>
            </p:cNvPr>
            <p:cNvSpPr txBox="1"/>
            <p:nvPr userDrawn="1"/>
          </p:nvSpPr>
          <p:spPr>
            <a:xfrm>
              <a:off x="-96504" y="271117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grpSp>
        <p:nvGrpSpPr>
          <p:cNvPr id="30" name="Gruppieren 29">
            <a:extLst>
              <a:ext uri="{FF2B5EF4-FFF2-40B4-BE49-F238E27FC236}">
                <a16:creationId xmlns:a16="http://schemas.microsoft.com/office/drawing/2014/main" id="{7ADB04CE-94F5-430A-9FF1-01DE211731F2}"/>
              </a:ext>
            </a:extLst>
          </p:cNvPr>
          <p:cNvGrpSpPr/>
          <p:nvPr userDrawn="1"/>
        </p:nvGrpSpPr>
        <p:grpSpPr>
          <a:xfrm>
            <a:off x="6203950" y="-397424"/>
            <a:ext cx="124906" cy="333375"/>
            <a:chOff x="6416680" y="-397424"/>
            <a:chExt cx="124906" cy="333375"/>
          </a:xfrm>
        </p:grpSpPr>
        <p:cxnSp>
          <p:nvCxnSpPr>
            <p:cNvPr id="31" name="Gerader Verbinder 30">
              <a:extLst>
                <a:ext uri="{FF2B5EF4-FFF2-40B4-BE49-F238E27FC236}">
                  <a16:creationId xmlns:a16="http://schemas.microsoft.com/office/drawing/2014/main" id="{50411913-7BEC-4F33-BDE8-154F93D079C8}"/>
                </a:ext>
              </a:extLst>
            </p:cNvPr>
            <p:cNvCxnSpPr>
              <a:cxnSpLocks/>
            </p:cNvCxnSpPr>
            <p:nvPr userDrawn="1"/>
          </p:nvCxnSpPr>
          <p:spPr>
            <a:xfrm rot="16200000">
              <a:off x="6249993" y="-230736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feld 31">
              <a:extLst>
                <a:ext uri="{FF2B5EF4-FFF2-40B4-BE49-F238E27FC236}">
                  <a16:creationId xmlns:a16="http://schemas.microsoft.com/office/drawing/2014/main" id="{A40BADBF-D4AC-4B48-AE66-D79BD3055404}"/>
                </a:ext>
              </a:extLst>
            </p:cNvPr>
            <p:cNvSpPr txBox="1"/>
            <p:nvPr userDrawn="1"/>
          </p:nvSpPr>
          <p:spPr>
            <a:xfrm rot="16200000">
              <a:off x="6349289" y="-29319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cxnSp>
        <p:nvCxnSpPr>
          <p:cNvPr id="33" name="Gerader Verbinder 32">
            <a:extLst>
              <a:ext uri="{FF2B5EF4-FFF2-40B4-BE49-F238E27FC236}">
                <a16:creationId xmlns:a16="http://schemas.microsoft.com/office/drawing/2014/main" id="{CB5DA2A5-4F29-4DF6-A342-0A7B4878AAB5}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5929313" y="-230736"/>
            <a:ext cx="333375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4" name="Gruppieren 33">
            <a:extLst>
              <a:ext uri="{FF2B5EF4-FFF2-40B4-BE49-F238E27FC236}">
                <a16:creationId xmlns:a16="http://schemas.microsoft.com/office/drawing/2014/main" id="{E820BD84-9211-4C19-A40B-4121AD892514}"/>
              </a:ext>
            </a:extLst>
          </p:cNvPr>
          <p:cNvGrpSpPr/>
          <p:nvPr userDrawn="1"/>
        </p:nvGrpSpPr>
        <p:grpSpPr>
          <a:xfrm rot="16200000">
            <a:off x="11447325" y="-299139"/>
            <a:ext cx="333375" cy="136800"/>
            <a:chOff x="-133350" y="2711175"/>
            <a:chExt cx="333375" cy="136800"/>
          </a:xfrm>
        </p:grpSpPr>
        <p:cxnSp>
          <p:nvCxnSpPr>
            <p:cNvPr id="35" name="Gerader Verbinder 34">
              <a:extLst>
                <a:ext uri="{FF2B5EF4-FFF2-40B4-BE49-F238E27FC236}">
                  <a16:creationId xmlns:a16="http://schemas.microsoft.com/office/drawing/2014/main" id="{21C7D9CA-751B-4809-9338-47DDC5D1A72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Textfeld 35">
              <a:extLst>
                <a:ext uri="{FF2B5EF4-FFF2-40B4-BE49-F238E27FC236}">
                  <a16:creationId xmlns:a16="http://schemas.microsoft.com/office/drawing/2014/main" id="{D1C22B97-CFD8-4E78-BF7E-02A71F190F83}"/>
                </a:ext>
              </a:extLst>
            </p:cNvPr>
            <p:cNvSpPr txBox="1"/>
            <p:nvPr userDrawn="1"/>
          </p:nvSpPr>
          <p:spPr>
            <a:xfrm>
              <a:off x="-96501" y="2711175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708923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folie | 1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D4C7B6-65DB-4651-9D6D-787BD251B230}" type="datetime4">
              <a:rPr lang="de-DE" smtClean="0"/>
              <a:t>6. August 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Technische Fakultät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‹#›</a:t>
            </a:fld>
            <a:endParaRPr lang="de-DE"/>
          </a:p>
        </p:txBody>
      </p:sp>
      <p:sp>
        <p:nvSpPr>
          <p:cNvPr id="13" name="Titel 12">
            <a:extLst>
              <a:ext uri="{FF2B5EF4-FFF2-40B4-BE49-F238E27FC236}">
                <a16:creationId xmlns:a16="http://schemas.microsoft.com/office/drawing/2014/main" id="{6A4CB3A7-ACED-41D0-8E35-318CD3693E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41E42"/>
                </a:solidFill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10" name="Bildplatzhalter 8">
            <a:extLst>
              <a:ext uri="{FF2B5EF4-FFF2-40B4-BE49-F238E27FC236}">
                <a16:creationId xmlns:a16="http://schemas.microsoft.com/office/drawing/2014/main" id="{EBFE18BD-74E5-4328-B98A-9C6FC4FCA59F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518317" y="1631156"/>
            <a:ext cx="11157746" cy="3951164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12" name="Textplatzhalter 10">
            <a:extLst>
              <a:ext uri="{FF2B5EF4-FFF2-40B4-BE49-F238E27FC236}">
                <a16:creationId xmlns:a16="http://schemas.microsoft.com/office/drawing/2014/main" id="{A51E223D-AC82-4D54-A383-0E2DF84E2EFB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518317" y="5690271"/>
            <a:ext cx="11157746" cy="511084"/>
          </a:xfrm>
        </p:spPr>
        <p:txBody>
          <a:bodyPr wrap="square">
            <a:noAutofit/>
          </a:bodyPr>
          <a:lstStyle>
            <a:lvl1pPr>
              <a:lnSpc>
                <a:spcPct val="110000"/>
              </a:lnSpc>
              <a:spcAft>
                <a:spcPts val="0"/>
              </a:spcAft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1" name="Textplatzhalter 9">
            <a:extLst>
              <a:ext uri="{FF2B5EF4-FFF2-40B4-BE49-F238E27FC236}">
                <a16:creationId xmlns:a16="http://schemas.microsoft.com/office/drawing/2014/main" id="{122FFE2B-554A-4423-8513-4D2A70D2DB10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rgbClr val="041E42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4" name="Bildplatzhalter 6">
            <a:extLst>
              <a:ext uri="{FF2B5EF4-FFF2-40B4-BE49-F238E27FC236}">
                <a16:creationId xmlns:a16="http://schemas.microsoft.com/office/drawing/2014/main" id="{86D31599-AF4C-4469-80F6-AA369A20BF0B}"/>
              </a:ext>
            </a:extLst>
          </p:cNvPr>
          <p:cNvSpPr>
            <a:spLocks noGrp="1"/>
          </p:cNvSpPr>
          <p:nvPr>
            <p:ph type="pic" sz="quarter" idx="39" hasCustomPrompt="1"/>
          </p:nvPr>
        </p:nvSpPr>
        <p:spPr>
          <a:xfrm>
            <a:off x="790014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pic>
        <p:nvPicPr>
          <p:cNvPr id="15" name="Grafik 14"/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41829" y="301184"/>
            <a:ext cx="1102192" cy="3864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962860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folie | 2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6074B9-4BBE-42DB-8ECC-1B8A75D6203E}" type="datetime4">
              <a:rPr lang="de-DE" smtClean="0"/>
              <a:t>6. August 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Technische Fakultät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82099" y="6634666"/>
            <a:ext cx="193964" cy="123111"/>
          </a:xfrm>
        </p:spPr>
        <p:txBody>
          <a:bodyPr/>
          <a:lstStyle/>
          <a:p>
            <a:fld id="{D949F9DF-37BD-4CD6-BF49-65BA579E1D7A}" type="slidenum">
              <a:rPr lang="de-DE" smtClean="0"/>
              <a:pPr/>
              <a:t>‹#›</a:t>
            </a:fld>
            <a:endParaRPr lang="de-DE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C8C7F934-D7F3-42CA-88CC-3AEB50FF16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41E42"/>
                </a:solidFill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14" name="Bildplatzhalter 8">
            <a:extLst>
              <a:ext uri="{FF2B5EF4-FFF2-40B4-BE49-F238E27FC236}">
                <a16:creationId xmlns:a16="http://schemas.microsoft.com/office/drawing/2014/main" id="{B4B72DA6-61BE-42F9-8894-08B159BC7C7D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518317" y="1631156"/>
            <a:ext cx="5469732" cy="3951164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15" name="Textplatzhalter 10">
            <a:extLst>
              <a:ext uri="{FF2B5EF4-FFF2-40B4-BE49-F238E27FC236}">
                <a16:creationId xmlns:a16="http://schemas.microsoft.com/office/drawing/2014/main" id="{0E2D86CD-8C0A-461A-82DE-DEB73A6F9ACE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518317" y="5690271"/>
            <a:ext cx="5469732" cy="511084"/>
          </a:xfrm>
        </p:spPr>
        <p:txBody>
          <a:bodyPr wrap="square">
            <a:noAutofit/>
          </a:bodyPr>
          <a:lstStyle>
            <a:lvl1pPr>
              <a:lnSpc>
                <a:spcPct val="110000"/>
              </a:lnSpc>
              <a:spcAft>
                <a:spcPts val="0"/>
              </a:spcAft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6" name="Bildplatzhalter 8">
            <a:extLst>
              <a:ext uri="{FF2B5EF4-FFF2-40B4-BE49-F238E27FC236}">
                <a16:creationId xmlns:a16="http://schemas.microsoft.com/office/drawing/2014/main" id="{B4E7C39B-83E8-467B-AD57-55CA08888B5C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6206331" y="1631156"/>
            <a:ext cx="5469732" cy="3951164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17" name="Textplatzhalter 10">
            <a:extLst>
              <a:ext uri="{FF2B5EF4-FFF2-40B4-BE49-F238E27FC236}">
                <a16:creationId xmlns:a16="http://schemas.microsoft.com/office/drawing/2014/main" id="{CE124A50-74B4-4E32-AA56-DCD775B13003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6206331" y="5690271"/>
            <a:ext cx="5469732" cy="511084"/>
          </a:xfrm>
        </p:spPr>
        <p:txBody>
          <a:bodyPr wrap="square">
            <a:noAutofit/>
          </a:bodyPr>
          <a:lstStyle>
            <a:lvl1pPr>
              <a:lnSpc>
                <a:spcPct val="110000"/>
              </a:lnSpc>
              <a:spcAft>
                <a:spcPts val="0"/>
              </a:spcAft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2" name="Textplatzhalter 9">
            <a:extLst>
              <a:ext uri="{FF2B5EF4-FFF2-40B4-BE49-F238E27FC236}">
                <a16:creationId xmlns:a16="http://schemas.microsoft.com/office/drawing/2014/main" id="{5F1A965F-F63A-4B03-A142-6DC4620DA5F8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rgbClr val="041E42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3" name="Bildplatzhalter 6">
            <a:extLst>
              <a:ext uri="{FF2B5EF4-FFF2-40B4-BE49-F238E27FC236}">
                <a16:creationId xmlns:a16="http://schemas.microsoft.com/office/drawing/2014/main" id="{86D31599-AF4C-4469-80F6-AA369A20BF0B}"/>
              </a:ext>
            </a:extLst>
          </p:cNvPr>
          <p:cNvSpPr>
            <a:spLocks noGrp="1"/>
          </p:cNvSpPr>
          <p:nvPr>
            <p:ph type="pic" sz="quarter" idx="39" hasCustomPrompt="1"/>
          </p:nvPr>
        </p:nvSpPr>
        <p:spPr>
          <a:xfrm>
            <a:off x="790014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pic>
        <p:nvPicPr>
          <p:cNvPr id="18" name="Grafik 17"/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41829" y="301184"/>
            <a:ext cx="1102192" cy="3864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448020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folie | 3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CBA888-8294-4426-A426-0D17B6B1880D}" type="datetime4">
              <a:rPr lang="de-DE" smtClean="0"/>
              <a:t>6. August 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Technische Fakultät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82099" y="6634666"/>
            <a:ext cx="193964" cy="123111"/>
          </a:xfrm>
        </p:spPr>
        <p:txBody>
          <a:bodyPr/>
          <a:lstStyle/>
          <a:p>
            <a:fld id="{D949F9DF-37BD-4CD6-BF49-65BA579E1D7A}" type="slidenum">
              <a:rPr lang="de-DE" smtClean="0"/>
              <a:pPr/>
              <a:t>‹#›</a:t>
            </a:fld>
            <a:endParaRPr lang="de-DE"/>
          </a:p>
        </p:txBody>
      </p:sp>
      <p:sp>
        <p:nvSpPr>
          <p:cNvPr id="18" name="Titel 17">
            <a:extLst>
              <a:ext uri="{FF2B5EF4-FFF2-40B4-BE49-F238E27FC236}">
                <a16:creationId xmlns:a16="http://schemas.microsoft.com/office/drawing/2014/main" id="{9995CF9C-9826-4946-A085-FF49199BE4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41E42"/>
                </a:solidFill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21" name="Bildplatzhalter 8">
            <a:extLst>
              <a:ext uri="{FF2B5EF4-FFF2-40B4-BE49-F238E27FC236}">
                <a16:creationId xmlns:a16="http://schemas.microsoft.com/office/drawing/2014/main" id="{E2430412-20B6-4F53-A77B-A26A49135E49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518317" y="1631156"/>
            <a:ext cx="3569758" cy="3951164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22" name="Textplatzhalter 10">
            <a:extLst>
              <a:ext uri="{FF2B5EF4-FFF2-40B4-BE49-F238E27FC236}">
                <a16:creationId xmlns:a16="http://schemas.microsoft.com/office/drawing/2014/main" id="{48CA2DF0-5B92-4CE6-AF1A-CC648431BB9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518317" y="5690271"/>
            <a:ext cx="3569758" cy="511084"/>
          </a:xfrm>
        </p:spPr>
        <p:txBody>
          <a:bodyPr wrap="square">
            <a:noAutofit/>
          </a:bodyPr>
          <a:lstStyle>
            <a:lvl1pPr>
              <a:lnSpc>
                <a:spcPct val="110000"/>
              </a:lnSpc>
              <a:spcAft>
                <a:spcPts val="0"/>
              </a:spcAft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23" name="Bildplatzhalter 8">
            <a:extLst>
              <a:ext uri="{FF2B5EF4-FFF2-40B4-BE49-F238E27FC236}">
                <a16:creationId xmlns:a16="http://schemas.microsoft.com/office/drawing/2014/main" id="{002E2471-F223-4896-A895-CE0AF20E11DB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8106305" y="1631156"/>
            <a:ext cx="3569758" cy="3951164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24" name="Textplatzhalter 10">
            <a:extLst>
              <a:ext uri="{FF2B5EF4-FFF2-40B4-BE49-F238E27FC236}">
                <a16:creationId xmlns:a16="http://schemas.microsoft.com/office/drawing/2014/main" id="{470E7482-A37A-44BE-ADE5-A0B3B10E8FCA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8106305" y="5690271"/>
            <a:ext cx="3569758" cy="511084"/>
          </a:xfrm>
        </p:spPr>
        <p:txBody>
          <a:bodyPr wrap="square">
            <a:noAutofit/>
          </a:bodyPr>
          <a:lstStyle>
            <a:lvl1pPr>
              <a:lnSpc>
                <a:spcPct val="110000"/>
              </a:lnSpc>
              <a:spcAft>
                <a:spcPts val="0"/>
              </a:spcAft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25" name="Bildplatzhalter 8">
            <a:extLst>
              <a:ext uri="{FF2B5EF4-FFF2-40B4-BE49-F238E27FC236}">
                <a16:creationId xmlns:a16="http://schemas.microsoft.com/office/drawing/2014/main" id="{3FD09289-F115-4464-A726-812A11720CAD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>
          <a:xfrm>
            <a:off x="4312311" y="1631156"/>
            <a:ext cx="3569758" cy="3951164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26" name="Textplatzhalter 10">
            <a:extLst>
              <a:ext uri="{FF2B5EF4-FFF2-40B4-BE49-F238E27FC236}">
                <a16:creationId xmlns:a16="http://schemas.microsoft.com/office/drawing/2014/main" id="{F3F11CE6-C8CF-4ABE-B3B8-C00D74678A95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4312311" y="5690271"/>
            <a:ext cx="3569758" cy="511084"/>
          </a:xfrm>
        </p:spPr>
        <p:txBody>
          <a:bodyPr wrap="square">
            <a:noAutofit/>
          </a:bodyPr>
          <a:lstStyle>
            <a:lvl1pPr>
              <a:lnSpc>
                <a:spcPct val="110000"/>
              </a:lnSpc>
              <a:spcAft>
                <a:spcPts val="0"/>
              </a:spcAft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4" name="Textplatzhalter 9">
            <a:extLst>
              <a:ext uri="{FF2B5EF4-FFF2-40B4-BE49-F238E27FC236}">
                <a16:creationId xmlns:a16="http://schemas.microsoft.com/office/drawing/2014/main" id="{B180B26F-6FF8-4738-A10C-E14470F0B8C6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rgbClr val="041E42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5" name="Bildplatzhalter 6">
            <a:extLst>
              <a:ext uri="{FF2B5EF4-FFF2-40B4-BE49-F238E27FC236}">
                <a16:creationId xmlns:a16="http://schemas.microsoft.com/office/drawing/2014/main" id="{86D31599-AF4C-4469-80F6-AA369A20BF0B}"/>
              </a:ext>
            </a:extLst>
          </p:cNvPr>
          <p:cNvSpPr>
            <a:spLocks noGrp="1"/>
          </p:cNvSpPr>
          <p:nvPr>
            <p:ph type="pic" sz="quarter" idx="39" hasCustomPrompt="1"/>
          </p:nvPr>
        </p:nvSpPr>
        <p:spPr>
          <a:xfrm>
            <a:off x="790014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pic>
        <p:nvPicPr>
          <p:cNvPr id="16" name="Grafik 15"/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41829" y="301184"/>
            <a:ext cx="1102192" cy="3864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634242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s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F894D4-C9B8-4F96-8FF6-79E826889C55}" type="datetime4">
              <a:rPr lang="de-DE" smtClean="0"/>
              <a:t>6. August 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Technische Fakultät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‹#›</a:t>
            </a:fld>
            <a:endParaRPr lang="de-DE"/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6A3EEDC1-9ABB-471E-855E-52CC8C208FB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18317" y="1631156"/>
            <a:ext cx="11155366" cy="4569619"/>
          </a:xfrm>
        </p:spPr>
        <p:txBody>
          <a:bodyPr/>
          <a:lstStyle/>
          <a:p>
            <a:pPr lvl="0"/>
            <a:r>
              <a:rPr lang="de-DE" dirty="0"/>
              <a:t> </a:t>
            </a:r>
          </a:p>
        </p:txBody>
      </p:sp>
      <p:sp>
        <p:nvSpPr>
          <p:cNvPr id="9" name="Titel 8">
            <a:extLst>
              <a:ext uri="{FF2B5EF4-FFF2-40B4-BE49-F238E27FC236}">
                <a16:creationId xmlns:a16="http://schemas.microsoft.com/office/drawing/2014/main" id="{BBD0D2AE-225B-47F4-A359-0020AE80AD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41E42"/>
                </a:solidFill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11" name="Textplatzhalter 9">
            <a:extLst>
              <a:ext uri="{FF2B5EF4-FFF2-40B4-BE49-F238E27FC236}">
                <a16:creationId xmlns:a16="http://schemas.microsoft.com/office/drawing/2014/main" id="{64AF0876-C672-488E-ADCD-17BBFC336382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rgbClr val="041E42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2" name="Bildplatzhalter 6">
            <a:extLst>
              <a:ext uri="{FF2B5EF4-FFF2-40B4-BE49-F238E27FC236}">
                <a16:creationId xmlns:a16="http://schemas.microsoft.com/office/drawing/2014/main" id="{86D31599-AF4C-4469-80F6-AA369A20BF0B}"/>
              </a:ext>
            </a:extLst>
          </p:cNvPr>
          <p:cNvSpPr>
            <a:spLocks noGrp="1"/>
          </p:cNvSpPr>
          <p:nvPr>
            <p:ph type="pic" sz="quarter" idx="39" hasCustomPrompt="1"/>
          </p:nvPr>
        </p:nvSpPr>
        <p:spPr>
          <a:xfrm>
            <a:off x="790014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pic>
        <p:nvPicPr>
          <p:cNvPr id="13" name="Grafik 12"/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41829" y="301184"/>
            <a:ext cx="1102192" cy="3864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929152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sfolie | zwei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DA0F4A-AEAE-4C58-AA76-7EADB0FF7089}" type="datetime4">
              <a:rPr lang="de-DE" smtClean="0"/>
              <a:t>6. August 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Technische Fakultät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82099" y="6634666"/>
            <a:ext cx="193964" cy="123111"/>
          </a:xfrm>
        </p:spPr>
        <p:txBody>
          <a:bodyPr/>
          <a:lstStyle/>
          <a:p>
            <a:fld id="{D949F9DF-37BD-4CD6-BF49-65BA579E1D7A}" type="slidenum">
              <a:rPr lang="de-DE" smtClean="0"/>
              <a:pPr/>
              <a:t>‹#›</a:t>
            </a:fld>
            <a:endParaRPr lang="de-DE"/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6A3EEDC1-9ABB-471E-855E-52CC8C208FB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18317" y="1631156"/>
            <a:ext cx="5469733" cy="4569619"/>
          </a:xfrm>
        </p:spPr>
        <p:txBody>
          <a:bodyPr/>
          <a:lstStyle/>
          <a:p>
            <a:pPr lvl="0"/>
            <a:r>
              <a:rPr lang="de-DE" dirty="0"/>
              <a:t> </a:t>
            </a:r>
          </a:p>
        </p:txBody>
      </p:sp>
      <p:sp>
        <p:nvSpPr>
          <p:cNvPr id="9" name="Titel 8">
            <a:extLst>
              <a:ext uri="{FF2B5EF4-FFF2-40B4-BE49-F238E27FC236}">
                <a16:creationId xmlns:a16="http://schemas.microsoft.com/office/drawing/2014/main" id="{BBD0D2AE-225B-47F4-A359-0020AE80AD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41E42"/>
                </a:solidFill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11" name="Inhaltsplatzhalter 7">
            <a:extLst>
              <a:ext uri="{FF2B5EF4-FFF2-40B4-BE49-F238E27FC236}">
                <a16:creationId xmlns:a16="http://schemas.microsoft.com/office/drawing/2014/main" id="{33608DEB-69EC-4E8F-A567-9E3EA36C3624}"/>
              </a:ext>
            </a:extLst>
          </p:cNvPr>
          <p:cNvSpPr>
            <a:spLocks noGrp="1"/>
          </p:cNvSpPr>
          <p:nvPr>
            <p:ph sz="quarter" idx="39" hasCustomPrompt="1"/>
          </p:nvPr>
        </p:nvSpPr>
        <p:spPr>
          <a:xfrm>
            <a:off x="6206330" y="1631156"/>
            <a:ext cx="5469733" cy="4569619"/>
          </a:xfrm>
        </p:spPr>
        <p:txBody>
          <a:bodyPr/>
          <a:lstStyle/>
          <a:p>
            <a:pPr lvl="0"/>
            <a:r>
              <a:rPr lang="de-DE" dirty="0"/>
              <a:t> </a:t>
            </a:r>
          </a:p>
        </p:txBody>
      </p:sp>
      <p:sp>
        <p:nvSpPr>
          <p:cNvPr id="12" name="Textplatzhalter 9">
            <a:extLst>
              <a:ext uri="{FF2B5EF4-FFF2-40B4-BE49-F238E27FC236}">
                <a16:creationId xmlns:a16="http://schemas.microsoft.com/office/drawing/2014/main" id="{777B5741-96D1-4193-A4A5-5EE22D85663F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rgbClr val="041E42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3" name="Bildplatzhalter 6">
            <a:extLst>
              <a:ext uri="{FF2B5EF4-FFF2-40B4-BE49-F238E27FC236}">
                <a16:creationId xmlns:a16="http://schemas.microsoft.com/office/drawing/2014/main" id="{86D31599-AF4C-4469-80F6-AA369A20BF0B}"/>
              </a:ext>
            </a:extLst>
          </p:cNvPr>
          <p:cNvSpPr>
            <a:spLocks noGrp="1"/>
          </p:cNvSpPr>
          <p:nvPr>
            <p:ph type="pic" sz="quarter" idx="40" hasCustomPrompt="1"/>
          </p:nvPr>
        </p:nvSpPr>
        <p:spPr>
          <a:xfrm>
            <a:off x="790014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pic>
        <p:nvPicPr>
          <p:cNvPr id="14" name="Grafik 13"/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41829" y="301184"/>
            <a:ext cx="1102192" cy="3864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553938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sfolie | mit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4667C9-4C75-43A9-95B7-0690D6F29CA5}" type="datetime4">
              <a:rPr lang="de-DE" smtClean="0"/>
              <a:t>6. August 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Technische Fakultät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‹#›</a:t>
            </a:fld>
            <a:endParaRPr lang="de-DE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75086500-15A5-49F2-8B64-748C19FDABC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104861" y="1631156"/>
            <a:ext cx="3571200" cy="4569620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384BE64F-DBB2-4BF3-ABE7-E92BB978D2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41E42"/>
                </a:solidFill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9" name="Inhaltsplatzhalter 7">
            <a:extLst>
              <a:ext uri="{FF2B5EF4-FFF2-40B4-BE49-F238E27FC236}">
                <a16:creationId xmlns:a16="http://schemas.microsoft.com/office/drawing/2014/main" id="{0D6633D6-CA56-460E-AA1C-9A4D6A62324A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18317" y="1631157"/>
            <a:ext cx="7363752" cy="4569620"/>
          </a:xfrm>
        </p:spPr>
        <p:txBody>
          <a:bodyPr/>
          <a:lstStyle/>
          <a:p>
            <a:pPr lvl="0"/>
            <a:r>
              <a:rPr lang="de-DE" dirty="0"/>
              <a:t> </a:t>
            </a:r>
          </a:p>
        </p:txBody>
      </p:sp>
      <p:sp>
        <p:nvSpPr>
          <p:cNvPr id="12" name="Textplatzhalter 9">
            <a:extLst>
              <a:ext uri="{FF2B5EF4-FFF2-40B4-BE49-F238E27FC236}">
                <a16:creationId xmlns:a16="http://schemas.microsoft.com/office/drawing/2014/main" id="{FBCC7105-5E2C-4745-BEC8-77E521534F9E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rgbClr val="041E42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0" name="Bildplatzhalter 6">
            <a:extLst>
              <a:ext uri="{FF2B5EF4-FFF2-40B4-BE49-F238E27FC236}">
                <a16:creationId xmlns:a16="http://schemas.microsoft.com/office/drawing/2014/main" id="{86D31599-AF4C-4469-80F6-AA369A20BF0B}"/>
              </a:ext>
            </a:extLst>
          </p:cNvPr>
          <p:cNvSpPr>
            <a:spLocks noGrp="1"/>
          </p:cNvSpPr>
          <p:nvPr>
            <p:ph type="pic" sz="quarter" idx="39" hasCustomPrompt="1"/>
          </p:nvPr>
        </p:nvSpPr>
        <p:spPr>
          <a:xfrm>
            <a:off x="790014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pic>
        <p:nvPicPr>
          <p:cNvPr id="13" name="Grafik 12"/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41829" y="301184"/>
            <a:ext cx="1102192" cy="3864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796225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Nur Titel | Grau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7E4048C-0B54-437F-B99C-D178004746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C462FD0-9E74-4D67-97DA-C8DBAA1AE5FF}" type="datetime4">
              <a:rPr lang="de-DE" smtClean="0"/>
              <a:t>6. August 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Technische Fakultät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D949F9DF-37BD-4CD6-BF49-65BA579E1D7A}" type="slidenum">
              <a:rPr lang="de-DE" smtClean="0"/>
              <a:pPr/>
              <a:t>‹#›</a:t>
            </a:fld>
            <a:endParaRPr lang="de-DE"/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87F00BE4-512D-4F35-B132-4E5C5CF1413D}"/>
              </a:ext>
            </a:extLst>
          </p:cNvPr>
          <p:cNvSpPr/>
          <p:nvPr userDrawn="1"/>
        </p:nvSpPr>
        <p:spPr>
          <a:xfrm>
            <a:off x="517200" y="6538526"/>
            <a:ext cx="11674800" cy="10800"/>
          </a:xfrm>
          <a:prstGeom prst="rect">
            <a:avLst/>
          </a:prstGeom>
          <a:solidFill>
            <a:srgbClr val="2F586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9" name="Rechteck 58">
            <a:extLst>
              <a:ext uri="{FF2B5EF4-FFF2-40B4-BE49-F238E27FC236}">
                <a16:creationId xmlns:a16="http://schemas.microsoft.com/office/drawing/2014/main" id="{F1925060-7FCF-4CBC-B0DA-0731E3E98579}"/>
              </a:ext>
            </a:extLst>
          </p:cNvPr>
          <p:cNvSpPr/>
          <p:nvPr userDrawn="1"/>
        </p:nvSpPr>
        <p:spPr>
          <a:xfrm>
            <a:off x="518400" y="1196733"/>
            <a:ext cx="11676062" cy="72000"/>
          </a:xfrm>
          <a:prstGeom prst="rect">
            <a:avLst/>
          </a:prstGeom>
          <a:solidFill>
            <a:srgbClr val="2F586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0" name="Textplatzhalter 9">
            <a:extLst>
              <a:ext uri="{FF2B5EF4-FFF2-40B4-BE49-F238E27FC236}">
                <a16:creationId xmlns:a16="http://schemas.microsoft.com/office/drawing/2014/main" id="{A9FF3927-CA7B-4361-998A-3A60E5D23F53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61" name="Freihandform: Form 60">
            <a:extLst>
              <a:ext uri="{FF2B5EF4-FFF2-40B4-BE49-F238E27FC236}">
                <a16:creationId xmlns:a16="http://schemas.microsoft.com/office/drawing/2014/main" id="{BC19384B-1D95-4C0D-B3F0-61407A015F56}"/>
              </a:ext>
            </a:extLst>
          </p:cNvPr>
          <p:cNvSpPr>
            <a:spLocks noChangeAspect="1"/>
          </p:cNvSpPr>
          <p:nvPr userDrawn="1"/>
        </p:nvSpPr>
        <p:spPr>
          <a:xfrm>
            <a:off x="10596063" y="299346"/>
            <a:ext cx="1080000" cy="412328"/>
          </a:xfrm>
          <a:custGeom>
            <a:avLst/>
            <a:gdLst>
              <a:gd name="connsiteX0" fmla="*/ 0 w 4797018"/>
              <a:gd name="connsiteY0" fmla="*/ 170736 h 1831428"/>
              <a:gd name="connsiteX1" fmla="*/ 92812 w 4797018"/>
              <a:gd name="connsiteY1" fmla="*/ 77924 h 1831428"/>
              <a:gd name="connsiteX2" fmla="*/ 92812 w 4797018"/>
              <a:gd name="connsiteY2" fmla="*/ 1763373 h 1831428"/>
              <a:gd name="connsiteX3" fmla="*/ 0 w 4797018"/>
              <a:gd name="connsiteY3" fmla="*/ 1763373 h 1831428"/>
              <a:gd name="connsiteX4" fmla="*/ 0 w 4797018"/>
              <a:gd name="connsiteY4" fmla="*/ 170736 h 1831428"/>
              <a:gd name="connsiteX5" fmla="*/ 278425 w 4797018"/>
              <a:gd name="connsiteY5" fmla="*/ 92812 h 1831428"/>
              <a:gd name="connsiteX6" fmla="*/ 1392136 w 4797018"/>
              <a:gd name="connsiteY6" fmla="*/ 92812 h 1831428"/>
              <a:gd name="connsiteX7" fmla="*/ 1392136 w 4797018"/>
              <a:gd name="connsiteY7" fmla="*/ 0 h 1831428"/>
              <a:gd name="connsiteX8" fmla="*/ 185614 w 4797018"/>
              <a:gd name="connsiteY8" fmla="*/ 0 h 1831428"/>
              <a:gd name="connsiteX9" fmla="*/ 185614 w 4797018"/>
              <a:gd name="connsiteY9" fmla="*/ 1113701 h 1831428"/>
              <a:gd name="connsiteX10" fmla="*/ 1210723 w 4797018"/>
              <a:gd name="connsiteY10" fmla="*/ 1113701 h 1831428"/>
              <a:gd name="connsiteX11" fmla="*/ 1210723 w 4797018"/>
              <a:gd name="connsiteY11" fmla="*/ 1020899 h 1831428"/>
              <a:gd name="connsiteX12" fmla="*/ 278425 w 4797018"/>
              <a:gd name="connsiteY12" fmla="*/ 1020899 h 1831428"/>
              <a:gd name="connsiteX13" fmla="*/ 278425 w 4797018"/>
              <a:gd name="connsiteY13" fmla="*/ 92812 h 1831428"/>
              <a:gd name="connsiteX14" fmla="*/ 1350464 w 4797018"/>
              <a:gd name="connsiteY14" fmla="*/ 835285 h 1831428"/>
              <a:gd name="connsiteX15" fmla="*/ 464048 w 4797018"/>
              <a:gd name="connsiteY15" fmla="*/ 835285 h 1831428"/>
              <a:gd name="connsiteX16" fmla="*/ 464048 w 4797018"/>
              <a:gd name="connsiteY16" fmla="*/ 464048 h 1831428"/>
              <a:gd name="connsiteX17" fmla="*/ 1222124 w 4797018"/>
              <a:gd name="connsiteY17" fmla="*/ 464048 h 1831428"/>
              <a:gd name="connsiteX18" fmla="*/ 1314926 w 4797018"/>
              <a:gd name="connsiteY18" fmla="*/ 371237 h 1831428"/>
              <a:gd name="connsiteX19" fmla="*/ 464048 w 4797018"/>
              <a:gd name="connsiteY19" fmla="*/ 371237 h 1831428"/>
              <a:gd name="connsiteX20" fmla="*/ 464048 w 4797018"/>
              <a:gd name="connsiteY20" fmla="*/ 278425 h 1831428"/>
              <a:gd name="connsiteX21" fmla="*/ 1392146 w 4797018"/>
              <a:gd name="connsiteY21" fmla="*/ 278425 h 1831428"/>
              <a:gd name="connsiteX22" fmla="*/ 1392146 w 4797018"/>
              <a:gd name="connsiteY22" fmla="*/ 185614 h 1831428"/>
              <a:gd name="connsiteX23" fmla="*/ 371237 w 4797018"/>
              <a:gd name="connsiteY23" fmla="*/ 185614 h 1831428"/>
              <a:gd name="connsiteX24" fmla="*/ 371237 w 4797018"/>
              <a:gd name="connsiteY24" fmla="*/ 928087 h 1831428"/>
              <a:gd name="connsiteX25" fmla="*/ 1258872 w 4797018"/>
              <a:gd name="connsiteY25" fmla="*/ 928087 h 1831428"/>
              <a:gd name="connsiteX26" fmla="*/ 1350464 w 4797018"/>
              <a:gd name="connsiteY26" fmla="*/ 835285 h 1831428"/>
              <a:gd name="connsiteX27" fmla="*/ 185614 w 4797018"/>
              <a:gd name="connsiteY27" fmla="*/ 1763373 h 1831428"/>
              <a:gd name="connsiteX28" fmla="*/ 278425 w 4797018"/>
              <a:gd name="connsiteY28" fmla="*/ 1763373 h 1831428"/>
              <a:gd name="connsiteX29" fmla="*/ 278425 w 4797018"/>
              <a:gd name="connsiteY29" fmla="*/ 1299324 h 1831428"/>
              <a:gd name="connsiteX30" fmla="*/ 371237 w 4797018"/>
              <a:gd name="connsiteY30" fmla="*/ 1299324 h 1831428"/>
              <a:gd name="connsiteX31" fmla="*/ 371237 w 4797018"/>
              <a:gd name="connsiteY31" fmla="*/ 1685449 h 1831428"/>
              <a:gd name="connsiteX32" fmla="*/ 464039 w 4797018"/>
              <a:gd name="connsiteY32" fmla="*/ 1592647 h 1831428"/>
              <a:gd name="connsiteX33" fmla="*/ 464039 w 4797018"/>
              <a:gd name="connsiteY33" fmla="*/ 1299324 h 1831428"/>
              <a:gd name="connsiteX34" fmla="*/ 1210723 w 4797018"/>
              <a:gd name="connsiteY34" fmla="*/ 1299324 h 1831428"/>
              <a:gd name="connsiteX35" fmla="*/ 1210723 w 4797018"/>
              <a:gd name="connsiteY35" fmla="*/ 1206522 h 1831428"/>
              <a:gd name="connsiteX36" fmla="*/ 185614 w 4797018"/>
              <a:gd name="connsiteY36" fmla="*/ 1206522 h 1831428"/>
              <a:gd name="connsiteX37" fmla="*/ 185614 w 4797018"/>
              <a:gd name="connsiteY37" fmla="*/ 1763373 h 1831428"/>
              <a:gd name="connsiteX38" fmla="*/ 4704207 w 4797018"/>
              <a:gd name="connsiteY38" fmla="*/ 0 h 1831428"/>
              <a:gd name="connsiteX39" fmla="*/ 4704207 w 4797018"/>
              <a:gd name="connsiteY39" fmla="*/ 1067314 h 1831428"/>
              <a:gd name="connsiteX40" fmla="*/ 4334837 w 4797018"/>
              <a:gd name="connsiteY40" fmla="*/ 1692688 h 1831428"/>
              <a:gd name="connsiteX41" fmla="*/ 4332742 w 4797018"/>
              <a:gd name="connsiteY41" fmla="*/ 1689954 h 1831428"/>
              <a:gd name="connsiteX42" fmla="*/ 4611405 w 4797018"/>
              <a:gd name="connsiteY42" fmla="*/ 1158564 h 1831428"/>
              <a:gd name="connsiteX43" fmla="*/ 4611405 w 4797018"/>
              <a:gd name="connsiteY43" fmla="*/ 0 h 1831428"/>
              <a:gd name="connsiteX44" fmla="*/ 4518594 w 4797018"/>
              <a:gd name="connsiteY44" fmla="*/ 0 h 1831428"/>
              <a:gd name="connsiteX45" fmla="*/ 4518594 w 4797018"/>
              <a:gd name="connsiteY45" fmla="*/ 1157021 h 1831428"/>
              <a:gd name="connsiteX46" fmla="*/ 3915337 w 4797018"/>
              <a:gd name="connsiteY46" fmla="*/ 1740170 h 1831428"/>
              <a:gd name="connsiteX47" fmla="*/ 3312081 w 4797018"/>
              <a:gd name="connsiteY47" fmla="*/ 1157021 h 1831428"/>
              <a:gd name="connsiteX48" fmla="*/ 3312081 w 4797018"/>
              <a:gd name="connsiteY48" fmla="*/ 77924 h 1831428"/>
              <a:gd name="connsiteX49" fmla="*/ 3219269 w 4797018"/>
              <a:gd name="connsiteY49" fmla="*/ 170736 h 1831428"/>
              <a:gd name="connsiteX50" fmla="*/ 3219269 w 4797018"/>
              <a:gd name="connsiteY50" fmla="*/ 1158564 h 1831428"/>
              <a:gd name="connsiteX51" fmla="*/ 3915337 w 4797018"/>
              <a:gd name="connsiteY51" fmla="*/ 1831429 h 1831428"/>
              <a:gd name="connsiteX52" fmla="*/ 4008139 w 4797018"/>
              <a:gd name="connsiteY52" fmla="*/ 1831429 h 1831428"/>
              <a:gd name="connsiteX53" fmla="*/ 4797019 w 4797018"/>
              <a:gd name="connsiteY53" fmla="*/ 1068667 h 1831428"/>
              <a:gd name="connsiteX54" fmla="*/ 4797019 w 4797018"/>
              <a:gd name="connsiteY54" fmla="*/ 0 h 1831428"/>
              <a:gd name="connsiteX55" fmla="*/ 4704207 w 4797018"/>
              <a:gd name="connsiteY55" fmla="*/ 0 h 1831428"/>
              <a:gd name="connsiteX56" fmla="*/ 3915328 w 4797018"/>
              <a:gd name="connsiteY56" fmla="*/ 1647358 h 1831428"/>
              <a:gd name="connsiteX57" fmla="*/ 4425773 w 4797018"/>
              <a:gd name="connsiteY57" fmla="*/ 1157021 h 1831428"/>
              <a:gd name="connsiteX58" fmla="*/ 4425782 w 4797018"/>
              <a:gd name="connsiteY58" fmla="*/ 1157021 h 1831428"/>
              <a:gd name="connsiteX59" fmla="*/ 4425782 w 4797018"/>
              <a:gd name="connsiteY59" fmla="*/ 77924 h 1831428"/>
              <a:gd name="connsiteX60" fmla="*/ 4332970 w 4797018"/>
              <a:gd name="connsiteY60" fmla="*/ 170736 h 1831428"/>
              <a:gd name="connsiteX61" fmla="*/ 4332970 w 4797018"/>
              <a:gd name="connsiteY61" fmla="*/ 1067305 h 1831428"/>
              <a:gd name="connsiteX62" fmla="*/ 4008130 w 4797018"/>
              <a:gd name="connsiteY62" fmla="*/ 1368933 h 1831428"/>
              <a:gd name="connsiteX63" fmla="*/ 3683298 w 4797018"/>
              <a:gd name="connsiteY63" fmla="*/ 1067305 h 1831428"/>
              <a:gd name="connsiteX64" fmla="*/ 3683289 w 4797018"/>
              <a:gd name="connsiteY64" fmla="*/ 0 h 1831428"/>
              <a:gd name="connsiteX65" fmla="*/ 3590487 w 4797018"/>
              <a:gd name="connsiteY65" fmla="*/ 0 h 1831428"/>
              <a:gd name="connsiteX66" fmla="*/ 3590487 w 4797018"/>
              <a:gd name="connsiteY66" fmla="*/ 1067305 h 1831428"/>
              <a:gd name="connsiteX67" fmla="*/ 4008130 w 4797018"/>
              <a:gd name="connsiteY67" fmla="*/ 1461745 h 1831428"/>
              <a:gd name="connsiteX68" fmla="*/ 4294699 w 4797018"/>
              <a:gd name="connsiteY68" fmla="*/ 1333129 h 1831428"/>
              <a:gd name="connsiteX69" fmla="*/ 4296785 w 4797018"/>
              <a:gd name="connsiteY69" fmla="*/ 1335862 h 1831428"/>
              <a:gd name="connsiteX70" fmla="*/ 3915328 w 4797018"/>
              <a:gd name="connsiteY70" fmla="*/ 1554556 h 1831428"/>
              <a:gd name="connsiteX71" fmla="*/ 3497742 w 4797018"/>
              <a:gd name="connsiteY71" fmla="*/ 1160116 h 1831428"/>
              <a:gd name="connsiteX72" fmla="*/ 3497685 w 4797018"/>
              <a:gd name="connsiteY72" fmla="*/ 1160116 h 1831428"/>
              <a:gd name="connsiteX73" fmla="*/ 3497685 w 4797018"/>
              <a:gd name="connsiteY73" fmla="*/ 0 h 1831428"/>
              <a:gd name="connsiteX74" fmla="*/ 3404873 w 4797018"/>
              <a:gd name="connsiteY74" fmla="*/ 0 h 1831428"/>
              <a:gd name="connsiteX75" fmla="*/ 3404873 w 4797018"/>
              <a:gd name="connsiteY75" fmla="*/ 1160107 h 1831428"/>
              <a:gd name="connsiteX76" fmla="*/ 3404921 w 4797018"/>
              <a:gd name="connsiteY76" fmla="*/ 1160107 h 1831428"/>
              <a:gd name="connsiteX77" fmla="*/ 3915328 w 4797018"/>
              <a:gd name="connsiteY77" fmla="*/ 1647358 h 1831428"/>
              <a:gd name="connsiteX78" fmla="*/ 1852984 w 4797018"/>
              <a:gd name="connsiteY78" fmla="*/ 1206522 h 1831428"/>
              <a:gd name="connsiteX79" fmla="*/ 1618288 w 4797018"/>
              <a:gd name="connsiteY79" fmla="*/ 1763373 h 1831428"/>
              <a:gd name="connsiteX80" fmla="*/ 1711119 w 4797018"/>
              <a:gd name="connsiteY80" fmla="*/ 1763363 h 1831428"/>
              <a:gd name="connsiteX81" fmla="*/ 1711100 w 4797018"/>
              <a:gd name="connsiteY81" fmla="*/ 1763373 h 1831428"/>
              <a:gd name="connsiteX82" fmla="*/ 1711119 w 4797018"/>
              <a:gd name="connsiteY82" fmla="*/ 1763373 h 1831428"/>
              <a:gd name="connsiteX83" fmla="*/ 1828448 w 4797018"/>
              <a:gd name="connsiteY83" fmla="*/ 1484948 h 1831428"/>
              <a:gd name="connsiteX84" fmla="*/ 2614774 w 4797018"/>
              <a:gd name="connsiteY84" fmla="*/ 1484948 h 1831428"/>
              <a:gd name="connsiteX85" fmla="*/ 2732018 w 4797018"/>
              <a:gd name="connsiteY85" fmla="*/ 1763373 h 1831428"/>
              <a:gd name="connsiteX86" fmla="*/ 2824820 w 4797018"/>
              <a:gd name="connsiteY86" fmla="*/ 1763373 h 1831428"/>
              <a:gd name="connsiteX87" fmla="*/ 2668515 w 4797018"/>
              <a:gd name="connsiteY87" fmla="*/ 1392136 h 1831428"/>
              <a:gd name="connsiteX88" fmla="*/ 1867567 w 4797018"/>
              <a:gd name="connsiteY88" fmla="*/ 1392136 h 1831428"/>
              <a:gd name="connsiteX89" fmla="*/ 1906676 w 4797018"/>
              <a:gd name="connsiteY89" fmla="*/ 1299324 h 1831428"/>
              <a:gd name="connsiteX90" fmla="*/ 2722236 w 4797018"/>
              <a:gd name="connsiteY90" fmla="*/ 1299324 h 1831428"/>
              <a:gd name="connsiteX91" fmla="*/ 2917632 w 4797018"/>
              <a:gd name="connsiteY91" fmla="*/ 1763373 h 1831428"/>
              <a:gd name="connsiteX92" fmla="*/ 3010443 w 4797018"/>
              <a:gd name="connsiteY92" fmla="*/ 1763373 h 1831428"/>
              <a:gd name="connsiteX93" fmla="*/ 2775976 w 4797018"/>
              <a:gd name="connsiteY93" fmla="*/ 1206522 h 1831428"/>
              <a:gd name="connsiteX94" fmla="*/ 1852984 w 4797018"/>
              <a:gd name="connsiteY94" fmla="*/ 1206522 h 1831428"/>
              <a:gd name="connsiteX95" fmla="*/ 1989544 w 4797018"/>
              <a:gd name="connsiteY95" fmla="*/ 0 h 1831428"/>
              <a:gd name="connsiteX96" fmla="*/ 1307459 w 4797018"/>
              <a:gd name="connsiteY96" fmla="*/ 1617898 h 1831428"/>
              <a:gd name="connsiteX97" fmla="*/ 1366533 w 4797018"/>
              <a:gd name="connsiteY97" fmla="*/ 1698098 h 1831428"/>
              <a:gd name="connsiteX98" fmla="*/ 2082356 w 4797018"/>
              <a:gd name="connsiteY98" fmla="*/ 0 h 1831428"/>
              <a:gd name="connsiteX99" fmla="*/ 1989544 w 4797018"/>
              <a:gd name="connsiteY99" fmla="*/ 0 h 1831428"/>
              <a:gd name="connsiteX100" fmla="*/ 2360771 w 4797018"/>
              <a:gd name="connsiteY100" fmla="*/ 0 h 1831428"/>
              <a:gd name="connsiteX101" fmla="*/ 3075708 w 4797018"/>
              <a:gd name="connsiteY101" fmla="*/ 1698098 h 1831428"/>
              <a:gd name="connsiteX102" fmla="*/ 3134639 w 4797018"/>
              <a:gd name="connsiteY102" fmla="*/ 1617898 h 1831428"/>
              <a:gd name="connsiteX103" fmla="*/ 2453592 w 4797018"/>
              <a:gd name="connsiteY103" fmla="*/ 0 h 1831428"/>
              <a:gd name="connsiteX104" fmla="*/ 2360771 w 4797018"/>
              <a:gd name="connsiteY104" fmla="*/ 0 h 1831428"/>
              <a:gd name="connsiteX105" fmla="*/ 1799101 w 4797018"/>
              <a:gd name="connsiteY105" fmla="*/ 1113711 h 1831428"/>
              <a:gd name="connsiteX106" fmla="*/ 1524610 w 4797018"/>
              <a:gd name="connsiteY106" fmla="*/ 1763373 h 1831428"/>
              <a:gd name="connsiteX107" fmla="*/ 1431798 w 4797018"/>
              <a:gd name="connsiteY107" fmla="*/ 1763373 h 1831428"/>
              <a:gd name="connsiteX108" fmla="*/ 2128761 w 4797018"/>
              <a:gd name="connsiteY108" fmla="*/ 110195 h 1831428"/>
              <a:gd name="connsiteX109" fmla="*/ 2512219 w 4797018"/>
              <a:gd name="connsiteY109" fmla="*/ 1020899 h 1831428"/>
              <a:gd name="connsiteX110" fmla="*/ 2605021 w 4797018"/>
              <a:gd name="connsiteY110" fmla="*/ 1020899 h 1831428"/>
              <a:gd name="connsiteX111" fmla="*/ 2175158 w 4797018"/>
              <a:gd name="connsiteY111" fmla="*/ 0 h 1831428"/>
              <a:gd name="connsiteX112" fmla="*/ 2267969 w 4797018"/>
              <a:gd name="connsiteY112" fmla="*/ 0 h 1831428"/>
              <a:gd name="connsiteX113" fmla="*/ 2736895 w 4797018"/>
              <a:gd name="connsiteY113" fmla="*/ 1113701 h 1831428"/>
              <a:gd name="connsiteX114" fmla="*/ 1799101 w 4797018"/>
              <a:gd name="connsiteY114" fmla="*/ 1113701 h 1831428"/>
              <a:gd name="connsiteX115" fmla="*/ 2221802 w 4797018"/>
              <a:gd name="connsiteY115" fmla="*/ 551602 h 1831428"/>
              <a:gd name="connsiteX116" fmla="*/ 2024015 w 4797018"/>
              <a:gd name="connsiteY116" fmla="*/ 1020899 h 1831428"/>
              <a:gd name="connsiteX117" fmla="*/ 2419398 w 4797018"/>
              <a:gd name="connsiteY117" fmla="*/ 1020899 h 1831428"/>
              <a:gd name="connsiteX118" fmla="*/ 2221802 w 4797018"/>
              <a:gd name="connsiteY118" fmla="*/ 551602 h 1831428"/>
              <a:gd name="connsiteX119" fmla="*/ 1838163 w 4797018"/>
              <a:gd name="connsiteY119" fmla="*/ 1020899 h 1831428"/>
              <a:gd name="connsiteX120" fmla="*/ 1931213 w 4797018"/>
              <a:gd name="connsiteY120" fmla="*/ 1020899 h 1831428"/>
              <a:gd name="connsiteX121" fmla="*/ 2175415 w 4797018"/>
              <a:gd name="connsiteY121" fmla="*/ 441436 h 1831428"/>
              <a:gd name="connsiteX122" fmla="*/ 2128942 w 4797018"/>
              <a:gd name="connsiteY122" fmla="*/ 331070 h 1831428"/>
              <a:gd name="connsiteX123" fmla="*/ 1838163 w 4797018"/>
              <a:gd name="connsiteY123" fmla="*/ 1020899 h 1831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</a:cxnLst>
            <a:rect l="l" t="t" r="r" b="b"/>
            <a:pathLst>
              <a:path w="4797018" h="1831428">
                <a:moveTo>
                  <a:pt x="0" y="170736"/>
                </a:moveTo>
                <a:lnTo>
                  <a:pt x="92812" y="77924"/>
                </a:lnTo>
                <a:lnTo>
                  <a:pt x="92812" y="1763373"/>
                </a:lnTo>
                <a:lnTo>
                  <a:pt x="0" y="1763373"/>
                </a:lnTo>
                <a:lnTo>
                  <a:pt x="0" y="170736"/>
                </a:lnTo>
                <a:close/>
                <a:moveTo>
                  <a:pt x="278425" y="92812"/>
                </a:moveTo>
                <a:lnTo>
                  <a:pt x="1392136" y="92812"/>
                </a:lnTo>
                <a:lnTo>
                  <a:pt x="1392136" y="0"/>
                </a:lnTo>
                <a:lnTo>
                  <a:pt x="185614" y="0"/>
                </a:lnTo>
                <a:lnTo>
                  <a:pt x="185614" y="1113701"/>
                </a:lnTo>
                <a:lnTo>
                  <a:pt x="1210723" y="1113701"/>
                </a:lnTo>
                <a:lnTo>
                  <a:pt x="1210723" y="1020899"/>
                </a:lnTo>
                <a:lnTo>
                  <a:pt x="278425" y="1020899"/>
                </a:lnTo>
                <a:lnTo>
                  <a:pt x="278425" y="92812"/>
                </a:lnTo>
                <a:close/>
                <a:moveTo>
                  <a:pt x="1350464" y="835285"/>
                </a:moveTo>
                <a:lnTo>
                  <a:pt x="464048" y="835285"/>
                </a:lnTo>
                <a:lnTo>
                  <a:pt x="464048" y="464048"/>
                </a:lnTo>
                <a:lnTo>
                  <a:pt x="1222124" y="464048"/>
                </a:lnTo>
                <a:lnTo>
                  <a:pt x="1314926" y="371237"/>
                </a:lnTo>
                <a:lnTo>
                  <a:pt x="464048" y="371237"/>
                </a:lnTo>
                <a:lnTo>
                  <a:pt x="464048" y="278425"/>
                </a:lnTo>
                <a:lnTo>
                  <a:pt x="1392146" y="278425"/>
                </a:lnTo>
                <a:lnTo>
                  <a:pt x="1392146" y="185614"/>
                </a:lnTo>
                <a:lnTo>
                  <a:pt x="371237" y="185614"/>
                </a:lnTo>
                <a:lnTo>
                  <a:pt x="371237" y="928087"/>
                </a:lnTo>
                <a:lnTo>
                  <a:pt x="1258872" y="928087"/>
                </a:lnTo>
                <a:lnTo>
                  <a:pt x="1350464" y="835285"/>
                </a:lnTo>
                <a:close/>
                <a:moveTo>
                  <a:pt x="185614" y="1763373"/>
                </a:moveTo>
                <a:lnTo>
                  <a:pt x="278425" y="1763373"/>
                </a:lnTo>
                <a:lnTo>
                  <a:pt x="278425" y="1299324"/>
                </a:lnTo>
                <a:lnTo>
                  <a:pt x="371237" y="1299324"/>
                </a:lnTo>
                <a:lnTo>
                  <a:pt x="371237" y="1685449"/>
                </a:lnTo>
                <a:lnTo>
                  <a:pt x="464039" y="1592647"/>
                </a:lnTo>
                <a:lnTo>
                  <a:pt x="464039" y="1299324"/>
                </a:lnTo>
                <a:lnTo>
                  <a:pt x="1210723" y="1299324"/>
                </a:lnTo>
                <a:lnTo>
                  <a:pt x="1210723" y="1206522"/>
                </a:lnTo>
                <a:lnTo>
                  <a:pt x="185614" y="1206522"/>
                </a:lnTo>
                <a:lnTo>
                  <a:pt x="185614" y="1763373"/>
                </a:lnTo>
                <a:close/>
                <a:moveTo>
                  <a:pt x="4704207" y="0"/>
                </a:moveTo>
                <a:lnTo>
                  <a:pt x="4704207" y="1067314"/>
                </a:lnTo>
                <a:cubicBezTo>
                  <a:pt x="4704207" y="1315669"/>
                  <a:pt x="4593393" y="1529039"/>
                  <a:pt x="4334837" y="1692688"/>
                </a:cubicBezTo>
                <a:lnTo>
                  <a:pt x="4332742" y="1689954"/>
                </a:lnTo>
                <a:cubicBezTo>
                  <a:pt x="4502639" y="1555213"/>
                  <a:pt x="4611405" y="1382144"/>
                  <a:pt x="4611405" y="1158564"/>
                </a:cubicBezTo>
                <a:lnTo>
                  <a:pt x="4611405" y="0"/>
                </a:lnTo>
                <a:lnTo>
                  <a:pt x="4518594" y="0"/>
                </a:lnTo>
                <a:lnTo>
                  <a:pt x="4518594" y="1157021"/>
                </a:lnTo>
                <a:cubicBezTo>
                  <a:pt x="4518594" y="1490196"/>
                  <a:pt x="4248512" y="1740170"/>
                  <a:pt x="3915337" y="1740170"/>
                </a:cubicBezTo>
                <a:cubicBezTo>
                  <a:pt x="3582162" y="1740170"/>
                  <a:pt x="3312081" y="1490186"/>
                  <a:pt x="3312081" y="1157021"/>
                </a:cubicBezTo>
                <a:lnTo>
                  <a:pt x="3312081" y="77924"/>
                </a:lnTo>
                <a:lnTo>
                  <a:pt x="3219269" y="170736"/>
                </a:lnTo>
                <a:lnTo>
                  <a:pt x="3219269" y="1158564"/>
                </a:lnTo>
                <a:cubicBezTo>
                  <a:pt x="3219269" y="1542993"/>
                  <a:pt x="3530908" y="1831429"/>
                  <a:pt x="3915337" y="1831429"/>
                </a:cubicBezTo>
                <a:cubicBezTo>
                  <a:pt x="3924233" y="1831429"/>
                  <a:pt x="4008139" y="1831429"/>
                  <a:pt x="4008139" y="1831429"/>
                </a:cubicBezTo>
                <a:cubicBezTo>
                  <a:pt x="4386691" y="1831429"/>
                  <a:pt x="4797019" y="1551870"/>
                  <a:pt x="4797019" y="1068667"/>
                </a:cubicBezTo>
                <a:cubicBezTo>
                  <a:pt x="4797019" y="1068210"/>
                  <a:pt x="4797019" y="0"/>
                  <a:pt x="4797019" y="0"/>
                </a:cubicBezTo>
                <a:lnTo>
                  <a:pt x="4704207" y="0"/>
                </a:lnTo>
                <a:close/>
                <a:moveTo>
                  <a:pt x="3915328" y="1647358"/>
                </a:moveTo>
                <a:cubicBezTo>
                  <a:pt x="4197077" y="1647358"/>
                  <a:pt x="4425515" y="1438694"/>
                  <a:pt x="4425773" y="1157021"/>
                </a:cubicBezTo>
                <a:lnTo>
                  <a:pt x="4425782" y="1157021"/>
                </a:lnTo>
                <a:lnTo>
                  <a:pt x="4425782" y="77924"/>
                </a:lnTo>
                <a:lnTo>
                  <a:pt x="4332970" y="170736"/>
                </a:lnTo>
                <a:lnTo>
                  <a:pt x="4332970" y="1067305"/>
                </a:lnTo>
                <a:cubicBezTo>
                  <a:pt x="4332970" y="1246699"/>
                  <a:pt x="4187533" y="1368933"/>
                  <a:pt x="4008130" y="1368933"/>
                </a:cubicBezTo>
                <a:cubicBezTo>
                  <a:pt x="3828736" y="1368933"/>
                  <a:pt x="3683298" y="1246699"/>
                  <a:pt x="3683298" y="1067305"/>
                </a:cubicBezTo>
                <a:lnTo>
                  <a:pt x="3683289" y="0"/>
                </a:lnTo>
                <a:lnTo>
                  <a:pt x="3590487" y="0"/>
                </a:lnTo>
                <a:lnTo>
                  <a:pt x="3590487" y="1067305"/>
                </a:lnTo>
                <a:cubicBezTo>
                  <a:pt x="3590487" y="1297962"/>
                  <a:pt x="3777472" y="1461745"/>
                  <a:pt x="4008130" y="1461745"/>
                </a:cubicBezTo>
                <a:cubicBezTo>
                  <a:pt x="4102446" y="1461745"/>
                  <a:pt x="4216937" y="1415148"/>
                  <a:pt x="4294699" y="1333129"/>
                </a:cubicBezTo>
                <a:lnTo>
                  <a:pt x="4296785" y="1335862"/>
                </a:lnTo>
                <a:cubicBezTo>
                  <a:pt x="4223881" y="1471070"/>
                  <a:pt x="4089102" y="1554556"/>
                  <a:pt x="3915328" y="1554556"/>
                </a:cubicBezTo>
                <a:cubicBezTo>
                  <a:pt x="3686090" y="1554556"/>
                  <a:pt x="3500009" y="1388593"/>
                  <a:pt x="3497742" y="1160116"/>
                </a:cubicBezTo>
                <a:lnTo>
                  <a:pt x="3497685" y="1160116"/>
                </a:lnTo>
                <a:lnTo>
                  <a:pt x="3497685" y="0"/>
                </a:lnTo>
                <a:lnTo>
                  <a:pt x="3404873" y="0"/>
                </a:lnTo>
                <a:lnTo>
                  <a:pt x="3404873" y="1160107"/>
                </a:lnTo>
                <a:lnTo>
                  <a:pt x="3404921" y="1160107"/>
                </a:lnTo>
                <a:cubicBezTo>
                  <a:pt x="3406855" y="1440218"/>
                  <a:pt x="3634616" y="1647358"/>
                  <a:pt x="3915328" y="1647358"/>
                </a:cubicBezTo>
                <a:close/>
                <a:moveTo>
                  <a:pt x="1852984" y="1206522"/>
                </a:moveTo>
                <a:lnTo>
                  <a:pt x="1618288" y="1763373"/>
                </a:lnTo>
                <a:lnTo>
                  <a:pt x="1711119" y="1763363"/>
                </a:lnTo>
                <a:lnTo>
                  <a:pt x="1711100" y="1763373"/>
                </a:lnTo>
                <a:lnTo>
                  <a:pt x="1711119" y="1763373"/>
                </a:lnTo>
                <a:lnTo>
                  <a:pt x="1828448" y="1484948"/>
                </a:lnTo>
                <a:lnTo>
                  <a:pt x="2614774" y="1484948"/>
                </a:lnTo>
                <a:lnTo>
                  <a:pt x="2732018" y="1763373"/>
                </a:lnTo>
                <a:lnTo>
                  <a:pt x="2824820" y="1763373"/>
                </a:lnTo>
                <a:lnTo>
                  <a:pt x="2668515" y="1392136"/>
                </a:lnTo>
                <a:lnTo>
                  <a:pt x="1867567" y="1392136"/>
                </a:lnTo>
                <a:lnTo>
                  <a:pt x="1906676" y="1299324"/>
                </a:lnTo>
                <a:lnTo>
                  <a:pt x="2722236" y="1299324"/>
                </a:lnTo>
                <a:lnTo>
                  <a:pt x="2917632" y="1763373"/>
                </a:lnTo>
                <a:lnTo>
                  <a:pt x="3010443" y="1763373"/>
                </a:lnTo>
                <a:lnTo>
                  <a:pt x="2775976" y="1206522"/>
                </a:lnTo>
                <a:lnTo>
                  <a:pt x="1852984" y="1206522"/>
                </a:lnTo>
                <a:close/>
                <a:moveTo>
                  <a:pt x="1989544" y="0"/>
                </a:moveTo>
                <a:lnTo>
                  <a:pt x="1307459" y="1617898"/>
                </a:lnTo>
                <a:lnTo>
                  <a:pt x="1366533" y="1698098"/>
                </a:lnTo>
                <a:lnTo>
                  <a:pt x="2082356" y="0"/>
                </a:lnTo>
                <a:lnTo>
                  <a:pt x="1989544" y="0"/>
                </a:lnTo>
                <a:close/>
                <a:moveTo>
                  <a:pt x="2360771" y="0"/>
                </a:moveTo>
                <a:lnTo>
                  <a:pt x="3075708" y="1698098"/>
                </a:lnTo>
                <a:lnTo>
                  <a:pt x="3134639" y="1617898"/>
                </a:lnTo>
                <a:lnTo>
                  <a:pt x="2453592" y="0"/>
                </a:lnTo>
                <a:lnTo>
                  <a:pt x="2360771" y="0"/>
                </a:lnTo>
                <a:close/>
                <a:moveTo>
                  <a:pt x="1799101" y="1113711"/>
                </a:moveTo>
                <a:lnTo>
                  <a:pt x="1524610" y="1763373"/>
                </a:lnTo>
                <a:lnTo>
                  <a:pt x="1431798" y="1763373"/>
                </a:lnTo>
                <a:lnTo>
                  <a:pt x="2128761" y="110195"/>
                </a:lnTo>
                <a:lnTo>
                  <a:pt x="2512219" y="1020899"/>
                </a:lnTo>
                <a:lnTo>
                  <a:pt x="2605021" y="1020899"/>
                </a:lnTo>
                <a:lnTo>
                  <a:pt x="2175158" y="0"/>
                </a:lnTo>
                <a:lnTo>
                  <a:pt x="2267969" y="0"/>
                </a:lnTo>
                <a:lnTo>
                  <a:pt x="2736895" y="1113701"/>
                </a:lnTo>
                <a:lnTo>
                  <a:pt x="1799101" y="1113701"/>
                </a:lnTo>
                <a:close/>
                <a:moveTo>
                  <a:pt x="2221802" y="551602"/>
                </a:moveTo>
                <a:lnTo>
                  <a:pt x="2024015" y="1020899"/>
                </a:lnTo>
                <a:lnTo>
                  <a:pt x="2419398" y="1020899"/>
                </a:lnTo>
                <a:lnTo>
                  <a:pt x="2221802" y="551602"/>
                </a:lnTo>
                <a:close/>
                <a:moveTo>
                  <a:pt x="1838163" y="1020899"/>
                </a:moveTo>
                <a:lnTo>
                  <a:pt x="1931213" y="1020899"/>
                </a:lnTo>
                <a:lnTo>
                  <a:pt x="2175415" y="441436"/>
                </a:lnTo>
                <a:lnTo>
                  <a:pt x="2128942" y="331070"/>
                </a:lnTo>
                <a:lnTo>
                  <a:pt x="1838163" y="1020899"/>
                </a:lnTo>
                <a:close/>
              </a:path>
            </a:pathLst>
          </a:custGeom>
          <a:solidFill>
            <a:srgbClr val="041E42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3ECEE8D8-DF92-4CFD-A29A-DD98DFA7EC69}"/>
              </a:ext>
            </a:extLst>
          </p:cNvPr>
          <p:cNvGrpSpPr/>
          <p:nvPr userDrawn="1"/>
        </p:nvGrpSpPr>
        <p:grpSpPr>
          <a:xfrm>
            <a:off x="-390525" y="160153"/>
            <a:ext cx="333375" cy="136812"/>
            <a:chOff x="-133350" y="2711163"/>
            <a:chExt cx="333375" cy="136812"/>
          </a:xfrm>
        </p:grpSpPr>
        <p:cxnSp>
          <p:nvCxnSpPr>
            <p:cNvPr id="12" name="Gerader Verbinder 11">
              <a:extLst>
                <a:ext uri="{FF2B5EF4-FFF2-40B4-BE49-F238E27FC236}">
                  <a16:creationId xmlns:a16="http://schemas.microsoft.com/office/drawing/2014/main" id="{E89218EB-083A-44EC-89C4-86451CE1FC7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feld 12">
              <a:extLst>
                <a:ext uri="{FF2B5EF4-FFF2-40B4-BE49-F238E27FC236}">
                  <a16:creationId xmlns:a16="http://schemas.microsoft.com/office/drawing/2014/main" id="{399474D3-E53E-4ABA-9B61-C9BB08A3276B}"/>
                </a:ext>
              </a:extLst>
            </p:cNvPr>
            <p:cNvSpPr txBox="1"/>
            <p:nvPr userDrawn="1"/>
          </p:nvSpPr>
          <p:spPr>
            <a:xfrm>
              <a:off x="-96506" y="2711163"/>
              <a:ext cx="259686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08,70</a:t>
              </a:r>
            </a:p>
          </p:txBody>
        </p:sp>
      </p:grp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57879191-3BE6-4B4E-A6B9-7EE964614B47}"/>
              </a:ext>
            </a:extLst>
          </p:cNvPr>
          <p:cNvGrpSpPr/>
          <p:nvPr userDrawn="1"/>
        </p:nvGrpSpPr>
        <p:grpSpPr>
          <a:xfrm>
            <a:off x="-390525" y="1131703"/>
            <a:ext cx="333375" cy="136812"/>
            <a:chOff x="-133350" y="2711163"/>
            <a:chExt cx="333375" cy="136812"/>
          </a:xfrm>
        </p:grpSpPr>
        <p:cxnSp>
          <p:nvCxnSpPr>
            <p:cNvPr id="15" name="Gerader Verbinder 14">
              <a:extLst>
                <a:ext uri="{FF2B5EF4-FFF2-40B4-BE49-F238E27FC236}">
                  <a16:creationId xmlns:a16="http://schemas.microsoft.com/office/drawing/2014/main" id="{94484379-E642-433C-B53A-1DEE6A9DD4E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feld 15">
              <a:extLst>
                <a:ext uri="{FF2B5EF4-FFF2-40B4-BE49-F238E27FC236}">
                  <a16:creationId xmlns:a16="http://schemas.microsoft.com/office/drawing/2014/main" id="{7C54D7A6-C6ED-4572-B49C-338FB11A042A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06,00</a:t>
              </a:r>
            </a:p>
          </p:txBody>
        </p:sp>
      </p:grpSp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382F9D16-DA93-44FA-B850-67D0B6AD397D}"/>
              </a:ext>
            </a:extLst>
          </p:cNvPr>
          <p:cNvGrpSpPr/>
          <p:nvPr userDrawn="1"/>
        </p:nvGrpSpPr>
        <p:grpSpPr>
          <a:xfrm>
            <a:off x="-390525" y="1491963"/>
            <a:ext cx="333375" cy="136812"/>
            <a:chOff x="-133350" y="2711163"/>
            <a:chExt cx="333375" cy="136812"/>
          </a:xfrm>
        </p:grpSpPr>
        <p:cxnSp>
          <p:nvCxnSpPr>
            <p:cNvPr id="18" name="Gerader Verbinder 17">
              <a:extLst>
                <a:ext uri="{FF2B5EF4-FFF2-40B4-BE49-F238E27FC236}">
                  <a16:creationId xmlns:a16="http://schemas.microsoft.com/office/drawing/2014/main" id="{7201A13C-71DC-4465-B39F-F196A503534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feld 18">
              <a:extLst>
                <a:ext uri="{FF2B5EF4-FFF2-40B4-BE49-F238E27FC236}">
                  <a16:creationId xmlns:a16="http://schemas.microsoft.com/office/drawing/2014/main" id="{D957CB6E-B09B-4A22-86F0-6C38F81B2E90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05,00</a:t>
              </a:r>
            </a:p>
          </p:txBody>
        </p:sp>
      </p:grpSp>
      <p:grpSp>
        <p:nvGrpSpPr>
          <p:cNvPr id="20" name="Gruppieren 19">
            <a:extLst>
              <a:ext uri="{FF2B5EF4-FFF2-40B4-BE49-F238E27FC236}">
                <a16:creationId xmlns:a16="http://schemas.microsoft.com/office/drawing/2014/main" id="{38DB7D0C-ACAA-4A6B-8088-624B0BC24502}"/>
              </a:ext>
            </a:extLst>
          </p:cNvPr>
          <p:cNvGrpSpPr/>
          <p:nvPr userDrawn="1"/>
        </p:nvGrpSpPr>
        <p:grpSpPr>
          <a:xfrm>
            <a:off x="-390525" y="3292188"/>
            <a:ext cx="333375" cy="136812"/>
            <a:chOff x="-133350" y="2711163"/>
            <a:chExt cx="333375" cy="136812"/>
          </a:xfrm>
        </p:grpSpPr>
        <p:cxnSp>
          <p:nvCxnSpPr>
            <p:cNvPr id="21" name="Gerader Verbinder 20">
              <a:extLst>
                <a:ext uri="{FF2B5EF4-FFF2-40B4-BE49-F238E27FC236}">
                  <a16:creationId xmlns:a16="http://schemas.microsoft.com/office/drawing/2014/main" id="{E8B86ED7-0F29-451E-8C7D-9B396D5E209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Textfeld 21">
              <a:extLst>
                <a:ext uri="{FF2B5EF4-FFF2-40B4-BE49-F238E27FC236}">
                  <a16:creationId xmlns:a16="http://schemas.microsoft.com/office/drawing/2014/main" id="{ED76FB85-7BBB-4E8D-A853-5FCC744835E1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00,00</a:t>
              </a:r>
            </a:p>
          </p:txBody>
        </p:sp>
      </p:grpSp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E1524020-40DB-450A-AEE5-3E1B459B16B5}"/>
              </a:ext>
            </a:extLst>
          </p:cNvPr>
          <p:cNvGrpSpPr/>
          <p:nvPr userDrawn="1"/>
        </p:nvGrpSpPr>
        <p:grpSpPr>
          <a:xfrm>
            <a:off x="-390525" y="6063963"/>
            <a:ext cx="333375" cy="136812"/>
            <a:chOff x="-133350" y="2711163"/>
            <a:chExt cx="333375" cy="136812"/>
          </a:xfrm>
        </p:grpSpPr>
        <p:cxnSp>
          <p:nvCxnSpPr>
            <p:cNvPr id="24" name="Gerader Verbinder 23">
              <a:extLst>
                <a:ext uri="{FF2B5EF4-FFF2-40B4-BE49-F238E27FC236}">
                  <a16:creationId xmlns:a16="http://schemas.microsoft.com/office/drawing/2014/main" id="{539CBAAA-C79F-4BC9-9AF3-18ED0AF9EE7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feld 24">
              <a:extLst>
                <a:ext uri="{FF2B5EF4-FFF2-40B4-BE49-F238E27FC236}">
                  <a16:creationId xmlns:a16="http://schemas.microsoft.com/office/drawing/2014/main" id="{65F01F83-E434-491F-8893-1CE5848F9B6D}"/>
                </a:ext>
              </a:extLst>
            </p:cNvPr>
            <p:cNvSpPr txBox="1"/>
            <p:nvPr userDrawn="1"/>
          </p:nvSpPr>
          <p:spPr>
            <a:xfrm>
              <a:off x="-96504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07,70</a:t>
              </a:r>
            </a:p>
          </p:txBody>
        </p:sp>
      </p:grpSp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99ECB07F-83AC-4A69-A930-C51459FBE5BA}"/>
              </a:ext>
            </a:extLst>
          </p:cNvPr>
          <p:cNvGrpSpPr/>
          <p:nvPr userDrawn="1"/>
        </p:nvGrpSpPr>
        <p:grpSpPr>
          <a:xfrm>
            <a:off x="-390525" y="6495763"/>
            <a:ext cx="333375" cy="136812"/>
            <a:chOff x="-133350" y="2711163"/>
            <a:chExt cx="333375" cy="136812"/>
          </a:xfrm>
        </p:grpSpPr>
        <p:cxnSp>
          <p:nvCxnSpPr>
            <p:cNvPr id="27" name="Gerader Verbinder 26">
              <a:extLst>
                <a:ext uri="{FF2B5EF4-FFF2-40B4-BE49-F238E27FC236}">
                  <a16:creationId xmlns:a16="http://schemas.microsoft.com/office/drawing/2014/main" id="{EB6DF347-64CA-4BE1-8952-3E80EBD0082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feld 27">
              <a:extLst>
                <a:ext uri="{FF2B5EF4-FFF2-40B4-BE49-F238E27FC236}">
                  <a16:creationId xmlns:a16="http://schemas.microsoft.com/office/drawing/2014/main" id="{F82628F6-8442-4626-962B-E947FDA8C0C0}"/>
                </a:ext>
              </a:extLst>
            </p:cNvPr>
            <p:cNvSpPr txBox="1"/>
            <p:nvPr userDrawn="1"/>
          </p:nvSpPr>
          <p:spPr>
            <a:xfrm>
              <a:off x="-96503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08,90</a:t>
              </a:r>
            </a:p>
          </p:txBody>
        </p:sp>
      </p:grpSp>
      <p:grpSp>
        <p:nvGrpSpPr>
          <p:cNvPr id="29" name="Gruppieren 28">
            <a:extLst>
              <a:ext uri="{FF2B5EF4-FFF2-40B4-BE49-F238E27FC236}">
                <a16:creationId xmlns:a16="http://schemas.microsoft.com/office/drawing/2014/main" id="{C9B4EC5D-DF7B-4D80-86D6-C95B0B60B325}"/>
              </a:ext>
            </a:extLst>
          </p:cNvPr>
          <p:cNvGrpSpPr/>
          <p:nvPr userDrawn="1"/>
        </p:nvGrpSpPr>
        <p:grpSpPr>
          <a:xfrm rot="16200000">
            <a:off x="281643" y="-299136"/>
            <a:ext cx="333375" cy="136808"/>
            <a:chOff x="-133350" y="2711167"/>
            <a:chExt cx="333375" cy="136808"/>
          </a:xfrm>
        </p:grpSpPr>
        <p:cxnSp>
          <p:nvCxnSpPr>
            <p:cNvPr id="30" name="Gerader Verbinder 29">
              <a:extLst>
                <a:ext uri="{FF2B5EF4-FFF2-40B4-BE49-F238E27FC236}">
                  <a16:creationId xmlns:a16="http://schemas.microsoft.com/office/drawing/2014/main" id="{7A230F03-8AA4-4AAE-999A-6E872C727A8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feld 30">
              <a:extLst>
                <a:ext uri="{FF2B5EF4-FFF2-40B4-BE49-F238E27FC236}">
                  <a16:creationId xmlns:a16="http://schemas.microsoft.com/office/drawing/2014/main" id="{1C36145D-6FFB-4D3A-85D6-2ACFDAE5F5D2}"/>
                </a:ext>
              </a:extLst>
            </p:cNvPr>
            <p:cNvSpPr txBox="1"/>
            <p:nvPr userDrawn="1"/>
          </p:nvSpPr>
          <p:spPr>
            <a:xfrm>
              <a:off x="-96507" y="2711167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32" name="Gruppieren 31">
            <a:extLst>
              <a:ext uri="{FF2B5EF4-FFF2-40B4-BE49-F238E27FC236}">
                <a16:creationId xmlns:a16="http://schemas.microsoft.com/office/drawing/2014/main" id="{0D1EC147-B041-40BC-BA8D-878A722616DE}"/>
              </a:ext>
            </a:extLst>
          </p:cNvPr>
          <p:cNvGrpSpPr/>
          <p:nvPr userDrawn="1"/>
        </p:nvGrpSpPr>
        <p:grpSpPr>
          <a:xfrm rot="16200000">
            <a:off x="5752963" y="-299136"/>
            <a:ext cx="333375" cy="136804"/>
            <a:chOff x="-133350" y="2711171"/>
            <a:chExt cx="333375" cy="136804"/>
          </a:xfrm>
        </p:grpSpPr>
        <p:cxnSp>
          <p:nvCxnSpPr>
            <p:cNvPr id="33" name="Gerader Verbinder 32">
              <a:extLst>
                <a:ext uri="{FF2B5EF4-FFF2-40B4-BE49-F238E27FC236}">
                  <a16:creationId xmlns:a16="http://schemas.microsoft.com/office/drawing/2014/main" id="{4A4E226E-C413-42F0-AA69-108B05313D4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Textfeld 33">
              <a:extLst>
                <a:ext uri="{FF2B5EF4-FFF2-40B4-BE49-F238E27FC236}">
                  <a16:creationId xmlns:a16="http://schemas.microsoft.com/office/drawing/2014/main" id="{4A93327E-EEC7-45A4-9C35-410D17ECB865}"/>
                </a:ext>
              </a:extLst>
            </p:cNvPr>
            <p:cNvSpPr txBox="1"/>
            <p:nvPr userDrawn="1"/>
          </p:nvSpPr>
          <p:spPr>
            <a:xfrm>
              <a:off x="-96504" y="271117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grpSp>
        <p:nvGrpSpPr>
          <p:cNvPr id="35" name="Gruppieren 34">
            <a:extLst>
              <a:ext uri="{FF2B5EF4-FFF2-40B4-BE49-F238E27FC236}">
                <a16:creationId xmlns:a16="http://schemas.microsoft.com/office/drawing/2014/main" id="{0EC1AF1A-26A7-479B-A176-8997B58ED4D1}"/>
              </a:ext>
            </a:extLst>
          </p:cNvPr>
          <p:cNvGrpSpPr/>
          <p:nvPr userDrawn="1"/>
        </p:nvGrpSpPr>
        <p:grpSpPr>
          <a:xfrm>
            <a:off x="6203950" y="-397424"/>
            <a:ext cx="124906" cy="333375"/>
            <a:chOff x="6416680" y="-397424"/>
            <a:chExt cx="124906" cy="333375"/>
          </a:xfrm>
        </p:grpSpPr>
        <p:cxnSp>
          <p:nvCxnSpPr>
            <p:cNvPr id="36" name="Gerader Verbinder 35">
              <a:extLst>
                <a:ext uri="{FF2B5EF4-FFF2-40B4-BE49-F238E27FC236}">
                  <a16:creationId xmlns:a16="http://schemas.microsoft.com/office/drawing/2014/main" id="{80D76042-D322-4CD0-B41A-CE295CEC6835}"/>
                </a:ext>
              </a:extLst>
            </p:cNvPr>
            <p:cNvCxnSpPr>
              <a:cxnSpLocks/>
            </p:cNvCxnSpPr>
            <p:nvPr userDrawn="1"/>
          </p:nvCxnSpPr>
          <p:spPr>
            <a:xfrm rot="16200000">
              <a:off x="6249993" y="-230736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feld 36">
              <a:extLst>
                <a:ext uri="{FF2B5EF4-FFF2-40B4-BE49-F238E27FC236}">
                  <a16:creationId xmlns:a16="http://schemas.microsoft.com/office/drawing/2014/main" id="{397EC952-23B6-4728-82B6-3D733107C66E}"/>
                </a:ext>
              </a:extLst>
            </p:cNvPr>
            <p:cNvSpPr txBox="1"/>
            <p:nvPr userDrawn="1"/>
          </p:nvSpPr>
          <p:spPr>
            <a:xfrm rot="16200000">
              <a:off x="6349289" y="-29319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D8CEDBB7-9662-435E-8F5A-F3EE555D9908}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5929313" y="-230736"/>
            <a:ext cx="333375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9" name="Gruppieren 38">
            <a:extLst>
              <a:ext uri="{FF2B5EF4-FFF2-40B4-BE49-F238E27FC236}">
                <a16:creationId xmlns:a16="http://schemas.microsoft.com/office/drawing/2014/main" id="{24365663-FE3F-47D4-A8D7-729A38C4987D}"/>
              </a:ext>
            </a:extLst>
          </p:cNvPr>
          <p:cNvGrpSpPr/>
          <p:nvPr userDrawn="1"/>
        </p:nvGrpSpPr>
        <p:grpSpPr>
          <a:xfrm rot="16200000">
            <a:off x="11447325" y="-299139"/>
            <a:ext cx="333375" cy="136800"/>
            <a:chOff x="-133350" y="2711175"/>
            <a:chExt cx="333375" cy="136800"/>
          </a:xfrm>
        </p:grpSpPr>
        <p:cxnSp>
          <p:nvCxnSpPr>
            <p:cNvPr id="40" name="Gerader Verbinder 39">
              <a:extLst>
                <a:ext uri="{FF2B5EF4-FFF2-40B4-BE49-F238E27FC236}">
                  <a16:creationId xmlns:a16="http://schemas.microsoft.com/office/drawing/2014/main" id="{92EE37E1-8647-4AEB-9AEE-FF0711435F35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feld 40">
              <a:extLst>
                <a:ext uri="{FF2B5EF4-FFF2-40B4-BE49-F238E27FC236}">
                  <a16:creationId xmlns:a16="http://schemas.microsoft.com/office/drawing/2014/main" id="{C2B4E3D7-0BC3-4BC1-B86B-DD51E9785755}"/>
                </a:ext>
              </a:extLst>
            </p:cNvPr>
            <p:cNvSpPr txBox="1"/>
            <p:nvPr userDrawn="1"/>
          </p:nvSpPr>
          <p:spPr>
            <a:xfrm>
              <a:off x="-96501" y="2711175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sp>
        <p:nvSpPr>
          <p:cNvPr id="42" name="Bildplatzhalter 6">
            <a:extLst>
              <a:ext uri="{FF2B5EF4-FFF2-40B4-BE49-F238E27FC236}">
                <a16:creationId xmlns:a16="http://schemas.microsoft.com/office/drawing/2014/main" id="{86D31599-AF4C-4469-80F6-AA369A20BF0B}"/>
              </a:ext>
            </a:extLst>
          </p:cNvPr>
          <p:cNvSpPr>
            <a:spLocks noGrp="1"/>
          </p:cNvSpPr>
          <p:nvPr>
            <p:ph type="pic" sz="quarter" idx="39" hasCustomPrompt="1"/>
          </p:nvPr>
        </p:nvSpPr>
        <p:spPr>
          <a:xfrm>
            <a:off x="790014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pic>
        <p:nvPicPr>
          <p:cNvPr id="43" name="Grafik 42"/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41829" y="301184"/>
            <a:ext cx="1102192" cy="3864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196326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 | wei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7E4048C-0B54-437F-B99C-D178004746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41E42"/>
                </a:solidFill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D94168-1D2E-414B-9AFB-B7BB2EA3568F}" type="datetime4">
              <a:rPr lang="de-DE" smtClean="0"/>
              <a:t>6. August 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Technische Fakultät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‹#›</a:t>
            </a:fld>
            <a:endParaRPr lang="de-DE"/>
          </a:p>
        </p:txBody>
      </p:sp>
      <p:sp>
        <p:nvSpPr>
          <p:cNvPr id="8" name="Textplatzhalter 9">
            <a:extLst>
              <a:ext uri="{FF2B5EF4-FFF2-40B4-BE49-F238E27FC236}">
                <a16:creationId xmlns:a16="http://schemas.microsoft.com/office/drawing/2014/main" id="{903DE59B-FC71-4F7B-BBCF-9B96B09DD62E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rgbClr val="041E42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9" name="Bildplatzhalter 6">
            <a:extLst>
              <a:ext uri="{FF2B5EF4-FFF2-40B4-BE49-F238E27FC236}">
                <a16:creationId xmlns:a16="http://schemas.microsoft.com/office/drawing/2014/main" id="{86D31599-AF4C-4469-80F6-AA369A20BF0B}"/>
              </a:ext>
            </a:extLst>
          </p:cNvPr>
          <p:cNvSpPr>
            <a:spLocks noGrp="1"/>
          </p:cNvSpPr>
          <p:nvPr>
            <p:ph type="pic" sz="quarter" idx="39" hasCustomPrompt="1"/>
          </p:nvPr>
        </p:nvSpPr>
        <p:spPr>
          <a:xfrm>
            <a:off x="790014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pic>
        <p:nvPicPr>
          <p:cNvPr id="10" name="Grafik 9"/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41829" y="301184"/>
            <a:ext cx="1102192" cy="3864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973633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itat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7E4048C-0B54-437F-B99C-D178004746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41E42"/>
                </a:solidFill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4EDA59-479C-41C3-99F0-9A24DD470063}" type="datetime4">
              <a:rPr lang="de-DE" smtClean="0"/>
              <a:t>6. August 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Technische Fakultät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‹#›</a:t>
            </a:fld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EB25E710-D493-4189-8EF7-00ABE0AB56E5}"/>
              </a:ext>
            </a:extLst>
          </p:cNvPr>
          <p:cNvSpPr/>
          <p:nvPr userDrawn="1"/>
        </p:nvSpPr>
        <p:spPr>
          <a:xfrm>
            <a:off x="518317" y="1631155"/>
            <a:ext cx="11157746" cy="4569619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80000" rIns="180000" bIns="180000" rtlCol="0" anchor="ctr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600" b="0" i="0" u="none" strike="noStrike" kern="1200" cap="none" spc="0" normalizeH="0" baseline="0" noProof="0" dirty="0">
              <a:ln>
                <a:noFill/>
              </a:ln>
              <a:solidFill>
                <a:srgbClr val="041E42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F2F509DB-422D-41FB-A02B-822A0A204E45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2497190" y="2835964"/>
            <a:ext cx="7200000" cy="2160000"/>
          </a:xfrm>
        </p:spPr>
        <p:txBody>
          <a:bodyPr rIns="0" anchor="ctr" anchorCtr="0">
            <a:normAutofit/>
          </a:bodyPr>
          <a:lstStyle>
            <a:lvl1pPr algn="ctr">
              <a:defRPr sz="2000" i="1">
                <a:solidFill>
                  <a:srgbClr val="041E42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de-DE" dirty="0"/>
              <a:t>„Mastertextformat bearbeiten“</a:t>
            </a:r>
          </a:p>
        </p:txBody>
      </p:sp>
      <p:sp>
        <p:nvSpPr>
          <p:cNvPr id="11" name="Textplatzhalter 9">
            <a:extLst>
              <a:ext uri="{FF2B5EF4-FFF2-40B4-BE49-F238E27FC236}">
                <a16:creationId xmlns:a16="http://schemas.microsoft.com/office/drawing/2014/main" id="{2BEC83A6-EBB5-4F38-9A43-62A2E7E36160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rgbClr val="041E42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2" name="Bildplatzhalter 6">
            <a:extLst>
              <a:ext uri="{FF2B5EF4-FFF2-40B4-BE49-F238E27FC236}">
                <a16:creationId xmlns:a16="http://schemas.microsoft.com/office/drawing/2014/main" id="{86D31599-AF4C-4469-80F6-AA369A20BF0B}"/>
              </a:ext>
            </a:extLst>
          </p:cNvPr>
          <p:cNvSpPr>
            <a:spLocks noGrp="1"/>
          </p:cNvSpPr>
          <p:nvPr>
            <p:ph type="pic" sz="quarter" idx="39" hasCustomPrompt="1"/>
          </p:nvPr>
        </p:nvSpPr>
        <p:spPr>
          <a:xfrm>
            <a:off x="790014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pic>
        <p:nvPicPr>
          <p:cNvPr id="13" name="Grafik 12"/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41829" y="301184"/>
            <a:ext cx="1102192" cy="3864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534739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chlussfoli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extplatzhalter 167">
            <a:extLst>
              <a:ext uri="{FF2B5EF4-FFF2-40B4-BE49-F238E27FC236}">
                <a16:creationId xmlns:a16="http://schemas.microsoft.com/office/drawing/2014/main" id="{68AB2348-B91F-4E68-BDE1-60ECCE02B49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1628775"/>
            <a:ext cx="12192000" cy="5229225"/>
          </a:xfrm>
          <a:gradFill>
            <a:gsLst>
              <a:gs pos="50000">
                <a:schemeClr val="accent4">
                  <a:alpha val="50000"/>
                </a:schemeClr>
              </a:gs>
              <a:gs pos="5000">
                <a:schemeClr val="accent4"/>
              </a:gs>
              <a:gs pos="100000">
                <a:schemeClr val="accent4">
                  <a:alpha val="20000"/>
                </a:schemeClr>
              </a:gs>
            </a:gsLst>
            <a:lin ang="5400000" scaled="1"/>
          </a:gradFill>
        </p:spPr>
        <p:txBody>
          <a:bodyPr vert="horz" wrap="square" lIns="540000" tIns="1188000" rIns="0" bIns="0" rtlCol="0" anchor="t" anchorCtr="0">
            <a:noAutofit/>
          </a:bodyPr>
          <a:lstStyle>
            <a:lvl1pPr>
              <a:defRPr lang="de-DE" sz="4000" b="1" dirty="0">
                <a:latin typeface="+mj-lt"/>
                <a:ea typeface="+mj-ea"/>
                <a:cs typeface="+mj-cs"/>
              </a:defRPr>
            </a:lvl1pPr>
          </a:lstStyle>
          <a:p>
            <a:pPr lvl="0">
              <a:spcBef>
                <a:spcPct val="0"/>
              </a:spcBef>
            </a:pPr>
            <a:r>
              <a:rPr lang="de-DE" dirty="0"/>
              <a:t> </a:t>
            </a:r>
          </a:p>
        </p:txBody>
      </p:sp>
      <p:sp>
        <p:nvSpPr>
          <p:cNvPr id="59" name="Bildplatzhalter 60">
            <a:extLst>
              <a:ext uri="{FF2B5EF4-FFF2-40B4-BE49-F238E27FC236}">
                <a16:creationId xmlns:a16="http://schemas.microsoft.com/office/drawing/2014/main" id="{92CE05A2-27DE-4191-8A63-5C7C7ACA37CD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1628775"/>
            <a:ext cx="12192000" cy="5229226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r>
              <a:rPr lang="de-DE" dirty="0"/>
              <a:t> </a:t>
            </a:r>
          </a:p>
        </p:txBody>
      </p:sp>
      <p:sp>
        <p:nvSpPr>
          <p:cNvPr id="60" name="Rechteck 59">
            <a:extLst>
              <a:ext uri="{FF2B5EF4-FFF2-40B4-BE49-F238E27FC236}">
                <a16:creationId xmlns:a16="http://schemas.microsoft.com/office/drawing/2014/main" id="{CBD8B083-79E8-44E1-BA43-E993160F02E1}"/>
              </a:ext>
            </a:extLst>
          </p:cNvPr>
          <p:cNvSpPr/>
          <p:nvPr userDrawn="1"/>
        </p:nvSpPr>
        <p:spPr>
          <a:xfrm>
            <a:off x="518400" y="1196733"/>
            <a:ext cx="11676062" cy="72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4" name="Textplatzhalter 64">
            <a:extLst>
              <a:ext uri="{FF2B5EF4-FFF2-40B4-BE49-F238E27FC236}">
                <a16:creationId xmlns:a16="http://schemas.microsoft.com/office/drawing/2014/main" id="{94E4DAD8-28C4-496D-803F-AF50BFF89A8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18317" y="2647985"/>
            <a:ext cx="11157745" cy="1562031"/>
          </a:xfrm>
        </p:spPr>
        <p:txBody>
          <a:bodyPr vert="horz" wrap="square" lIns="0" tIns="0" rIns="360000" bIns="0" rtlCol="0" anchor="ctr" anchorCtr="0">
            <a:spAutoFit/>
          </a:bodyPr>
          <a:lstStyle>
            <a:lvl1pPr>
              <a:spcAft>
                <a:spcPts val="0"/>
              </a:spcAft>
              <a:defRPr lang="de-DE" sz="4800" b="1" dirty="0" smtClean="0">
                <a:latin typeface="+mj-lt"/>
                <a:ea typeface="+mj-ea"/>
                <a:cs typeface="+mj-cs"/>
              </a:defRPr>
            </a:lvl1pPr>
          </a:lstStyle>
          <a:p>
            <a:pPr lvl="0">
              <a:spcBef>
                <a:spcPct val="0"/>
              </a:spcBef>
            </a:pPr>
            <a:r>
              <a:rPr lang="de-DE" dirty="0"/>
              <a:t>Vielen Dank</a:t>
            </a:r>
            <a:br>
              <a:rPr lang="de-DE" dirty="0"/>
            </a:br>
            <a:r>
              <a:rPr lang="de-DE" dirty="0"/>
              <a:t>für Ihre Aufmerksamkeit!</a:t>
            </a:r>
          </a:p>
        </p:txBody>
      </p:sp>
      <p:grpSp>
        <p:nvGrpSpPr>
          <p:cNvPr id="56" name="Gruppieren 55">
            <a:extLst>
              <a:ext uri="{FF2B5EF4-FFF2-40B4-BE49-F238E27FC236}">
                <a16:creationId xmlns:a16="http://schemas.microsoft.com/office/drawing/2014/main" id="{0C3B9D07-F821-46AB-95B1-D19222D00FD7}"/>
              </a:ext>
            </a:extLst>
          </p:cNvPr>
          <p:cNvGrpSpPr/>
          <p:nvPr userDrawn="1"/>
        </p:nvGrpSpPr>
        <p:grpSpPr>
          <a:xfrm>
            <a:off x="-390525" y="160153"/>
            <a:ext cx="333375" cy="136812"/>
            <a:chOff x="-133350" y="2711163"/>
            <a:chExt cx="333375" cy="136812"/>
          </a:xfrm>
        </p:grpSpPr>
        <p:cxnSp>
          <p:nvCxnSpPr>
            <p:cNvPr id="62" name="Gerader Verbinder 61">
              <a:extLst>
                <a:ext uri="{FF2B5EF4-FFF2-40B4-BE49-F238E27FC236}">
                  <a16:creationId xmlns:a16="http://schemas.microsoft.com/office/drawing/2014/main" id="{22380010-0050-441D-BA9C-97B58351587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3" name="Textfeld 62">
              <a:extLst>
                <a:ext uri="{FF2B5EF4-FFF2-40B4-BE49-F238E27FC236}">
                  <a16:creationId xmlns:a16="http://schemas.microsoft.com/office/drawing/2014/main" id="{C13F555F-C26E-4B21-A77C-6CA7380155F8}"/>
                </a:ext>
              </a:extLst>
            </p:cNvPr>
            <p:cNvSpPr txBox="1"/>
            <p:nvPr userDrawn="1"/>
          </p:nvSpPr>
          <p:spPr>
            <a:xfrm>
              <a:off x="-96506" y="2711163"/>
              <a:ext cx="259686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08,70</a:t>
              </a:r>
            </a:p>
          </p:txBody>
        </p:sp>
      </p:grpSp>
      <p:grpSp>
        <p:nvGrpSpPr>
          <p:cNvPr id="64" name="Gruppieren 63">
            <a:extLst>
              <a:ext uri="{FF2B5EF4-FFF2-40B4-BE49-F238E27FC236}">
                <a16:creationId xmlns:a16="http://schemas.microsoft.com/office/drawing/2014/main" id="{705760C0-8935-4141-9AEE-BB96816B3799}"/>
              </a:ext>
            </a:extLst>
          </p:cNvPr>
          <p:cNvGrpSpPr/>
          <p:nvPr userDrawn="1"/>
        </p:nvGrpSpPr>
        <p:grpSpPr>
          <a:xfrm>
            <a:off x="-390525" y="1131703"/>
            <a:ext cx="333375" cy="136812"/>
            <a:chOff x="-133350" y="2711163"/>
            <a:chExt cx="333375" cy="136812"/>
          </a:xfrm>
        </p:grpSpPr>
        <p:cxnSp>
          <p:nvCxnSpPr>
            <p:cNvPr id="66" name="Gerader Verbinder 65">
              <a:extLst>
                <a:ext uri="{FF2B5EF4-FFF2-40B4-BE49-F238E27FC236}">
                  <a16:creationId xmlns:a16="http://schemas.microsoft.com/office/drawing/2014/main" id="{EBE9DAC0-7790-4611-B602-40B3CD18C73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7" name="Textfeld 66">
              <a:extLst>
                <a:ext uri="{FF2B5EF4-FFF2-40B4-BE49-F238E27FC236}">
                  <a16:creationId xmlns:a16="http://schemas.microsoft.com/office/drawing/2014/main" id="{1FBE1EE4-3D10-40E7-9F1E-627A51E59C61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06,00</a:t>
              </a:r>
            </a:p>
          </p:txBody>
        </p:sp>
      </p:grpSp>
      <p:grpSp>
        <p:nvGrpSpPr>
          <p:cNvPr id="68" name="Gruppieren 67">
            <a:extLst>
              <a:ext uri="{FF2B5EF4-FFF2-40B4-BE49-F238E27FC236}">
                <a16:creationId xmlns:a16="http://schemas.microsoft.com/office/drawing/2014/main" id="{B25E0919-4E1B-4A97-A1C2-6AE7D2A59920}"/>
              </a:ext>
            </a:extLst>
          </p:cNvPr>
          <p:cNvGrpSpPr/>
          <p:nvPr userDrawn="1"/>
        </p:nvGrpSpPr>
        <p:grpSpPr>
          <a:xfrm>
            <a:off x="-390525" y="1491963"/>
            <a:ext cx="333375" cy="136812"/>
            <a:chOff x="-133350" y="2711163"/>
            <a:chExt cx="333375" cy="136812"/>
          </a:xfrm>
        </p:grpSpPr>
        <p:cxnSp>
          <p:nvCxnSpPr>
            <p:cNvPr id="69" name="Gerader Verbinder 68">
              <a:extLst>
                <a:ext uri="{FF2B5EF4-FFF2-40B4-BE49-F238E27FC236}">
                  <a16:creationId xmlns:a16="http://schemas.microsoft.com/office/drawing/2014/main" id="{849FBB7D-3378-4F36-B80B-3E0BDCA8343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0" name="Textfeld 69">
              <a:extLst>
                <a:ext uri="{FF2B5EF4-FFF2-40B4-BE49-F238E27FC236}">
                  <a16:creationId xmlns:a16="http://schemas.microsoft.com/office/drawing/2014/main" id="{6141066E-6566-420D-B6EB-886DF25CCD11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05,00</a:t>
              </a:r>
            </a:p>
          </p:txBody>
        </p:sp>
      </p:grpSp>
      <p:grpSp>
        <p:nvGrpSpPr>
          <p:cNvPr id="71" name="Gruppieren 70">
            <a:extLst>
              <a:ext uri="{FF2B5EF4-FFF2-40B4-BE49-F238E27FC236}">
                <a16:creationId xmlns:a16="http://schemas.microsoft.com/office/drawing/2014/main" id="{87A742EA-EC3D-47DE-9C2D-533639983C8D}"/>
              </a:ext>
            </a:extLst>
          </p:cNvPr>
          <p:cNvGrpSpPr/>
          <p:nvPr userDrawn="1"/>
        </p:nvGrpSpPr>
        <p:grpSpPr>
          <a:xfrm>
            <a:off x="-390525" y="3292188"/>
            <a:ext cx="333375" cy="136812"/>
            <a:chOff x="-133350" y="2711163"/>
            <a:chExt cx="333375" cy="136812"/>
          </a:xfrm>
        </p:grpSpPr>
        <p:cxnSp>
          <p:nvCxnSpPr>
            <p:cNvPr id="72" name="Gerader Verbinder 71">
              <a:extLst>
                <a:ext uri="{FF2B5EF4-FFF2-40B4-BE49-F238E27FC236}">
                  <a16:creationId xmlns:a16="http://schemas.microsoft.com/office/drawing/2014/main" id="{846719FD-F8B1-447D-8561-7A1E238E8A5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3" name="Textfeld 72">
              <a:extLst>
                <a:ext uri="{FF2B5EF4-FFF2-40B4-BE49-F238E27FC236}">
                  <a16:creationId xmlns:a16="http://schemas.microsoft.com/office/drawing/2014/main" id="{2ABDBC31-5895-4E49-887D-433A43B32DBC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00,00</a:t>
              </a:r>
            </a:p>
          </p:txBody>
        </p:sp>
      </p:grpSp>
      <p:grpSp>
        <p:nvGrpSpPr>
          <p:cNvPr id="74" name="Gruppieren 73">
            <a:extLst>
              <a:ext uri="{FF2B5EF4-FFF2-40B4-BE49-F238E27FC236}">
                <a16:creationId xmlns:a16="http://schemas.microsoft.com/office/drawing/2014/main" id="{AEF4BF1C-C847-48A1-A7BF-3BEE82EF1C59}"/>
              </a:ext>
            </a:extLst>
          </p:cNvPr>
          <p:cNvGrpSpPr/>
          <p:nvPr userDrawn="1"/>
        </p:nvGrpSpPr>
        <p:grpSpPr>
          <a:xfrm>
            <a:off x="-390525" y="6063963"/>
            <a:ext cx="333375" cy="136812"/>
            <a:chOff x="-133350" y="2711163"/>
            <a:chExt cx="333375" cy="136812"/>
          </a:xfrm>
        </p:grpSpPr>
        <p:cxnSp>
          <p:nvCxnSpPr>
            <p:cNvPr id="75" name="Gerader Verbinder 74">
              <a:extLst>
                <a:ext uri="{FF2B5EF4-FFF2-40B4-BE49-F238E27FC236}">
                  <a16:creationId xmlns:a16="http://schemas.microsoft.com/office/drawing/2014/main" id="{1CF60061-B6B2-4FE6-9482-278DFD418BD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6" name="Textfeld 75">
              <a:extLst>
                <a:ext uri="{FF2B5EF4-FFF2-40B4-BE49-F238E27FC236}">
                  <a16:creationId xmlns:a16="http://schemas.microsoft.com/office/drawing/2014/main" id="{73D29742-39CB-41E5-B346-BADC9743E285}"/>
                </a:ext>
              </a:extLst>
            </p:cNvPr>
            <p:cNvSpPr txBox="1"/>
            <p:nvPr userDrawn="1"/>
          </p:nvSpPr>
          <p:spPr>
            <a:xfrm>
              <a:off x="-96504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07,70</a:t>
              </a:r>
            </a:p>
          </p:txBody>
        </p:sp>
      </p:grpSp>
      <p:grpSp>
        <p:nvGrpSpPr>
          <p:cNvPr id="77" name="Gruppieren 76">
            <a:extLst>
              <a:ext uri="{FF2B5EF4-FFF2-40B4-BE49-F238E27FC236}">
                <a16:creationId xmlns:a16="http://schemas.microsoft.com/office/drawing/2014/main" id="{D55A5473-7182-4B24-8843-51E2ADF3D492}"/>
              </a:ext>
            </a:extLst>
          </p:cNvPr>
          <p:cNvGrpSpPr/>
          <p:nvPr userDrawn="1"/>
        </p:nvGrpSpPr>
        <p:grpSpPr>
          <a:xfrm>
            <a:off x="-390525" y="6495763"/>
            <a:ext cx="333375" cy="136812"/>
            <a:chOff x="-133350" y="2711163"/>
            <a:chExt cx="333375" cy="136812"/>
          </a:xfrm>
        </p:grpSpPr>
        <p:cxnSp>
          <p:nvCxnSpPr>
            <p:cNvPr id="78" name="Gerader Verbinder 77">
              <a:extLst>
                <a:ext uri="{FF2B5EF4-FFF2-40B4-BE49-F238E27FC236}">
                  <a16:creationId xmlns:a16="http://schemas.microsoft.com/office/drawing/2014/main" id="{204A095A-3A24-4259-92A8-4500898AC05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9" name="Textfeld 78">
              <a:extLst>
                <a:ext uri="{FF2B5EF4-FFF2-40B4-BE49-F238E27FC236}">
                  <a16:creationId xmlns:a16="http://schemas.microsoft.com/office/drawing/2014/main" id="{82971EAD-9159-4D12-8726-4FBE6AFA23F0}"/>
                </a:ext>
              </a:extLst>
            </p:cNvPr>
            <p:cNvSpPr txBox="1"/>
            <p:nvPr userDrawn="1"/>
          </p:nvSpPr>
          <p:spPr>
            <a:xfrm>
              <a:off x="-96503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08,90</a:t>
              </a:r>
            </a:p>
          </p:txBody>
        </p:sp>
      </p:grpSp>
      <p:grpSp>
        <p:nvGrpSpPr>
          <p:cNvPr id="80" name="Gruppieren 79">
            <a:extLst>
              <a:ext uri="{FF2B5EF4-FFF2-40B4-BE49-F238E27FC236}">
                <a16:creationId xmlns:a16="http://schemas.microsoft.com/office/drawing/2014/main" id="{D1FF9524-93DA-476B-89EA-9E475617F2D9}"/>
              </a:ext>
            </a:extLst>
          </p:cNvPr>
          <p:cNvGrpSpPr/>
          <p:nvPr userDrawn="1"/>
        </p:nvGrpSpPr>
        <p:grpSpPr>
          <a:xfrm rot="16200000">
            <a:off x="281643" y="-299136"/>
            <a:ext cx="333375" cy="136808"/>
            <a:chOff x="-133350" y="2711167"/>
            <a:chExt cx="333375" cy="136808"/>
          </a:xfrm>
        </p:grpSpPr>
        <p:cxnSp>
          <p:nvCxnSpPr>
            <p:cNvPr id="81" name="Gerader Verbinder 80">
              <a:extLst>
                <a:ext uri="{FF2B5EF4-FFF2-40B4-BE49-F238E27FC236}">
                  <a16:creationId xmlns:a16="http://schemas.microsoft.com/office/drawing/2014/main" id="{8DFFD401-DC7D-4F6D-82BF-DC6E357E598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2" name="Textfeld 81">
              <a:extLst>
                <a:ext uri="{FF2B5EF4-FFF2-40B4-BE49-F238E27FC236}">
                  <a16:creationId xmlns:a16="http://schemas.microsoft.com/office/drawing/2014/main" id="{36A6CE9C-ECB8-42E6-B61D-3A0F3C4D7A56}"/>
                </a:ext>
              </a:extLst>
            </p:cNvPr>
            <p:cNvSpPr txBox="1"/>
            <p:nvPr userDrawn="1"/>
          </p:nvSpPr>
          <p:spPr>
            <a:xfrm>
              <a:off x="-96507" y="2711167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83" name="Gruppieren 82">
            <a:extLst>
              <a:ext uri="{FF2B5EF4-FFF2-40B4-BE49-F238E27FC236}">
                <a16:creationId xmlns:a16="http://schemas.microsoft.com/office/drawing/2014/main" id="{20076CAA-CFEC-4359-9762-07ED0661EE26}"/>
              </a:ext>
            </a:extLst>
          </p:cNvPr>
          <p:cNvGrpSpPr/>
          <p:nvPr userDrawn="1"/>
        </p:nvGrpSpPr>
        <p:grpSpPr>
          <a:xfrm rot="16200000">
            <a:off x="5752963" y="-299136"/>
            <a:ext cx="333375" cy="136804"/>
            <a:chOff x="-133350" y="2711171"/>
            <a:chExt cx="333375" cy="136804"/>
          </a:xfrm>
        </p:grpSpPr>
        <p:cxnSp>
          <p:nvCxnSpPr>
            <p:cNvPr id="84" name="Gerader Verbinder 83">
              <a:extLst>
                <a:ext uri="{FF2B5EF4-FFF2-40B4-BE49-F238E27FC236}">
                  <a16:creationId xmlns:a16="http://schemas.microsoft.com/office/drawing/2014/main" id="{91EF761B-D6BF-475C-8903-456E1F05762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5" name="Textfeld 84">
              <a:extLst>
                <a:ext uri="{FF2B5EF4-FFF2-40B4-BE49-F238E27FC236}">
                  <a16:creationId xmlns:a16="http://schemas.microsoft.com/office/drawing/2014/main" id="{413A99B1-6C23-41A6-A82B-0EC01B779471}"/>
                </a:ext>
              </a:extLst>
            </p:cNvPr>
            <p:cNvSpPr txBox="1"/>
            <p:nvPr userDrawn="1"/>
          </p:nvSpPr>
          <p:spPr>
            <a:xfrm>
              <a:off x="-96504" y="271117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grpSp>
        <p:nvGrpSpPr>
          <p:cNvPr id="86" name="Gruppieren 85">
            <a:extLst>
              <a:ext uri="{FF2B5EF4-FFF2-40B4-BE49-F238E27FC236}">
                <a16:creationId xmlns:a16="http://schemas.microsoft.com/office/drawing/2014/main" id="{16CE4EF7-E819-4747-A9E4-8C86F991481E}"/>
              </a:ext>
            </a:extLst>
          </p:cNvPr>
          <p:cNvGrpSpPr/>
          <p:nvPr userDrawn="1"/>
        </p:nvGrpSpPr>
        <p:grpSpPr>
          <a:xfrm>
            <a:off x="6203950" y="-397424"/>
            <a:ext cx="124906" cy="333375"/>
            <a:chOff x="6416680" y="-397424"/>
            <a:chExt cx="124906" cy="333375"/>
          </a:xfrm>
        </p:grpSpPr>
        <p:cxnSp>
          <p:nvCxnSpPr>
            <p:cNvPr id="87" name="Gerader Verbinder 86">
              <a:extLst>
                <a:ext uri="{FF2B5EF4-FFF2-40B4-BE49-F238E27FC236}">
                  <a16:creationId xmlns:a16="http://schemas.microsoft.com/office/drawing/2014/main" id="{3B78DE36-86EF-463F-A7E5-0CD3043C9F4D}"/>
                </a:ext>
              </a:extLst>
            </p:cNvPr>
            <p:cNvCxnSpPr>
              <a:cxnSpLocks/>
            </p:cNvCxnSpPr>
            <p:nvPr userDrawn="1"/>
          </p:nvCxnSpPr>
          <p:spPr>
            <a:xfrm rot="16200000">
              <a:off x="6249993" y="-230736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8" name="Textfeld 87">
              <a:extLst>
                <a:ext uri="{FF2B5EF4-FFF2-40B4-BE49-F238E27FC236}">
                  <a16:creationId xmlns:a16="http://schemas.microsoft.com/office/drawing/2014/main" id="{EAD15804-28A7-4690-889A-7D8A91A7D478}"/>
                </a:ext>
              </a:extLst>
            </p:cNvPr>
            <p:cNvSpPr txBox="1"/>
            <p:nvPr userDrawn="1"/>
          </p:nvSpPr>
          <p:spPr>
            <a:xfrm rot="16200000">
              <a:off x="6349289" y="-29319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cxnSp>
        <p:nvCxnSpPr>
          <p:cNvPr id="89" name="Gerader Verbinder 88">
            <a:extLst>
              <a:ext uri="{FF2B5EF4-FFF2-40B4-BE49-F238E27FC236}">
                <a16:creationId xmlns:a16="http://schemas.microsoft.com/office/drawing/2014/main" id="{9023C4F7-97EF-4D2F-9223-1AFEE89D9C68}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5929313" y="-230736"/>
            <a:ext cx="333375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0" name="Gruppieren 89">
            <a:extLst>
              <a:ext uri="{FF2B5EF4-FFF2-40B4-BE49-F238E27FC236}">
                <a16:creationId xmlns:a16="http://schemas.microsoft.com/office/drawing/2014/main" id="{D5072DFD-BA29-43BB-A0B1-01F593A0242E}"/>
              </a:ext>
            </a:extLst>
          </p:cNvPr>
          <p:cNvGrpSpPr/>
          <p:nvPr userDrawn="1"/>
        </p:nvGrpSpPr>
        <p:grpSpPr>
          <a:xfrm rot="16200000">
            <a:off x="11447325" y="-299139"/>
            <a:ext cx="333375" cy="136800"/>
            <a:chOff x="-133350" y="2711175"/>
            <a:chExt cx="333375" cy="136800"/>
          </a:xfrm>
        </p:grpSpPr>
        <p:cxnSp>
          <p:nvCxnSpPr>
            <p:cNvPr id="91" name="Gerader Verbinder 90">
              <a:extLst>
                <a:ext uri="{FF2B5EF4-FFF2-40B4-BE49-F238E27FC236}">
                  <a16:creationId xmlns:a16="http://schemas.microsoft.com/office/drawing/2014/main" id="{A9C77A6D-E177-4B69-A5A1-6B77E4229F3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Textfeld 91">
              <a:extLst>
                <a:ext uri="{FF2B5EF4-FFF2-40B4-BE49-F238E27FC236}">
                  <a16:creationId xmlns:a16="http://schemas.microsoft.com/office/drawing/2014/main" id="{701274C6-5A42-4082-BC4B-8532BFB4CC40}"/>
                </a:ext>
              </a:extLst>
            </p:cNvPr>
            <p:cNvSpPr txBox="1"/>
            <p:nvPr userDrawn="1"/>
          </p:nvSpPr>
          <p:spPr>
            <a:xfrm>
              <a:off x="-96501" y="2711175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93" name="Gruppieren 92">
            <a:extLst>
              <a:ext uri="{FF2B5EF4-FFF2-40B4-BE49-F238E27FC236}">
                <a16:creationId xmlns:a16="http://schemas.microsoft.com/office/drawing/2014/main" id="{026F1790-1AA5-2249-AC8D-458445CB9276}"/>
              </a:ext>
            </a:extLst>
          </p:cNvPr>
          <p:cNvGrpSpPr/>
          <p:nvPr userDrawn="1"/>
        </p:nvGrpSpPr>
        <p:grpSpPr>
          <a:xfrm>
            <a:off x="510639" y="293096"/>
            <a:ext cx="2388067" cy="301237"/>
            <a:chOff x="510639" y="293688"/>
            <a:chExt cx="2594512" cy="327279"/>
          </a:xfrm>
        </p:grpSpPr>
        <p:sp>
          <p:nvSpPr>
            <p:cNvPr id="94" name="Freihandform: Form 139">
              <a:extLst>
                <a:ext uri="{FF2B5EF4-FFF2-40B4-BE49-F238E27FC236}">
                  <a16:creationId xmlns:a16="http://schemas.microsoft.com/office/drawing/2014/main" id="{A21D6C90-CB6F-5742-B27A-61223E4D0276}"/>
                </a:ext>
              </a:extLst>
            </p:cNvPr>
            <p:cNvSpPr/>
            <p:nvPr/>
          </p:nvSpPr>
          <p:spPr>
            <a:xfrm>
              <a:off x="519935" y="300420"/>
              <a:ext cx="78213" cy="124372"/>
            </a:xfrm>
            <a:custGeom>
              <a:avLst/>
              <a:gdLst>
                <a:gd name="connsiteX0" fmla="*/ 232410 w 232409"/>
                <a:gd name="connsiteY0" fmla="*/ 60960 h 369569"/>
                <a:gd name="connsiteX1" fmla="*/ 65723 w 232409"/>
                <a:gd name="connsiteY1" fmla="*/ 60960 h 369569"/>
                <a:gd name="connsiteX2" fmla="*/ 65723 w 232409"/>
                <a:gd name="connsiteY2" fmla="*/ 152400 h 369569"/>
                <a:gd name="connsiteX3" fmla="*/ 189547 w 232409"/>
                <a:gd name="connsiteY3" fmla="*/ 152400 h 369569"/>
                <a:gd name="connsiteX4" fmla="*/ 189547 w 232409"/>
                <a:gd name="connsiteY4" fmla="*/ 212408 h 369569"/>
                <a:gd name="connsiteX5" fmla="*/ 65723 w 232409"/>
                <a:gd name="connsiteY5" fmla="*/ 212408 h 369569"/>
                <a:gd name="connsiteX6" fmla="*/ 65723 w 232409"/>
                <a:gd name="connsiteY6" fmla="*/ 369570 h 369569"/>
                <a:gd name="connsiteX7" fmla="*/ 0 w 232409"/>
                <a:gd name="connsiteY7" fmla="*/ 369570 h 369569"/>
                <a:gd name="connsiteX8" fmla="*/ 0 w 232409"/>
                <a:gd name="connsiteY8" fmla="*/ 0 h 369569"/>
                <a:gd name="connsiteX9" fmla="*/ 231458 w 232409"/>
                <a:gd name="connsiteY9" fmla="*/ 0 h 369569"/>
                <a:gd name="connsiteX10" fmla="*/ 231458 w 232409"/>
                <a:gd name="connsiteY10" fmla="*/ 60960 h 3695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32409" h="369569">
                  <a:moveTo>
                    <a:pt x="232410" y="60960"/>
                  </a:moveTo>
                  <a:lnTo>
                    <a:pt x="65723" y="60960"/>
                  </a:lnTo>
                  <a:lnTo>
                    <a:pt x="65723" y="152400"/>
                  </a:lnTo>
                  <a:lnTo>
                    <a:pt x="189547" y="152400"/>
                  </a:lnTo>
                  <a:lnTo>
                    <a:pt x="189547" y="212408"/>
                  </a:lnTo>
                  <a:lnTo>
                    <a:pt x="65723" y="212408"/>
                  </a:lnTo>
                  <a:lnTo>
                    <a:pt x="65723" y="369570"/>
                  </a:lnTo>
                  <a:lnTo>
                    <a:pt x="0" y="369570"/>
                  </a:lnTo>
                  <a:lnTo>
                    <a:pt x="0" y="0"/>
                  </a:lnTo>
                  <a:lnTo>
                    <a:pt x="231458" y="0"/>
                  </a:lnTo>
                  <a:lnTo>
                    <a:pt x="231458" y="60960"/>
                  </a:lnTo>
                  <a:close/>
                </a:path>
              </a:pathLst>
            </a:custGeom>
            <a:solidFill>
              <a:srgbClr val="041E4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95" name="Freihandform: Form 140">
              <a:extLst>
                <a:ext uri="{FF2B5EF4-FFF2-40B4-BE49-F238E27FC236}">
                  <a16:creationId xmlns:a16="http://schemas.microsoft.com/office/drawing/2014/main" id="{AD0321DC-F0FE-444A-A11C-AD1929DC8A9D}"/>
                </a:ext>
              </a:extLst>
            </p:cNvPr>
            <p:cNvSpPr/>
            <p:nvPr/>
          </p:nvSpPr>
          <p:spPr>
            <a:xfrm>
              <a:off x="610329" y="332713"/>
              <a:ext cx="53852" cy="91758"/>
            </a:xfrm>
            <a:custGeom>
              <a:avLst/>
              <a:gdLst>
                <a:gd name="connsiteX0" fmla="*/ 160020 w 160020"/>
                <a:gd name="connsiteY0" fmla="*/ 5005 h 272657"/>
                <a:gd name="connsiteX1" fmla="*/ 150495 w 160020"/>
                <a:gd name="connsiteY1" fmla="*/ 68823 h 272657"/>
                <a:gd name="connsiteX2" fmla="*/ 116205 w 160020"/>
                <a:gd name="connsiteY2" fmla="*/ 60250 h 272657"/>
                <a:gd name="connsiteX3" fmla="*/ 61913 w 160020"/>
                <a:gd name="connsiteY3" fmla="*/ 135498 h 272657"/>
                <a:gd name="connsiteX4" fmla="*/ 61913 w 160020"/>
                <a:gd name="connsiteY4" fmla="*/ 272658 h 272657"/>
                <a:gd name="connsiteX5" fmla="*/ 0 w 160020"/>
                <a:gd name="connsiteY5" fmla="*/ 272658 h 272657"/>
                <a:gd name="connsiteX6" fmla="*/ 0 w 160020"/>
                <a:gd name="connsiteY6" fmla="*/ 5958 h 272657"/>
                <a:gd name="connsiteX7" fmla="*/ 60960 w 160020"/>
                <a:gd name="connsiteY7" fmla="*/ 5958 h 272657"/>
                <a:gd name="connsiteX8" fmla="*/ 60960 w 160020"/>
                <a:gd name="connsiteY8" fmla="*/ 40248 h 272657"/>
                <a:gd name="connsiteX9" fmla="*/ 61913 w 160020"/>
                <a:gd name="connsiteY9" fmla="*/ 40248 h 272657"/>
                <a:gd name="connsiteX10" fmla="*/ 131445 w 160020"/>
                <a:gd name="connsiteY10" fmla="*/ 243 h 272657"/>
                <a:gd name="connsiteX11" fmla="*/ 160020 w 160020"/>
                <a:gd name="connsiteY11" fmla="*/ 5005 h 2726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0020" h="272657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2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7" y="-710"/>
                    <a:pt x="150495" y="1195"/>
                    <a:pt x="160020" y="5005"/>
                  </a:cubicBezTo>
                  <a:close/>
                </a:path>
              </a:pathLst>
            </a:custGeom>
            <a:solidFill>
              <a:srgbClr val="041E4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96" name="Freihandform: Form 141">
              <a:extLst>
                <a:ext uri="{FF2B5EF4-FFF2-40B4-BE49-F238E27FC236}">
                  <a16:creationId xmlns:a16="http://schemas.microsoft.com/office/drawing/2014/main" id="{26533122-7334-2A48-988D-C005CB3DBF35}"/>
                </a:ext>
              </a:extLst>
            </p:cNvPr>
            <p:cNvSpPr/>
            <p:nvPr/>
          </p:nvSpPr>
          <p:spPr>
            <a:xfrm>
              <a:off x="679247" y="294971"/>
              <a:ext cx="26605" cy="129501"/>
            </a:xfrm>
            <a:custGeom>
              <a:avLst/>
              <a:gdLst>
                <a:gd name="connsiteX0" fmla="*/ 79058 w 79057"/>
                <a:gd name="connsiteY0" fmla="*/ 38100 h 384810"/>
                <a:gd name="connsiteX1" fmla="*/ 39052 w 79057"/>
                <a:gd name="connsiteY1" fmla="*/ 76200 h 384810"/>
                <a:gd name="connsiteX2" fmla="*/ 0 w 79057"/>
                <a:gd name="connsiteY2" fmla="*/ 38100 h 384810"/>
                <a:gd name="connsiteX3" fmla="*/ 39052 w 79057"/>
                <a:gd name="connsiteY3" fmla="*/ 0 h 384810"/>
                <a:gd name="connsiteX4" fmla="*/ 79058 w 79057"/>
                <a:gd name="connsiteY4" fmla="*/ 38100 h 384810"/>
                <a:gd name="connsiteX5" fmla="*/ 70485 w 79057"/>
                <a:gd name="connsiteY5" fmla="*/ 384810 h 384810"/>
                <a:gd name="connsiteX6" fmla="*/ 8573 w 79057"/>
                <a:gd name="connsiteY6" fmla="*/ 384810 h 384810"/>
                <a:gd name="connsiteX7" fmla="*/ 8573 w 79057"/>
                <a:gd name="connsiteY7" fmla="*/ 118110 h 384810"/>
                <a:gd name="connsiteX8" fmla="*/ 70485 w 79057"/>
                <a:gd name="connsiteY8" fmla="*/ 118110 h 384810"/>
                <a:gd name="connsiteX9" fmla="*/ 70485 w 79057"/>
                <a:gd name="connsiteY9" fmla="*/ 384810 h 384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4810">
                  <a:moveTo>
                    <a:pt x="79058" y="38100"/>
                  </a:moveTo>
                  <a:cubicBezTo>
                    <a:pt x="79058" y="60007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8" y="0"/>
                    <a:pt x="39052" y="0"/>
                  </a:cubicBezTo>
                  <a:cubicBezTo>
                    <a:pt x="60960" y="0"/>
                    <a:pt x="79058" y="16193"/>
                    <a:pt x="79058" y="38100"/>
                  </a:cubicBezTo>
                  <a:close/>
                  <a:moveTo>
                    <a:pt x="70485" y="384810"/>
                  </a:moveTo>
                  <a:lnTo>
                    <a:pt x="8573" y="384810"/>
                  </a:lnTo>
                  <a:lnTo>
                    <a:pt x="8573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solidFill>
              <a:srgbClr val="041E4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97" name="Freihandform: Form 142">
              <a:extLst>
                <a:ext uri="{FF2B5EF4-FFF2-40B4-BE49-F238E27FC236}">
                  <a16:creationId xmlns:a16="http://schemas.microsoft.com/office/drawing/2014/main" id="{AEA3C75E-A2CA-A949-9620-F3FBBC32F186}"/>
                </a:ext>
              </a:extLst>
            </p:cNvPr>
            <p:cNvSpPr/>
            <p:nvPr/>
          </p:nvSpPr>
          <p:spPr>
            <a:xfrm>
              <a:off x="725086" y="332795"/>
              <a:ext cx="81739" cy="93920"/>
            </a:xfrm>
            <a:custGeom>
              <a:avLst/>
              <a:gdLst>
                <a:gd name="connsiteX0" fmla="*/ 132397 w 242887"/>
                <a:gd name="connsiteY0" fmla="*/ 279083 h 279082"/>
                <a:gd name="connsiteX1" fmla="*/ 0 w 242887"/>
                <a:gd name="connsiteY1" fmla="*/ 139065 h 279082"/>
                <a:gd name="connsiteX2" fmla="*/ 124777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7 w 242887"/>
                <a:gd name="connsiteY6" fmla="*/ 225743 h 279082"/>
                <a:gd name="connsiteX7" fmla="*/ 198120 w 242887"/>
                <a:gd name="connsiteY7" fmla="*/ 194310 h 279082"/>
                <a:gd name="connsiteX8" fmla="*/ 237172 w 242887"/>
                <a:gd name="connsiteY8" fmla="*/ 235268 h 279082"/>
                <a:gd name="connsiteX9" fmla="*/ 132397 w 242887"/>
                <a:gd name="connsiteY9" fmla="*/ 279083 h 279082"/>
                <a:gd name="connsiteX10" fmla="*/ 61913 w 242887"/>
                <a:gd name="connsiteY10" fmla="*/ 115253 h 279082"/>
                <a:gd name="connsiteX11" fmla="*/ 182880 w 242887"/>
                <a:gd name="connsiteY11" fmla="*/ 115253 h 279082"/>
                <a:gd name="connsiteX12" fmla="*/ 123825 w 242887"/>
                <a:gd name="connsiteY12" fmla="*/ 50482 h 279082"/>
                <a:gd name="connsiteX13" fmla="*/ 61913 w 242887"/>
                <a:gd name="connsiteY13" fmla="*/ 115253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3"/>
                    <a:pt x="132397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2" y="235268"/>
                  </a:lnTo>
                  <a:cubicBezTo>
                    <a:pt x="206692" y="264795"/>
                    <a:pt x="172402" y="279083"/>
                    <a:pt x="132397" y="279083"/>
                  </a:cubicBezTo>
                  <a:close/>
                  <a:moveTo>
                    <a:pt x="61913" y="115253"/>
                  </a:moveTo>
                  <a:lnTo>
                    <a:pt x="182880" y="115253"/>
                  </a:lnTo>
                  <a:cubicBezTo>
                    <a:pt x="180022" y="74295"/>
                    <a:pt x="159067" y="50482"/>
                    <a:pt x="123825" y="50482"/>
                  </a:cubicBezTo>
                  <a:cubicBezTo>
                    <a:pt x="89535" y="50482"/>
                    <a:pt x="67627" y="74295"/>
                    <a:pt x="61913" y="115253"/>
                  </a:cubicBezTo>
                  <a:close/>
                </a:path>
              </a:pathLst>
            </a:custGeom>
            <a:solidFill>
              <a:srgbClr val="041E4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98" name="Freihandform: Form 143">
              <a:extLst>
                <a:ext uri="{FF2B5EF4-FFF2-40B4-BE49-F238E27FC236}">
                  <a16:creationId xmlns:a16="http://schemas.microsoft.com/office/drawing/2014/main" id="{12CC2BD9-F08D-6843-8054-67F3295C4D11}"/>
                </a:ext>
              </a:extLst>
            </p:cNvPr>
            <p:cNvSpPr/>
            <p:nvPr/>
          </p:nvSpPr>
          <p:spPr>
            <a:xfrm>
              <a:off x="825417" y="293688"/>
              <a:ext cx="83663" cy="133347"/>
            </a:xfrm>
            <a:custGeom>
              <a:avLst/>
              <a:gdLst>
                <a:gd name="connsiteX0" fmla="*/ 0 w 248602"/>
                <a:gd name="connsiteY0" fmla="*/ 255270 h 396239"/>
                <a:gd name="connsiteX1" fmla="*/ 108585 w 248602"/>
                <a:gd name="connsiteY1" fmla="*/ 116205 h 396239"/>
                <a:gd name="connsiteX2" fmla="*/ 185738 w 248602"/>
                <a:gd name="connsiteY2" fmla="*/ 152400 h 396239"/>
                <a:gd name="connsiteX3" fmla="*/ 186690 w 248602"/>
                <a:gd name="connsiteY3" fmla="*/ 152400 h 396239"/>
                <a:gd name="connsiteX4" fmla="*/ 186690 w 248602"/>
                <a:gd name="connsiteY4" fmla="*/ 15240 h 396239"/>
                <a:gd name="connsiteX5" fmla="*/ 248602 w 248602"/>
                <a:gd name="connsiteY5" fmla="*/ 0 h 396239"/>
                <a:gd name="connsiteX6" fmla="*/ 248602 w 248602"/>
                <a:gd name="connsiteY6" fmla="*/ 389573 h 396239"/>
                <a:gd name="connsiteX7" fmla="*/ 187642 w 248602"/>
                <a:gd name="connsiteY7" fmla="*/ 389573 h 396239"/>
                <a:gd name="connsiteX8" fmla="*/ 187642 w 248602"/>
                <a:gd name="connsiteY8" fmla="*/ 358140 h 396239"/>
                <a:gd name="connsiteX9" fmla="*/ 186690 w 248602"/>
                <a:gd name="connsiteY9" fmla="*/ 358140 h 396239"/>
                <a:gd name="connsiteX10" fmla="*/ 106680 w 248602"/>
                <a:gd name="connsiteY10" fmla="*/ 396240 h 396239"/>
                <a:gd name="connsiteX11" fmla="*/ 0 w 248602"/>
                <a:gd name="connsiteY11" fmla="*/ 255270 h 396239"/>
                <a:gd name="connsiteX12" fmla="*/ 60960 w 248602"/>
                <a:gd name="connsiteY12" fmla="*/ 255270 h 396239"/>
                <a:gd name="connsiteX13" fmla="*/ 122872 w 248602"/>
                <a:gd name="connsiteY13" fmla="*/ 340995 h 396239"/>
                <a:gd name="connsiteX14" fmla="*/ 186690 w 248602"/>
                <a:gd name="connsiteY14" fmla="*/ 305753 h 396239"/>
                <a:gd name="connsiteX15" fmla="*/ 186690 w 248602"/>
                <a:gd name="connsiteY15" fmla="*/ 207645 h 396239"/>
                <a:gd name="connsiteX16" fmla="*/ 122872 w 248602"/>
                <a:gd name="connsiteY16" fmla="*/ 172402 h 396239"/>
                <a:gd name="connsiteX17" fmla="*/ 60960 w 248602"/>
                <a:gd name="connsiteY17" fmla="*/ 255270 h 396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48602" h="396239">
                  <a:moveTo>
                    <a:pt x="0" y="255270"/>
                  </a:moveTo>
                  <a:cubicBezTo>
                    <a:pt x="0" y="169545"/>
                    <a:pt x="43815" y="116205"/>
                    <a:pt x="108585" y="116205"/>
                  </a:cubicBezTo>
                  <a:cubicBezTo>
                    <a:pt x="141922" y="116205"/>
                    <a:pt x="168592" y="130493"/>
                    <a:pt x="185738" y="152400"/>
                  </a:cubicBezTo>
                  <a:lnTo>
                    <a:pt x="186690" y="152400"/>
                  </a:lnTo>
                  <a:lnTo>
                    <a:pt x="186690" y="15240"/>
                  </a:lnTo>
                  <a:lnTo>
                    <a:pt x="248602" y="0"/>
                  </a:lnTo>
                  <a:lnTo>
                    <a:pt x="248602" y="389573"/>
                  </a:lnTo>
                  <a:lnTo>
                    <a:pt x="187642" y="389573"/>
                  </a:lnTo>
                  <a:lnTo>
                    <a:pt x="187642" y="358140"/>
                  </a:lnTo>
                  <a:lnTo>
                    <a:pt x="186690" y="358140"/>
                  </a:lnTo>
                  <a:cubicBezTo>
                    <a:pt x="167640" y="381953"/>
                    <a:pt x="140017" y="396240"/>
                    <a:pt x="106680" y="396240"/>
                  </a:cubicBezTo>
                  <a:cubicBezTo>
                    <a:pt x="43815" y="395288"/>
                    <a:pt x="0" y="340995"/>
                    <a:pt x="0" y="255270"/>
                  </a:cubicBezTo>
                  <a:close/>
                  <a:moveTo>
                    <a:pt x="60960" y="255270"/>
                  </a:moveTo>
                  <a:cubicBezTo>
                    <a:pt x="60960" y="309563"/>
                    <a:pt x="83820" y="340995"/>
                    <a:pt x="122872" y="340995"/>
                  </a:cubicBezTo>
                  <a:cubicBezTo>
                    <a:pt x="146685" y="340995"/>
                    <a:pt x="166688" y="329565"/>
                    <a:pt x="186690" y="305753"/>
                  </a:cubicBezTo>
                  <a:lnTo>
                    <a:pt x="186690" y="207645"/>
                  </a:lnTo>
                  <a:cubicBezTo>
                    <a:pt x="168592" y="183833"/>
                    <a:pt x="148590" y="172402"/>
                    <a:pt x="122872" y="172402"/>
                  </a:cubicBezTo>
                  <a:cubicBezTo>
                    <a:pt x="82867" y="172402"/>
                    <a:pt x="60960" y="201930"/>
                    <a:pt x="60960" y="255270"/>
                  </a:cubicBezTo>
                  <a:close/>
                </a:path>
              </a:pathLst>
            </a:custGeom>
            <a:solidFill>
              <a:srgbClr val="041E4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99" name="Freihandform: Form 144">
              <a:extLst>
                <a:ext uri="{FF2B5EF4-FFF2-40B4-BE49-F238E27FC236}">
                  <a16:creationId xmlns:a16="http://schemas.microsoft.com/office/drawing/2014/main" id="{0091577E-076D-F64A-95AF-2939860D6325}"/>
                </a:ext>
              </a:extLst>
            </p:cNvPr>
            <p:cNvSpPr/>
            <p:nvPr/>
          </p:nvSpPr>
          <p:spPr>
            <a:xfrm>
              <a:off x="936967" y="332713"/>
              <a:ext cx="53852" cy="91758"/>
            </a:xfrm>
            <a:custGeom>
              <a:avLst/>
              <a:gdLst>
                <a:gd name="connsiteX0" fmla="*/ 160020 w 160020"/>
                <a:gd name="connsiteY0" fmla="*/ 5005 h 272657"/>
                <a:gd name="connsiteX1" fmla="*/ 150495 w 160020"/>
                <a:gd name="connsiteY1" fmla="*/ 68823 h 272657"/>
                <a:gd name="connsiteX2" fmla="*/ 116205 w 160020"/>
                <a:gd name="connsiteY2" fmla="*/ 60250 h 272657"/>
                <a:gd name="connsiteX3" fmla="*/ 61913 w 160020"/>
                <a:gd name="connsiteY3" fmla="*/ 135498 h 272657"/>
                <a:gd name="connsiteX4" fmla="*/ 61913 w 160020"/>
                <a:gd name="connsiteY4" fmla="*/ 272658 h 272657"/>
                <a:gd name="connsiteX5" fmla="*/ 0 w 160020"/>
                <a:gd name="connsiteY5" fmla="*/ 272658 h 272657"/>
                <a:gd name="connsiteX6" fmla="*/ 0 w 160020"/>
                <a:gd name="connsiteY6" fmla="*/ 5958 h 272657"/>
                <a:gd name="connsiteX7" fmla="*/ 60960 w 160020"/>
                <a:gd name="connsiteY7" fmla="*/ 5958 h 272657"/>
                <a:gd name="connsiteX8" fmla="*/ 60960 w 160020"/>
                <a:gd name="connsiteY8" fmla="*/ 40248 h 272657"/>
                <a:gd name="connsiteX9" fmla="*/ 61913 w 160020"/>
                <a:gd name="connsiteY9" fmla="*/ 40248 h 272657"/>
                <a:gd name="connsiteX10" fmla="*/ 131445 w 160020"/>
                <a:gd name="connsiteY10" fmla="*/ 243 h 272657"/>
                <a:gd name="connsiteX11" fmla="*/ 160020 w 160020"/>
                <a:gd name="connsiteY11" fmla="*/ 5005 h 2726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0020" h="272657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3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8" y="-710"/>
                    <a:pt x="150495" y="1195"/>
                    <a:pt x="160020" y="5005"/>
                  </a:cubicBezTo>
                  <a:close/>
                </a:path>
              </a:pathLst>
            </a:custGeom>
            <a:solidFill>
              <a:srgbClr val="041E4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0" name="Freihandform: Form 145">
              <a:extLst>
                <a:ext uri="{FF2B5EF4-FFF2-40B4-BE49-F238E27FC236}">
                  <a16:creationId xmlns:a16="http://schemas.microsoft.com/office/drawing/2014/main" id="{5600DA2B-A584-9F4F-80C0-8BE95E6C0A45}"/>
                </a:ext>
              </a:extLst>
            </p:cNvPr>
            <p:cNvSpPr/>
            <p:nvPr/>
          </p:nvSpPr>
          <p:spPr>
            <a:xfrm>
              <a:off x="1005565" y="294971"/>
              <a:ext cx="26605" cy="129501"/>
            </a:xfrm>
            <a:custGeom>
              <a:avLst/>
              <a:gdLst>
                <a:gd name="connsiteX0" fmla="*/ 79058 w 79057"/>
                <a:gd name="connsiteY0" fmla="*/ 38100 h 384810"/>
                <a:gd name="connsiteX1" fmla="*/ 39052 w 79057"/>
                <a:gd name="connsiteY1" fmla="*/ 76200 h 384810"/>
                <a:gd name="connsiteX2" fmla="*/ 0 w 79057"/>
                <a:gd name="connsiteY2" fmla="*/ 38100 h 384810"/>
                <a:gd name="connsiteX3" fmla="*/ 39052 w 79057"/>
                <a:gd name="connsiteY3" fmla="*/ 0 h 384810"/>
                <a:gd name="connsiteX4" fmla="*/ 79058 w 79057"/>
                <a:gd name="connsiteY4" fmla="*/ 38100 h 384810"/>
                <a:gd name="connsiteX5" fmla="*/ 71438 w 79057"/>
                <a:gd name="connsiteY5" fmla="*/ 384810 h 384810"/>
                <a:gd name="connsiteX6" fmla="*/ 9525 w 79057"/>
                <a:gd name="connsiteY6" fmla="*/ 384810 h 384810"/>
                <a:gd name="connsiteX7" fmla="*/ 9525 w 79057"/>
                <a:gd name="connsiteY7" fmla="*/ 118110 h 384810"/>
                <a:gd name="connsiteX8" fmla="*/ 71438 w 79057"/>
                <a:gd name="connsiteY8" fmla="*/ 118110 h 384810"/>
                <a:gd name="connsiteX9" fmla="*/ 71438 w 79057"/>
                <a:gd name="connsiteY9" fmla="*/ 384810 h 384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4810">
                  <a:moveTo>
                    <a:pt x="79058" y="38100"/>
                  </a:moveTo>
                  <a:cubicBezTo>
                    <a:pt x="79058" y="60007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7" y="0"/>
                    <a:pt x="39052" y="0"/>
                  </a:cubicBezTo>
                  <a:cubicBezTo>
                    <a:pt x="61913" y="0"/>
                    <a:pt x="79058" y="16193"/>
                    <a:pt x="79058" y="38100"/>
                  </a:cubicBezTo>
                  <a:close/>
                  <a:moveTo>
                    <a:pt x="71438" y="384810"/>
                  </a:moveTo>
                  <a:lnTo>
                    <a:pt x="9525" y="384810"/>
                  </a:lnTo>
                  <a:lnTo>
                    <a:pt x="9525" y="118110"/>
                  </a:lnTo>
                  <a:lnTo>
                    <a:pt x="71438" y="118110"/>
                  </a:lnTo>
                  <a:lnTo>
                    <a:pt x="71438" y="384810"/>
                  </a:lnTo>
                  <a:close/>
                </a:path>
              </a:pathLst>
            </a:custGeom>
            <a:solidFill>
              <a:srgbClr val="041E4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1" name="Freihandform: Form 146">
              <a:extLst>
                <a:ext uri="{FF2B5EF4-FFF2-40B4-BE49-F238E27FC236}">
                  <a16:creationId xmlns:a16="http://schemas.microsoft.com/office/drawing/2014/main" id="{0ADFB78B-5A0B-EC48-B160-DB451C67D058}"/>
                </a:ext>
              </a:extLst>
            </p:cNvPr>
            <p:cNvSpPr/>
            <p:nvPr/>
          </p:nvSpPr>
          <p:spPr>
            <a:xfrm>
              <a:off x="1052044" y="332474"/>
              <a:ext cx="75649" cy="94240"/>
            </a:xfrm>
            <a:custGeom>
              <a:avLst/>
              <a:gdLst>
                <a:gd name="connsiteX0" fmla="*/ 222885 w 224789"/>
                <a:gd name="connsiteY0" fmla="*/ 237172 h 280034"/>
                <a:gd name="connsiteX1" fmla="*/ 127635 w 224789"/>
                <a:gd name="connsiteY1" fmla="*/ 280035 h 280034"/>
                <a:gd name="connsiteX2" fmla="*/ 0 w 224789"/>
                <a:gd name="connsiteY2" fmla="*/ 140970 h 280034"/>
                <a:gd name="connsiteX3" fmla="*/ 128588 w 224789"/>
                <a:gd name="connsiteY3" fmla="*/ 0 h 280034"/>
                <a:gd name="connsiteX4" fmla="*/ 224790 w 224789"/>
                <a:gd name="connsiteY4" fmla="*/ 45720 h 280034"/>
                <a:gd name="connsiteX5" fmla="*/ 181927 w 224789"/>
                <a:gd name="connsiteY5" fmla="*/ 86678 h 280034"/>
                <a:gd name="connsiteX6" fmla="*/ 128588 w 224789"/>
                <a:gd name="connsiteY6" fmla="*/ 57150 h 280034"/>
                <a:gd name="connsiteX7" fmla="*/ 62865 w 224789"/>
                <a:gd name="connsiteY7" fmla="*/ 140018 h 280034"/>
                <a:gd name="connsiteX8" fmla="*/ 128588 w 224789"/>
                <a:gd name="connsiteY8" fmla="*/ 222885 h 280034"/>
                <a:gd name="connsiteX9" fmla="*/ 183833 w 224789"/>
                <a:gd name="connsiteY9" fmla="*/ 193358 h 280034"/>
                <a:gd name="connsiteX10" fmla="*/ 222885 w 224789"/>
                <a:gd name="connsiteY10" fmla="*/ 237172 h 2800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4789" h="280034">
                  <a:moveTo>
                    <a:pt x="222885" y="237172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2" y="0"/>
                    <a:pt x="200977" y="15240"/>
                    <a:pt x="224790" y="45720"/>
                  </a:cubicBezTo>
                  <a:lnTo>
                    <a:pt x="181927" y="86678"/>
                  </a:lnTo>
                  <a:cubicBezTo>
                    <a:pt x="166688" y="66675"/>
                    <a:pt x="149542" y="57150"/>
                    <a:pt x="128588" y="57150"/>
                  </a:cubicBezTo>
                  <a:cubicBezTo>
                    <a:pt x="89535" y="57150"/>
                    <a:pt x="62865" y="89535"/>
                    <a:pt x="62865" y="140018"/>
                  </a:cubicBezTo>
                  <a:cubicBezTo>
                    <a:pt x="62865" y="189547"/>
                    <a:pt x="89535" y="222885"/>
                    <a:pt x="128588" y="222885"/>
                  </a:cubicBezTo>
                  <a:cubicBezTo>
                    <a:pt x="149542" y="222885"/>
                    <a:pt x="166688" y="213360"/>
                    <a:pt x="183833" y="193358"/>
                  </a:cubicBezTo>
                  <a:lnTo>
                    <a:pt x="222885" y="237172"/>
                  </a:lnTo>
                  <a:close/>
                </a:path>
              </a:pathLst>
            </a:custGeom>
            <a:solidFill>
              <a:srgbClr val="041E4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2" name="Freihandform: Form 147">
              <a:extLst>
                <a:ext uri="{FF2B5EF4-FFF2-40B4-BE49-F238E27FC236}">
                  <a16:creationId xmlns:a16="http://schemas.microsoft.com/office/drawing/2014/main" id="{C6B7CD53-2D3F-8F4A-9C0F-459B22C64249}"/>
                </a:ext>
              </a:extLst>
            </p:cNvPr>
            <p:cNvSpPr/>
            <p:nvPr/>
          </p:nvSpPr>
          <p:spPr>
            <a:xfrm>
              <a:off x="1145644" y="293688"/>
              <a:ext cx="77252" cy="131103"/>
            </a:xfrm>
            <a:custGeom>
              <a:avLst/>
              <a:gdLst>
                <a:gd name="connsiteX0" fmla="*/ 229553 w 229552"/>
                <a:gd name="connsiteY0" fmla="*/ 388620 h 389572"/>
                <a:gd name="connsiteX1" fmla="*/ 167640 w 229552"/>
                <a:gd name="connsiteY1" fmla="*/ 388620 h 389572"/>
                <a:gd name="connsiteX2" fmla="*/ 167640 w 229552"/>
                <a:gd name="connsiteY2" fmla="*/ 236220 h 389572"/>
                <a:gd name="connsiteX3" fmla="*/ 118110 w 229552"/>
                <a:gd name="connsiteY3" fmla="*/ 171450 h 389572"/>
                <a:gd name="connsiteX4" fmla="*/ 62865 w 229552"/>
                <a:gd name="connsiteY4" fmla="*/ 236220 h 389572"/>
                <a:gd name="connsiteX5" fmla="*/ 62865 w 229552"/>
                <a:gd name="connsiteY5" fmla="*/ 389573 h 389572"/>
                <a:gd name="connsiteX6" fmla="*/ 0 w 229552"/>
                <a:gd name="connsiteY6" fmla="*/ 389573 h 389572"/>
                <a:gd name="connsiteX7" fmla="*/ 0 w 229552"/>
                <a:gd name="connsiteY7" fmla="*/ 15240 h 389572"/>
                <a:gd name="connsiteX8" fmla="*/ 61913 w 229552"/>
                <a:gd name="connsiteY8" fmla="*/ 0 h 389572"/>
                <a:gd name="connsiteX9" fmla="*/ 61913 w 229552"/>
                <a:gd name="connsiteY9" fmla="*/ 155258 h 389572"/>
                <a:gd name="connsiteX10" fmla="*/ 62865 w 229552"/>
                <a:gd name="connsiteY10" fmla="*/ 155258 h 389572"/>
                <a:gd name="connsiteX11" fmla="*/ 140970 w 229552"/>
                <a:gd name="connsiteY11" fmla="*/ 116205 h 389572"/>
                <a:gd name="connsiteX12" fmla="*/ 228600 w 229552"/>
                <a:gd name="connsiteY12" fmla="*/ 223838 h 389572"/>
                <a:gd name="connsiteX13" fmla="*/ 228600 w 229552"/>
                <a:gd name="connsiteY13" fmla="*/ 388620 h 389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9552" h="389572">
                  <a:moveTo>
                    <a:pt x="229553" y="388620"/>
                  </a:moveTo>
                  <a:lnTo>
                    <a:pt x="167640" y="388620"/>
                  </a:lnTo>
                  <a:lnTo>
                    <a:pt x="167640" y="236220"/>
                  </a:lnTo>
                  <a:cubicBezTo>
                    <a:pt x="167640" y="197168"/>
                    <a:pt x="155257" y="171450"/>
                    <a:pt x="118110" y="171450"/>
                  </a:cubicBezTo>
                  <a:cubicBezTo>
                    <a:pt x="75247" y="171450"/>
                    <a:pt x="62865" y="205740"/>
                    <a:pt x="62865" y="236220"/>
                  </a:cubicBezTo>
                  <a:lnTo>
                    <a:pt x="62865" y="389573"/>
                  </a:lnTo>
                  <a:lnTo>
                    <a:pt x="0" y="389573"/>
                  </a:lnTo>
                  <a:lnTo>
                    <a:pt x="0" y="15240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8" y="116205"/>
                    <a:pt x="140970" y="116205"/>
                  </a:cubicBezTo>
                  <a:cubicBezTo>
                    <a:pt x="202882" y="116205"/>
                    <a:pt x="228600" y="161925"/>
                    <a:pt x="228600" y="223838"/>
                  </a:cubicBezTo>
                  <a:lnTo>
                    <a:pt x="228600" y="388620"/>
                  </a:lnTo>
                  <a:close/>
                </a:path>
              </a:pathLst>
            </a:custGeom>
            <a:solidFill>
              <a:srgbClr val="041E4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3" name="Freihandform: Form 148">
              <a:extLst>
                <a:ext uri="{FF2B5EF4-FFF2-40B4-BE49-F238E27FC236}">
                  <a16:creationId xmlns:a16="http://schemas.microsoft.com/office/drawing/2014/main" id="{03CC9F64-7804-5240-88A6-B67E28D0AD06}"/>
                </a:ext>
              </a:extLst>
            </p:cNvPr>
            <p:cNvSpPr/>
            <p:nvPr/>
          </p:nvSpPr>
          <p:spPr>
            <a:xfrm>
              <a:off x="1246937" y="359721"/>
              <a:ext cx="43915" cy="19874"/>
            </a:xfrm>
            <a:custGeom>
              <a:avLst/>
              <a:gdLst>
                <a:gd name="connsiteX0" fmla="*/ 130492 w 130492"/>
                <a:gd name="connsiteY0" fmla="*/ 59055 h 59055"/>
                <a:gd name="connsiteX1" fmla="*/ 0 w 130492"/>
                <a:gd name="connsiteY1" fmla="*/ 59055 h 59055"/>
                <a:gd name="connsiteX2" fmla="*/ 0 w 130492"/>
                <a:gd name="connsiteY2" fmla="*/ 0 h 59055"/>
                <a:gd name="connsiteX3" fmla="*/ 130492 w 130492"/>
                <a:gd name="connsiteY3" fmla="*/ 0 h 59055"/>
                <a:gd name="connsiteX4" fmla="*/ 130492 w 130492"/>
                <a:gd name="connsiteY4" fmla="*/ 59055 h 59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0492" h="59055">
                  <a:moveTo>
                    <a:pt x="130492" y="59055"/>
                  </a:moveTo>
                  <a:lnTo>
                    <a:pt x="0" y="59055"/>
                  </a:lnTo>
                  <a:lnTo>
                    <a:pt x="0" y="0"/>
                  </a:lnTo>
                  <a:lnTo>
                    <a:pt x="130492" y="0"/>
                  </a:lnTo>
                  <a:lnTo>
                    <a:pt x="130492" y="59055"/>
                  </a:lnTo>
                  <a:close/>
                </a:path>
              </a:pathLst>
            </a:custGeom>
            <a:solidFill>
              <a:srgbClr val="041E4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4" name="Freihandform: Form 149">
              <a:extLst>
                <a:ext uri="{FF2B5EF4-FFF2-40B4-BE49-F238E27FC236}">
                  <a16:creationId xmlns:a16="http://schemas.microsoft.com/office/drawing/2014/main" id="{E6643B5A-CFDD-5C43-A59B-93938CABC24B}"/>
                </a:ext>
              </a:extLst>
            </p:cNvPr>
            <p:cNvSpPr/>
            <p:nvPr/>
          </p:nvSpPr>
          <p:spPr>
            <a:xfrm>
              <a:off x="1302071" y="300420"/>
              <a:ext cx="115397" cy="124051"/>
            </a:xfrm>
            <a:custGeom>
              <a:avLst/>
              <a:gdLst>
                <a:gd name="connsiteX0" fmla="*/ 136208 w 342900"/>
                <a:gd name="connsiteY0" fmla="*/ 0 h 368617"/>
                <a:gd name="connsiteX1" fmla="*/ 205740 w 342900"/>
                <a:gd name="connsiteY1" fmla="*/ 0 h 368617"/>
                <a:gd name="connsiteX2" fmla="*/ 342900 w 342900"/>
                <a:gd name="connsiteY2" fmla="*/ 368618 h 368617"/>
                <a:gd name="connsiteX3" fmla="*/ 271463 w 342900"/>
                <a:gd name="connsiteY3" fmla="*/ 368618 h 368617"/>
                <a:gd name="connsiteX4" fmla="*/ 244793 w 342900"/>
                <a:gd name="connsiteY4" fmla="*/ 290512 h 368617"/>
                <a:gd name="connsiteX5" fmla="*/ 96203 w 342900"/>
                <a:gd name="connsiteY5" fmla="*/ 290512 h 368617"/>
                <a:gd name="connsiteX6" fmla="*/ 69533 w 342900"/>
                <a:gd name="connsiteY6" fmla="*/ 368618 h 368617"/>
                <a:gd name="connsiteX7" fmla="*/ 0 w 342900"/>
                <a:gd name="connsiteY7" fmla="*/ 368618 h 368617"/>
                <a:gd name="connsiteX8" fmla="*/ 136208 w 342900"/>
                <a:gd name="connsiteY8" fmla="*/ 0 h 368617"/>
                <a:gd name="connsiteX9" fmla="*/ 116205 w 342900"/>
                <a:gd name="connsiteY9" fmla="*/ 231458 h 368617"/>
                <a:gd name="connsiteX10" fmla="*/ 223838 w 342900"/>
                <a:gd name="connsiteY10" fmla="*/ 231458 h 368617"/>
                <a:gd name="connsiteX11" fmla="*/ 170498 w 342900"/>
                <a:gd name="connsiteY11" fmla="*/ 75247 h 368617"/>
                <a:gd name="connsiteX12" fmla="*/ 169545 w 342900"/>
                <a:gd name="connsiteY12" fmla="*/ 75247 h 368617"/>
                <a:gd name="connsiteX13" fmla="*/ 116205 w 342900"/>
                <a:gd name="connsiteY13" fmla="*/ 231458 h 368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42900" h="368617">
                  <a:moveTo>
                    <a:pt x="136208" y="0"/>
                  </a:moveTo>
                  <a:lnTo>
                    <a:pt x="205740" y="0"/>
                  </a:lnTo>
                  <a:lnTo>
                    <a:pt x="342900" y="368618"/>
                  </a:lnTo>
                  <a:lnTo>
                    <a:pt x="271463" y="368618"/>
                  </a:lnTo>
                  <a:lnTo>
                    <a:pt x="244793" y="290512"/>
                  </a:lnTo>
                  <a:lnTo>
                    <a:pt x="96203" y="290512"/>
                  </a:lnTo>
                  <a:lnTo>
                    <a:pt x="69533" y="368618"/>
                  </a:lnTo>
                  <a:lnTo>
                    <a:pt x="0" y="368618"/>
                  </a:lnTo>
                  <a:lnTo>
                    <a:pt x="136208" y="0"/>
                  </a:lnTo>
                  <a:close/>
                  <a:moveTo>
                    <a:pt x="116205" y="231458"/>
                  </a:moveTo>
                  <a:lnTo>
                    <a:pt x="223838" y="231458"/>
                  </a:lnTo>
                  <a:lnTo>
                    <a:pt x="170498" y="75247"/>
                  </a:lnTo>
                  <a:lnTo>
                    <a:pt x="169545" y="75247"/>
                  </a:lnTo>
                  <a:lnTo>
                    <a:pt x="116205" y="231458"/>
                  </a:lnTo>
                  <a:close/>
                </a:path>
              </a:pathLst>
            </a:custGeom>
            <a:solidFill>
              <a:srgbClr val="041E4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5" name="Freihandform: Form 150">
              <a:extLst>
                <a:ext uri="{FF2B5EF4-FFF2-40B4-BE49-F238E27FC236}">
                  <a16:creationId xmlns:a16="http://schemas.microsoft.com/office/drawing/2014/main" id="{D26AF907-03C7-FA42-B615-832617429969}"/>
                </a:ext>
              </a:extLst>
            </p:cNvPr>
            <p:cNvSpPr/>
            <p:nvPr/>
          </p:nvSpPr>
          <p:spPr>
            <a:xfrm>
              <a:off x="1436060" y="293688"/>
              <a:ext cx="20835" cy="130783"/>
            </a:xfrm>
            <a:custGeom>
              <a:avLst/>
              <a:gdLst>
                <a:gd name="connsiteX0" fmla="*/ 61913 w 61912"/>
                <a:gd name="connsiteY0" fmla="*/ 388620 h 388620"/>
                <a:gd name="connsiteX1" fmla="*/ 0 w 61912"/>
                <a:gd name="connsiteY1" fmla="*/ 388620 h 388620"/>
                <a:gd name="connsiteX2" fmla="*/ 0 w 61912"/>
                <a:gd name="connsiteY2" fmla="*/ 14288 h 388620"/>
                <a:gd name="connsiteX3" fmla="*/ 61913 w 61912"/>
                <a:gd name="connsiteY3" fmla="*/ 0 h 388620"/>
                <a:gd name="connsiteX4" fmla="*/ 61913 w 61912"/>
                <a:gd name="connsiteY4" fmla="*/ 388620 h 3886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1912" h="388620">
                  <a:moveTo>
                    <a:pt x="61913" y="388620"/>
                  </a:moveTo>
                  <a:lnTo>
                    <a:pt x="0" y="388620"/>
                  </a:lnTo>
                  <a:lnTo>
                    <a:pt x="0" y="14288"/>
                  </a:lnTo>
                  <a:lnTo>
                    <a:pt x="61913" y="0"/>
                  </a:lnTo>
                  <a:lnTo>
                    <a:pt x="61913" y="388620"/>
                  </a:lnTo>
                  <a:close/>
                </a:path>
              </a:pathLst>
            </a:custGeom>
            <a:solidFill>
              <a:srgbClr val="041E4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6" name="Freihandform: Form 151">
              <a:extLst>
                <a:ext uri="{FF2B5EF4-FFF2-40B4-BE49-F238E27FC236}">
                  <a16:creationId xmlns:a16="http://schemas.microsoft.com/office/drawing/2014/main" id="{98F9BDF6-AE59-C44A-8626-FCA4C438AE9A}"/>
                </a:ext>
              </a:extLst>
            </p:cNvPr>
            <p:cNvSpPr/>
            <p:nvPr/>
          </p:nvSpPr>
          <p:spPr>
            <a:xfrm>
              <a:off x="1479334" y="332795"/>
              <a:ext cx="81739" cy="93920"/>
            </a:xfrm>
            <a:custGeom>
              <a:avLst/>
              <a:gdLst>
                <a:gd name="connsiteX0" fmla="*/ 132397 w 242887"/>
                <a:gd name="connsiteY0" fmla="*/ 279083 h 279082"/>
                <a:gd name="connsiteX1" fmla="*/ 0 w 242887"/>
                <a:gd name="connsiteY1" fmla="*/ 139065 h 279082"/>
                <a:gd name="connsiteX2" fmla="*/ 124778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7 w 242887"/>
                <a:gd name="connsiteY6" fmla="*/ 225743 h 279082"/>
                <a:gd name="connsiteX7" fmla="*/ 198120 w 242887"/>
                <a:gd name="connsiteY7" fmla="*/ 194310 h 279082"/>
                <a:gd name="connsiteX8" fmla="*/ 237172 w 242887"/>
                <a:gd name="connsiteY8" fmla="*/ 235268 h 279082"/>
                <a:gd name="connsiteX9" fmla="*/ 132397 w 242887"/>
                <a:gd name="connsiteY9" fmla="*/ 279083 h 279082"/>
                <a:gd name="connsiteX10" fmla="*/ 62865 w 242887"/>
                <a:gd name="connsiteY10" fmla="*/ 115253 h 279082"/>
                <a:gd name="connsiteX11" fmla="*/ 183832 w 242887"/>
                <a:gd name="connsiteY11" fmla="*/ 115253 h 279082"/>
                <a:gd name="connsiteX12" fmla="*/ 124778 w 242887"/>
                <a:gd name="connsiteY12" fmla="*/ 50482 h 279082"/>
                <a:gd name="connsiteX13" fmla="*/ 62865 w 242887"/>
                <a:gd name="connsiteY13" fmla="*/ 115253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8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3"/>
                    <a:pt x="132397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2" y="235268"/>
                  </a:lnTo>
                  <a:cubicBezTo>
                    <a:pt x="206692" y="264795"/>
                    <a:pt x="173355" y="279083"/>
                    <a:pt x="132397" y="279083"/>
                  </a:cubicBezTo>
                  <a:close/>
                  <a:moveTo>
                    <a:pt x="62865" y="115253"/>
                  </a:moveTo>
                  <a:lnTo>
                    <a:pt x="183832" y="115253"/>
                  </a:lnTo>
                  <a:cubicBezTo>
                    <a:pt x="180975" y="74295"/>
                    <a:pt x="160020" y="50482"/>
                    <a:pt x="124778" y="50482"/>
                  </a:cubicBezTo>
                  <a:cubicBezTo>
                    <a:pt x="90488" y="50482"/>
                    <a:pt x="68580" y="74295"/>
                    <a:pt x="62865" y="115253"/>
                  </a:cubicBezTo>
                  <a:close/>
                </a:path>
              </a:pathLst>
            </a:custGeom>
            <a:solidFill>
              <a:srgbClr val="041E4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7" name="Freihandform: Form 152">
              <a:extLst>
                <a:ext uri="{FF2B5EF4-FFF2-40B4-BE49-F238E27FC236}">
                  <a16:creationId xmlns:a16="http://schemas.microsoft.com/office/drawing/2014/main" id="{97588694-F74D-B543-BF65-516DF62D573B}"/>
                </a:ext>
              </a:extLst>
            </p:cNvPr>
            <p:cNvSpPr/>
            <p:nvPr/>
          </p:nvSpPr>
          <p:spPr>
            <a:xfrm>
              <a:off x="1572613" y="334718"/>
              <a:ext cx="85906" cy="89753"/>
            </a:xfrm>
            <a:custGeom>
              <a:avLst/>
              <a:gdLst>
                <a:gd name="connsiteX0" fmla="*/ 255270 w 255269"/>
                <a:gd name="connsiteY0" fmla="*/ 266700 h 266700"/>
                <a:gd name="connsiteX1" fmla="*/ 183832 w 255269"/>
                <a:gd name="connsiteY1" fmla="*/ 266700 h 266700"/>
                <a:gd name="connsiteX2" fmla="*/ 126682 w 255269"/>
                <a:gd name="connsiteY2" fmla="*/ 174307 h 266700"/>
                <a:gd name="connsiteX3" fmla="*/ 125730 w 255269"/>
                <a:gd name="connsiteY3" fmla="*/ 174307 h 266700"/>
                <a:gd name="connsiteX4" fmla="*/ 70485 w 255269"/>
                <a:gd name="connsiteY4" fmla="*/ 266700 h 266700"/>
                <a:gd name="connsiteX5" fmla="*/ 0 w 255269"/>
                <a:gd name="connsiteY5" fmla="*/ 266700 h 266700"/>
                <a:gd name="connsiteX6" fmla="*/ 91440 w 255269"/>
                <a:gd name="connsiteY6" fmla="*/ 128588 h 266700"/>
                <a:gd name="connsiteX7" fmla="*/ 6667 w 255269"/>
                <a:gd name="connsiteY7" fmla="*/ 0 h 266700"/>
                <a:gd name="connsiteX8" fmla="*/ 77152 w 255269"/>
                <a:gd name="connsiteY8" fmla="*/ 0 h 266700"/>
                <a:gd name="connsiteX9" fmla="*/ 127635 w 255269"/>
                <a:gd name="connsiteY9" fmla="*/ 81915 h 266700"/>
                <a:gd name="connsiteX10" fmla="*/ 128588 w 255269"/>
                <a:gd name="connsiteY10" fmla="*/ 81915 h 266700"/>
                <a:gd name="connsiteX11" fmla="*/ 178117 w 255269"/>
                <a:gd name="connsiteY11" fmla="*/ 0 h 266700"/>
                <a:gd name="connsiteX12" fmla="*/ 247650 w 255269"/>
                <a:gd name="connsiteY12" fmla="*/ 0 h 266700"/>
                <a:gd name="connsiteX13" fmla="*/ 163830 w 255269"/>
                <a:gd name="connsiteY13" fmla="*/ 127635 h 266700"/>
                <a:gd name="connsiteX14" fmla="*/ 255270 w 255269"/>
                <a:gd name="connsiteY14" fmla="*/ 266700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55269" h="266700">
                  <a:moveTo>
                    <a:pt x="255270" y="266700"/>
                  </a:moveTo>
                  <a:lnTo>
                    <a:pt x="183832" y="266700"/>
                  </a:lnTo>
                  <a:lnTo>
                    <a:pt x="126682" y="174307"/>
                  </a:lnTo>
                  <a:lnTo>
                    <a:pt x="125730" y="174307"/>
                  </a:lnTo>
                  <a:lnTo>
                    <a:pt x="70485" y="266700"/>
                  </a:lnTo>
                  <a:lnTo>
                    <a:pt x="0" y="266700"/>
                  </a:lnTo>
                  <a:lnTo>
                    <a:pt x="91440" y="128588"/>
                  </a:lnTo>
                  <a:lnTo>
                    <a:pt x="6667" y="0"/>
                  </a:lnTo>
                  <a:lnTo>
                    <a:pt x="77152" y="0"/>
                  </a:lnTo>
                  <a:lnTo>
                    <a:pt x="127635" y="81915"/>
                  </a:lnTo>
                  <a:lnTo>
                    <a:pt x="128588" y="81915"/>
                  </a:lnTo>
                  <a:lnTo>
                    <a:pt x="178117" y="0"/>
                  </a:lnTo>
                  <a:lnTo>
                    <a:pt x="247650" y="0"/>
                  </a:lnTo>
                  <a:lnTo>
                    <a:pt x="163830" y="127635"/>
                  </a:lnTo>
                  <a:lnTo>
                    <a:pt x="255270" y="266700"/>
                  </a:lnTo>
                  <a:close/>
                </a:path>
              </a:pathLst>
            </a:custGeom>
            <a:solidFill>
              <a:srgbClr val="041E4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8" name="Freihandform: Form 153">
              <a:extLst>
                <a:ext uri="{FF2B5EF4-FFF2-40B4-BE49-F238E27FC236}">
                  <a16:creationId xmlns:a16="http://schemas.microsoft.com/office/drawing/2014/main" id="{71F0FABB-571B-EE45-BBF5-1BD649E61A7A}"/>
                </a:ext>
              </a:extLst>
            </p:cNvPr>
            <p:cNvSpPr/>
            <p:nvPr/>
          </p:nvSpPr>
          <p:spPr>
            <a:xfrm>
              <a:off x="1669733" y="332795"/>
              <a:ext cx="75975" cy="93920"/>
            </a:xfrm>
            <a:custGeom>
              <a:avLst/>
              <a:gdLst>
                <a:gd name="connsiteX0" fmla="*/ 114317 w 225759"/>
                <a:gd name="connsiteY0" fmla="*/ 107632 h 279082"/>
                <a:gd name="connsiteX1" fmla="*/ 164799 w 225759"/>
                <a:gd name="connsiteY1" fmla="*/ 113347 h 279082"/>
                <a:gd name="connsiteX2" fmla="*/ 164799 w 225759"/>
                <a:gd name="connsiteY2" fmla="*/ 103822 h 279082"/>
                <a:gd name="connsiteX3" fmla="*/ 105744 w 225759"/>
                <a:gd name="connsiteY3" fmla="*/ 52388 h 279082"/>
                <a:gd name="connsiteX4" fmla="*/ 38117 w 225759"/>
                <a:gd name="connsiteY4" fmla="*/ 67628 h 279082"/>
                <a:gd name="connsiteX5" fmla="*/ 24782 w 225759"/>
                <a:gd name="connsiteY5" fmla="*/ 15240 h 279082"/>
                <a:gd name="connsiteX6" fmla="*/ 112412 w 225759"/>
                <a:gd name="connsiteY6" fmla="*/ 0 h 279082"/>
                <a:gd name="connsiteX7" fmla="*/ 225759 w 225759"/>
                <a:gd name="connsiteY7" fmla="*/ 102870 h 279082"/>
                <a:gd name="connsiteX8" fmla="*/ 225759 w 225759"/>
                <a:gd name="connsiteY8" fmla="*/ 273368 h 279082"/>
                <a:gd name="connsiteX9" fmla="*/ 166704 w 225759"/>
                <a:gd name="connsiteY9" fmla="*/ 273368 h 279082"/>
                <a:gd name="connsiteX10" fmla="*/ 166704 w 225759"/>
                <a:gd name="connsiteY10" fmla="*/ 244793 h 279082"/>
                <a:gd name="connsiteX11" fmla="*/ 165752 w 225759"/>
                <a:gd name="connsiteY11" fmla="*/ 244793 h 279082"/>
                <a:gd name="connsiteX12" fmla="*/ 87647 w 225759"/>
                <a:gd name="connsiteY12" fmla="*/ 279083 h 279082"/>
                <a:gd name="connsiteX13" fmla="*/ 17 w 225759"/>
                <a:gd name="connsiteY13" fmla="*/ 194310 h 279082"/>
                <a:gd name="connsiteX14" fmla="*/ 114317 w 225759"/>
                <a:gd name="connsiteY14" fmla="*/ 107632 h 279082"/>
                <a:gd name="connsiteX15" fmla="*/ 103839 w 225759"/>
                <a:gd name="connsiteY15" fmla="*/ 232410 h 279082"/>
                <a:gd name="connsiteX16" fmla="*/ 164799 w 225759"/>
                <a:gd name="connsiteY16" fmla="*/ 200025 h 279082"/>
                <a:gd name="connsiteX17" fmla="*/ 164799 w 225759"/>
                <a:gd name="connsiteY17" fmla="*/ 154305 h 279082"/>
                <a:gd name="connsiteX18" fmla="*/ 120984 w 225759"/>
                <a:gd name="connsiteY18" fmla="*/ 149543 h 279082"/>
                <a:gd name="connsiteX19" fmla="*/ 59072 w 225759"/>
                <a:gd name="connsiteY19" fmla="*/ 193358 h 279082"/>
                <a:gd name="connsiteX20" fmla="*/ 103839 w 225759"/>
                <a:gd name="connsiteY20" fmla="*/ 232410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25759" h="279082">
                  <a:moveTo>
                    <a:pt x="114317" y="107632"/>
                  </a:moveTo>
                  <a:cubicBezTo>
                    <a:pt x="131462" y="107632"/>
                    <a:pt x="147654" y="108585"/>
                    <a:pt x="164799" y="113347"/>
                  </a:cubicBezTo>
                  <a:lnTo>
                    <a:pt x="164799" y="103822"/>
                  </a:lnTo>
                  <a:cubicBezTo>
                    <a:pt x="164799" y="69532"/>
                    <a:pt x="144797" y="52388"/>
                    <a:pt x="105744" y="52388"/>
                  </a:cubicBezTo>
                  <a:cubicBezTo>
                    <a:pt x="83837" y="52388"/>
                    <a:pt x="60024" y="57150"/>
                    <a:pt x="38117" y="67628"/>
                  </a:cubicBezTo>
                  <a:lnTo>
                    <a:pt x="24782" y="15240"/>
                  </a:lnTo>
                  <a:cubicBezTo>
                    <a:pt x="49547" y="5715"/>
                    <a:pt x="81932" y="0"/>
                    <a:pt x="112412" y="0"/>
                  </a:cubicBezTo>
                  <a:cubicBezTo>
                    <a:pt x="187659" y="0"/>
                    <a:pt x="225759" y="35243"/>
                    <a:pt x="225759" y="102870"/>
                  </a:cubicBezTo>
                  <a:lnTo>
                    <a:pt x="225759" y="273368"/>
                  </a:lnTo>
                  <a:lnTo>
                    <a:pt x="166704" y="273368"/>
                  </a:lnTo>
                  <a:lnTo>
                    <a:pt x="166704" y="244793"/>
                  </a:lnTo>
                  <a:lnTo>
                    <a:pt x="165752" y="244793"/>
                  </a:lnTo>
                  <a:cubicBezTo>
                    <a:pt x="142892" y="268605"/>
                    <a:pt x="119079" y="279083"/>
                    <a:pt x="87647" y="279083"/>
                  </a:cubicBezTo>
                  <a:cubicBezTo>
                    <a:pt x="34307" y="279083"/>
                    <a:pt x="17" y="245745"/>
                    <a:pt x="17" y="194310"/>
                  </a:cubicBezTo>
                  <a:cubicBezTo>
                    <a:pt x="-936" y="138113"/>
                    <a:pt x="39069" y="107632"/>
                    <a:pt x="114317" y="107632"/>
                  </a:cubicBezTo>
                  <a:close/>
                  <a:moveTo>
                    <a:pt x="103839" y="232410"/>
                  </a:moveTo>
                  <a:cubicBezTo>
                    <a:pt x="126699" y="232410"/>
                    <a:pt x="147654" y="220980"/>
                    <a:pt x="164799" y="200025"/>
                  </a:cubicBezTo>
                  <a:lnTo>
                    <a:pt x="164799" y="154305"/>
                  </a:lnTo>
                  <a:cubicBezTo>
                    <a:pt x="150512" y="150495"/>
                    <a:pt x="135272" y="149543"/>
                    <a:pt x="120984" y="149543"/>
                  </a:cubicBezTo>
                  <a:cubicBezTo>
                    <a:pt x="81932" y="149543"/>
                    <a:pt x="59072" y="164783"/>
                    <a:pt x="59072" y="193358"/>
                  </a:cubicBezTo>
                  <a:cubicBezTo>
                    <a:pt x="59072" y="217170"/>
                    <a:pt x="76217" y="232410"/>
                    <a:pt x="103839" y="232410"/>
                  </a:cubicBezTo>
                  <a:close/>
                </a:path>
              </a:pathLst>
            </a:custGeom>
            <a:solidFill>
              <a:srgbClr val="041E4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9" name="Freihandform: Form 154">
              <a:extLst>
                <a:ext uri="{FF2B5EF4-FFF2-40B4-BE49-F238E27FC236}">
                  <a16:creationId xmlns:a16="http://schemas.microsoft.com/office/drawing/2014/main" id="{6F35B898-AF9E-B24C-8095-1B2E00B5976C}"/>
                </a:ext>
              </a:extLst>
            </p:cNvPr>
            <p:cNvSpPr/>
            <p:nvPr/>
          </p:nvSpPr>
          <p:spPr>
            <a:xfrm>
              <a:off x="1772314" y="332795"/>
              <a:ext cx="77252" cy="91997"/>
            </a:xfrm>
            <a:custGeom>
              <a:avLst/>
              <a:gdLst>
                <a:gd name="connsiteX0" fmla="*/ 229553 w 229552"/>
                <a:gd name="connsiteY0" fmla="*/ 272415 h 273367"/>
                <a:gd name="connsiteX1" fmla="*/ 166688 w 229552"/>
                <a:gd name="connsiteY1" fmla="*/ 272415 h 273367"/>
                <a:gd name="connsiteX2" fmla="*/ 166688 w 229552"/>
                <a:gd name="connsiteY2" fmla="*/ 120015 h 273367"/>
                <a:gd name="connsiteX3" fmla="*/ 117157 w 229552"/>
                <a:gd name="connsiteY3" fmla="*/ 55245 h 273367"/>
                <a:gd name="connsiteX4" fmla="*/ 61913 w 229552"/>
                <a:gd name="connsiteY4" fmla="*/ 120015 h 273367"/>
                <a:gd name="connsiteX5" fmla="*/ 61913 w 229552"/>
                <a:gd name="connsiteY5" fmla="*/ 273368 h 273367"/>
                <a:gd name="connsiteX6" fmla="*/ 0 w 229552"/>
                <a:gd name="connsiteY6" fmla="*/ 273368 h 273367"/>
                <a:gd name="connsiteX7" fmla="*/ 0 w 229552"/>
                <a:gd name="connsiteY7" fmla="*/ 6668 h 273367"/>
                <a:gd name="connsiteX8" fmla="*/ 61913 w 229552"/>
                <a:gd name="connsiteY8" fmla="*/ 6668 h 273367"/>
                <a:gd name="connsiteX9" fmla="*/ 61913 w 229552"/>
                <a:gd name="connsiteY9" fmla="*/ 39053 h 273367"/>
                <a:gd name="connsiteX10" fmla="*/ 62865 w 229552"/>
                <a:gd name="connsiteY10" fmla="*/ 39053 h 273367"/>
                <a:gd name="connsiteX11" fmla="*/ 140970 w 229552"/>
                <a:gd name="connsiteY11" fmla="*/ 0 h 273367"/>
                <a:gd name="connsiteX12" fmla="*/ 228600 w 229552"/>
                <a:gd name="connsiteY12" fmla="*/ 107632 h 273367"/>
                <a:gd name="connsiteX13" fmla="*/ 228600 w 229552"/>
                <a:gd name="connsiteY13" fmla="*/ 272415 h 273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9552" h="273367">
                  <a:moveTo>
                    <a:pt x="229553" y="272415"/>
                  </a:moveTo>
                  <a:lnTo>
                    <a:pt x="166688" y="272415"/>
                  </a:lnTo>
                  <a:lnTo>
                    <a:pt x="166688" y="120015"/>
                  </a:lnTo>
                  <a:cubicBezTo>
                    <a:pt x="166688" y="80963"/>
                    <a:pt x="155257" y="55245"/>
                    <a:pt x="117157" y="55245"/>
                  </a:cubicBezTo>
                  <a:cubicBezTo>
                    <a:pt x="73343" y="55245"/>
                    <a:pt x="61913" y="90488"/>
                    <a:pt x="61913" y="120015"/>
                  </a:cubicBezTo>
                  <a:lnTo>
                    <a:pt x="61913" y="273368"/>
                  </a:lnTo>
                  <a:lnTo>
                    <a:pt x="0" y="273368"/>
                  </a:lnTo>
                  <a:lnTo>
                    <a:pt x="0" y="6668"/>
                  </a:lnTo>
                  <a:lnTo>
                    <a:pt x="61913" y="6668"/>
                  </a:lnTo>
                  <a:lnTo>
                    <a:pt x="61913" y="39053"/>
                  </a:lnTo>
                  <a:lnTo>
                    <a:pt x="62865" y="39053"/>
                  </a:lnTo>
                  <a:cubicBezTo>
                    <a:pt x="79057" y="15240"/>
                    <a:pt x="106680" y="0"/>
                    <a:pt x="140970" y="0"/>
                  </a:cubicBezTo>
                  <a:cubicBezTo>
                    <a:pt x="201930" y="0"/>
                    <a:pt x="228600" y="44768"/>
                    <a:pt x="228600" y="107632"/>
                  </a:cubicBezTo>
                  <a:lnTo>
                    <a:pt x="228600" y="272415"/>
                  </a:lnTo>
                  <a:close/>
                </a:path>
              </a:pathLst>
            </a:custGeom>
            <a:solidFill>
              <a:srgbClr val="041E4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10" name="Freihandform: Form 155">
              <a:extLst>
                <a:ext uri="{FF2B5EF4-FFF2-40B4-BE49-F238E27FC236}">
                  <a16:creationId xmlns:a16="http://schemas.microsoft.com/office/drawing/2014/main" id="{F31686E7-1238-1D42-9AAE-AEFC064F817E}"/>
                </a:ext>
              </a:extLst>
            </p:cNvPr>
            <p:cNvSpPr/>
            <p:nvPr/>
          </p:nvSpPr>
          <p:spPr>
            <a:xfrm>
              <a:off x="1871684" y="293688"/>
              <a:ext cx="83663" cy="133347"/>
            </a:xfrm>
            <a:custGeom>
              <a:avLst/>
              <a:gdLst>
                <a:gd name="connsiteX0" fmla="*/ 0 w 248602"/>
                <a:gd name="connsiteY0" fmla="*/ 255270 h 396239"/>
                <a:gd name="connsiteX1" fmla="*/ 108585 w 248602"/>
                <a:gd name="connsiteY1" fmla="*/ 116205 h 396239"/>
                <a:gd name="connsiteX2" fmla="*/ 185738 w 248602"/>
                <a:gd name="connsiteY2" fmla="*/ 152400 h 396239"/>
                <a:gd name="connsiteX3" fmla="*/ 186690 w 248602"/>
                <a:gd name="connsiteY3" fmla="*/ 152400 h 396239"/>
                <a:gd name="connsiteX4" fmla="*/ 186690 w 248602"/>
                <a:gd name="connsiteY4" fmla="*/ 15240 h 396239"/>
                <a:gd name="connsiteX5" fmla="*/ 248603 w 248602"/>
                <a:gd name="connsiteY5" fmla="*/ 0 h 396239"/>
                <a:gd name="connsiteX6" fmla="*/ 248603 w 248602"/>
                <a:gd name="connsiteY6" fmla="*/ 389573 h 396239"/>
                <a:gd name="connsiteX7" fmla="*/ 187643 w 248602"/>
                <a:gd name="connsiteY7" fmla="*/ 389573 h 396239"/>
                <a:gd name="connsiteX8" fmla="*/ 187643 w 248602"/>
                <a:gd name="connsiteY8" fmla="*/ 358140 h 396239"/>
                <a:gd name="connsiteX9" fmla="*/ 186690 w 248602"/>
                <a:gd name="connsiteY9" fmla="*/ 358140 h 396239"/>
                <a:gd name="connsiteX10" fmla="*/ 106680 w 248602"/>
                <a:gd name="connsiteY10" fmla="*/ 396240 h 396239"/>
                <a:gd name="connsiteX11" fmla="*/ 0 w 248602"/>
                <a:gd name="connsiteY11" fmla="*/ 255270 h 396239"/>
                <a:gd name="connsiteX12" fmla="*/ 61913 w 248602"/>
                <a:gd name="connsiteY12" fmla="*/ 255270 h 396239"/>
                <a:gd name="connsiteX13" fmla="*/ 123825 w 248602"/>
                <a:gd name="connsiteY13" fmla="*/ 340995 h 396239"/>
                <a:gd name="connsiteX14" fmla="*/ 187643 w 248602"/>
                <a:gd name="connsiteY14" fmla="*/ 305753 h 396239"/>
                <a:gd name="connsiteX15" fmla="*/ 187643 w 248602"/>
                <a:gd name="connsiteY15" fmla="*/ 207645 h 396239"/>
                <a:gd name="connsiteX16" fmla="*/ 123825 w 248602"/>
                <a:gd name="connsiteY16" fmla="*/ 172402 h 396239"/>
                <a:gd name="connsiteX17" fmla="*/ 61913 w 248602"/>
                <a:gd name="connsiteY17" fmla="*/ 255270 h 396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48602" h="396239">
                  <a:moveTo>
                    <a:pt x="0" y="255270"/>
                  </a:moveTo>
                  <a:cubicBezTo>
                    <a:pt x="0" y="169545"/>
                    <a:pt x="43815" y="116205"/>
                    <a:pt x="108585" y="116205"/>
                  </a:cubicBezTo>
                  <a:cubicBezTo>
                    <a:pt x="141922" y="116205"/>
                    <a:pt x="168593" y="130493"/>
                    <a:pt x="185738" y="152400"/>
                  </a:cubicBezTo>
                  <a:lnTo>
                    <a:pt x="186690" y="152400"/>
                  </a:lnTo>
                  <a:lnTo>
                    <a:pt x="186690" y="15240"/>
                  </a:lnTo>
                  <a:lnTo>
                    <a:pt x="248603" y="0"/>
                  </a:lnTo>
                  <a:lnTo>
                    <a:pt x="248603" y="389573"/>
                  </a:lnTo>
                  <a:lnTo>
                    <a:pt x="187643" y="389573"/>
                  </a:lnTo>
                  <a:lnTo>
                    <a:pt x="187643" y="358140"/>
                  </a:lnTo>
                  <a:lnTo>
                    <a:pt x="186690" y="358140"/>
                  </a:lnTo>
                  <a:cubicBezTo>
                    <a:pt x="167640" y="381953"/>
                    <a:pt x="140018" y="396240"/>
                    <a:pt x="106680" y="396240"/>
                  </a:cubicBezTo>
                  <a:cubicBezTo>
                    <a:pt x="43815" y="395288"/>
                    <a:pt x="0" y="340995"/>
                    <a:pt x="0" y="255270"/>
                  </a:cubicBezTo>
                  <a:close/>
                  <a:moveTo>
                    <a:pt x="61913" y="255270"/>
                  </a:moveTo>
                  <a:cubicBezTo>
                    <a:pt x="61913" y="309563"/>
                    <a:pt x="84772" y="340995"/>
                    <a:pt x="123825" y="340995"/>
                  </a:cubicBezTo>
                  <a:cubicBezTo>
                    <a:pt x="147638" y="340995"/>
                    <a:pt x="167640" y="329565"/>
                    <a:pt x="187643" y="305753"/>
                  </a:cubicBezTo>
                  <a:lnTo>
                    <a:pt x="187643" y="207645"/>
                  </a:lnTo>
                  <a:cubicBezTo>
                    <a:pt x="169545" y="183833"/>
                    <a:pt x="149543" y="172402"/>
                    <a:pt x="123825" y="172402"/>
                  </a:cubicBezTo>
                  <a:cubicBezTo>
                    <a:pt x="82868" y="172402"/>
                    <a:pt x="61913" y="201930"/>
                    <a:pt x="61913" y="255270"/>
                  </a:cubicBezTo>
                  <a:close/>
                </a:path>
              </a:pathLst>
            </a:custGeom>
            <a:solidFill>
              <a:srgbClr val="041E4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11" name="Freihandform: Form 156">
              <a:extLst>
                <a:ext uri="{FF2B5EF4-FFF2-40B4-BE49-F238E27FC236}">
                  <a16:creationId xmlns:a16="http://schemas.microsoft.com/office/drawing/2014/main" id="{9573ACD1-98CF-3D47-8F2D-806BC94B7645}"/>
                </a:ext>
              </a:extLst>
            </p:cNvPr>
            <p:cNvSpPr/>
            <p:nvPr/>
          </p:nvSpPr>
          <p:spPr>
            <a:xfrm>
              <a:off x="1978106" y="332795"/>
              <a:ext cx="81739" cy="93920"/>
            </a:xfrm>
            <a:custGeom>
              <a:avLst/>
              <a:gdLst>
                <a:gd name="connsiteX0" fmla="*/ 132397 w 242887"/>
                <a:gd name="connsiteY0" fmla="*/ 279083 h 279082"/>
                <a:gd name="connsiteX1" fmla="*/ 0 w 242887"/>
                <a:gd name="connsiteY1" fmla="*/ 139065 h 279082"/>
                <a:gd name="connsiteX2" fmla="*/ 124777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7 w 242887"/>
                <a:gd name="connsiteY6" fmla="*/ 225743 h 279082"/>
                <a:gd name="connsiteX7" fmla="*/ 198120 w 242887"/>
                <a:gd name="connsiteY7" fmla="*/ 194310 h 279082"/>
                <a:gd name="connsiteX8" fmla="*/ 237172 w 242887"/>
                <a:gd name="connsiteY8" fmla="*/ 235268 h 279082"/>
                <a:gd name="connsiteX9" fmla="*/ 132397 w 242887"/>
                <a:gd name="connsiteY9" fmla="*/ 279083 h 279082"/>
                <a:gd name="connsiteX10" fmla="*/ 62865 w 242887"/>
                <a:gd name="connsiteY10" fmla="*/ 115253 h 279082"/>
                <a:gd name="connsiteX11" fmla="*/ 183832 w 242887"/>
                <a:gd name="connsiteY11" fmla="*/ 115253 h 279082"/>
                <a:gd name="connsiteX12" fmla="*/ 124777 w 242887"/>
                <a:gd name="connsiteY12" fmla="*/ 50482 h 279082"/>
                <a:gd name="connsiteX13" fmla="*/ 62865 w 242887"/>
                <a:gd name="connsiteY13" fmla="*/ 115253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3"/>
                    <a:pt x="132397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2" y="235268"/>
                  </a:lnTo>
                  <a:cubicBezTo>
                    <a:pt x="206693" y="264795"/>
                    <a:pt x="172402" y="279083"/>
                    <a:pt x="132397" y="279083"/>
                  </a:cubicBezTo>
                  <a:close/>
                  <a:moveTo>
                    <a:pt x="62865" y="115253"/>
                  </a:moveTo>
                  <a:lnTo>
                    <a:pt x="183832" y="115253"/>
                  </a:lnTo>
                  <a:cubicBezTo>
                    <a:pt x="180975" y="74295"/>
                    <a:pt x="160020" y="50482"/>
                    <a:pt x="124777" y="50482"/>
                  </a:cubicBezTo>
                  <a:cubicBezTo>
                    <a:pt x="90488" y="50482"/>
                    <a:pt x="67627" y="74295"/>
                    <a:pt x="62865" y="115253"/>
                  </a:cubicBezTo>
                  <a:close/>
                </a:path>
              </a:pathLst>
            </a:custGeom>
            <a:solidFill>
              <a:srgbClr val="041E4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12" name="Freihandform: Form 157">
              <a:extLst>
                <a:ext uri="{FF2B5EF4-FFF2-40B4-BE49-F238E27FC236}">
                  <a16:creationId xmlns:a16="http://schemas.microsoft.com/office/drawing/2014/main" id="{5833A8CA-68BA-1D42-ADB9-DD476590B3FA}"/>
                </a:ext>
              </a:extLst>
            </p:cNvPr>
            <p:cNvSpPr/>
            <p:nvPr/>
          </p:nvSpPr>
          <p:spPr>
            <a:xfrm>
              <a:off x="2083566" y="332713"/>
              <a:ext cx="53852" cy="91758"/>
            </a:xfrm>
            <a:custGeom>
              <a:avLst/>
              <a:gdLst>
                <a:gd name="connsiteX0" fmla="*/ 160020 w 160020"/>
                <a:gd name="connsiteY0" fmla="*/ 5005 h 272657"/>
                <a:gd name="connsiteX1" fmla="*/ 150495 w 160020"/>
                <a:gd name="connsiteY1" fmla="*/ 68823 h 272657"/>
                <a:gd name="connsiteX2" fmla="*/ 116205 w 160020"/>
                <a:gd name="connsiteY2" fmla="*/ 60250 h 272657"/>
                <a:gd name="connsiteX3" fmla="*/ 61913 w 160020"/>
                <a:gd name="connsiteY3" fmla="*/ 135498 h 272657"/>
                <a:gd name="connsiteX4" fmla="*/ 61913 w 160020"/>
                <a:gd name="connsiteY4" fmla="*/ 272658 h 272657"/>
                <a:gd name="connsiteX5" fmla="*/ 0 w 160020"/>
                <a:gd name="connsiteY5" fmla="*/ 272658 h 272657"/>
                <a:gd name="connsiteX6" fmla="*/ 0 w 160020"/>
                <a:gd name="connsiteY6" fmla="*/ 5958 h 272657"/>
                <a:gd name="connsiteX7" fmla="*/ 60960 w 160020"/>
                <a:gd name="connsiteY7" fmla="*/ 5958 h 272657"/>
                <a:gd name="connsiteX8" fmla="*/ 60960 w 160020"/>
                <a:gd name="connsiteY8" fmla="*/ 40248 h 272657"/>
                <a:gd name="connsiteX9" fmla="*/ 61913 w 160020"/>
                <a:gd name="connsiteY9" fmla="*/ 40248 h 272657"/>
                <a:gd name="connsiteX10" fmla="*/ 131445 w 160020"/>
                <a:gd name="connsiteY10" fmla="*/ 243 h 272657"/>
                <a:gd name="connsiteX11" fmla="*/ 160020 w 160020"/>
                <a:gd name="connsiteY11" fmla="*/ 5005 h 2726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0020" h="272657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3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8" y="-710"/>
                    <a:pt x="150495" y="1195"/>
                    <a:pt x="160020" y="5005"/>
                  </a:cubicBezTo>
                  <a:close/>
                </a:path>
              </a:pathLst>
            </a:custGeom>
            <a:solidFill>
              <a:srgbClr val="041E4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13" name="Freihandform: Form 158">
              <a:extLst>
                <a:ext uri="{FF2B5EF4-FFF2-40B4-BE49-F238E27FC236}">
                  <a16:creationId xmlns:a16="http://schemas.microsoft.com/office/drawing/2014/main" id="{38CDB2DE-A029-F143-A449-BDAACA6CB6BE}"/>
                </a:ext>
              </a:extLst>
            </p:cNvPr>
            <p:cNvSpPr/>
            <p:nvPr/>
          </p:nvSpPr>
          <p:spPr>
            <a:xfrm>
              <a:off x="2150561" y="359721"/>
              <a:ext cx="43915" cy="19874"/>
            </a:xfrm>
            <a:custGeom>
              <a:avLst/>
              <a:gdLst>
                <a:gd name="connsiteX0" fmla="*/ 130493 w 130492"/>
                <a:gd name="connsiteY0" fmla="*/ 59055 h 59055"/>
                <a:gd name="connsiteX1" fmla="*/ 0 w 130492"/>
                <a:gd name="connsiteY1" fmla="*/ 59055 h 59055"/>
                <a:gd name="connsiteX2" fmla="*/ 0 w 130492"/>
                <a:gd name="connsiteY2" fmla="*/ 0 h 59055"/>
                <a:gd name="connsiteX3" fmla="*/ 130493 w 130492"/>
                <a:gd name="connsiteY3" fmla="*/ 0 h 59055"/>
                <a:gd name="connsiteX4" fmla="*/ 130493 w 130492"/>
                <a:gd name="connsiteY4" fmla="*/ 59055 h 59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0492" h="59055">
                  <a:moveTo>
                    <a:pt x="130493" y="59055"/>
                  </a:moveTo>
                  <a:lnTo>
                    <a:pt x="0" y="59055"/>
                  </a:lnTo>
                  <a:lnTo>
                    <a:pt x="0" y="0"/>
                  </a:lnTo>
                  <a:lnTo>
                    <a:pt x="130493" y="0"/>
                  </a:lnTo>
                  <a:lnTo>
                    <a:pt x="130493" y="59055"/>
                  </a:lnTo>
                  <a:close/>
                </a:path>
              </a:pathLst>
            </a:custGeom>
            <a:solidFill>
              <a:srgbClr val="041E4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2" name="Freihandform: Form 159">
              <a:extLst>
                <a:ext uri="{FF2B5EF4-FFF2-40B4-BE49-F238E27FC236}">
                  <a16:creationId xmlns:a16="http://schemas.microsoft.com/office/drawing/2014/main" id="{2E3EBA2D-AAD7-5F44-A166-ABBB3A44348D}"/>
                </a:ext>
              </a:extLst>
            </p:cNvPr>
            <p:cNvSpPr/>
            <p:nvPr/>
          </p:nvSpPr>
          <p:spPr>
            <a:xfrm>
              <a:off x="2221081" y="300420"/>
              <a:ext cx="97126" cy="126295"/>
            </a:xfrm>
            <a:custGeom>
              <a:avLst/>
              <a:gdLst>
                <a:gd name="connsiteX0" fmla="*/ 288607 w 288607"/>
                <a:gd name="connsiteY0" fmla="*/ 222885 h 375284"/>
                <a:gd name="connsiteX1" fmla="*/ 143827 w 288607"/>
                <a:gd name="connsiteY1" fmla="*/ 375285 h 375284"/>
                <a:gd name="connsiteX2" fmla="*/ 0 w 288607"/>
                <a:gd name="connsiteY2" fmla="*/ 222885 h 375284"/>
                <a:gd name="connsiteX3" fmla="*/ 0 w 288607"/>
                <a:gd name="connsiteY3" fmla="*/ 0 h 375284"/>
                <a:gd name="connsiteX4" fmla="*/ 66675 w 288607"/>
                <a:gd name="connsiteY4" fmla="*/ 0 h 375284"/>
                <a:gd name="connsiteX5" fmla="*/ 66675 w 288607"/>
                <a:gd name="connsiteY5" fmla="*/ 219075 h 375284"/>
                <a:gd name="connsiteX6" fmla="*/ 144780 w 288607"/>
                <a:gd name="connsiteY6" fmla="*/ 312420 h 375284"/>
                <a:gd name="connsiteX7" fmla="*/ 220980 w 288607"/>
                <a:gd name="connsiteY7" fmla="*/ 219075 h 375284"/>
                <a:gd name="connsiteX8" fmla="*/ 220980 w 288607"/>
                <a:gd name="connsiteY8" fmla="*/ 0 h 375284"/>
                <a:gd name="connsiteX9" fmla="*/ 287655 w 288607"/>
                <a:gd name="connsiteY9" fmla="*/ 0 h 375284"/>
                <a:gd name="connsiteX10" fmla="*/ 287655 w 288607"/>
                <a:gd name="connsiteY10" fmla="*/ 222885 h 3752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88607" h="375284">
                  <a:moveTo>
                    <a:pt x="288607" y="222885"/>
                  </a:moveTo>
                  <a:cubicBezTo>
                    <a:pt x="288607" y="311468"/>
                    <a:pt x="242888" y="375285"/>
                    <a:pt x="143827" y="375285"/>
                  </a:cubicBezTo>
                  <a:cubicBezTo>
                    <a:pt x="45720" y="375285"/>
                    <a:pt x="0" y="312420"/>
                    <a:pt x="0" y="222885"/>
                  </a:cubicBezTo>
                  <a:lnTo>
                    <a:pt x="0" y="0"/>
                  </a:lnTo>
                  <a:lnTo>
                    <a:pt x="66675" y="0"/>
                  </a:lnTo>
                  <a:lnTo>
                    <a:pt x="66675" y="219075"/>
                  </a:lnTo>
                  <a:cubicBezTo>
                    <a:pt x="66675" y="274320"/>
                    <a:pt x="90488" y="312420"/>
                    <a:pt x="144780" y="312420"/>
                  </a:cubicBezTo>
                  <a:cubicBezTo>
                    <a:pt x="199073" y="312420"/>
                    <a:pt x="220980" y="275272"/>
                    <a:pt x="220980" y="219075"/>
                  </a:cubicBezTo>
                  <a:lnTo>
                    <a:pt x="220980" y="0"/>
                  </a:lnTo>
                  <a:lnTo>
                    <a:pt x="287655" y="0"/>
                  </a:lnTo>
                  <a:lnTo>
                    <a:pt x="287655" y="222885"/>
                  </a:lnTo>
                  <a:close/>
                </a:path>
              </a:pathLst>
            </a:custGeom>
            <a:solidFill>
              <a:srgbClr val="041E4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3" name="Freihandform: Form 160">
              <a:extLst>
                <a:ext uri="{FF2B5EF4-FFF2-40B4-BE49-F238E27FC236}">
                  <a16:creationId xmlns:a16="http://schemas.microsoft.com/office/drawing/2014/main" id="{CB811BC1-B517-F04A-82E8-C60B78A199D1}"/>
                </a:ext>
              </a:extLst>
            </p:cNvPr>
            <p:cNvSpPr/>
            <p:nvPr/>
          </p:nvSpPr>
          <p:spPr>
            <a:xfrm>
              <a:off x="2346415" y="332795"/>
              <a:ext cx="76931" cy="91997"/>
            </a:xfrm>
            <a:custGeom>
              <a:avLst/>
              <a:gdLst>
                <a:gd name="connsiteX0" fmla="*/ 228600 w 228600"/>
                <a:gd name="connsiteY0" fmla="*/ 272415 h 273367"/>
                <a:gd name="connsiteX1" fmla="*/ 166688 w 228600"/>
                <a:gd name="connsiteY1" fmla="*/ 272415 h 273367"/>
                <a:gd name="connsiteX2" fmla="*/ 166688 w 228600"/>
                <a:gd name="connsiteY2" fmla="*/ 120015 h 273367"/>
                <a:gd name="connsiteX3" fmla="*/ 117158 w 228600"/>
                <a:gd name="connsiteY3" fmla="*/ 55245 h 273367"/>
                <a:gd name="connsiteX4" fmla="*/ 61913 w 228600"/>
                <a:gd name="connsiteY4" fmla="*/ 120015 h 273367"/>
                <a:gd name="connsiteX5" fmla="*/ 61913 w 228600"/>
                <a:gd name="connsiteY5" fmla="*/ 273368 h 273367"/>
                <a:gd name="connsiteX6" fmla="*/ 0 w 228600"/>
                <a:gd name="connsiteY6" fmla="*/ 273368 h 273367"/>
                <a:gd name="connsiteX7" fmla="*/ 0 w 228600"/>
                <a:gd name="connsiteY7" fmla="*/ 6668 h 273367"/>
                <a:gd name="connsiteX8" fmla="*/ 61913 w 228600"/>
                <a:gd name="connsiteY8" fmla="*/ 6668 h 273367"/>
                <a:gd name="connsiteX9" fmla="*/ 61913 w 228600"/>
                <a:gd name="connsiteY9" fmla="*/ 39053 h 273367"/>
                <a:gd name="connsiteX10" fmla="*/ 62865 w 228600"/>
                <a:gd name="connsiteY10" fmla="*/ 39053 h 273367"/>
                <a:gd name="connsiteX11" fmla="*/ 140970 w 228600"/>
                <a:gd name="connsiteY11" fmla="*/ 0 h 273367"/>
                <a:gd name="connsiteX12" fmla="*/ 228600 w 228600"/>
                <a:gd name="connsiteY12" fmla="*/ 107632 h 273367"/>
                <a:gd name="connsiteX13" fmla="*/ 228600 w 228600"/>
                <a:gd name="connsiteY13" fmla="*/ 272415 h 273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8600" h="273367">
                  <a:moveTo>
                    <a:pt x="228600" y="272415"/>
                  </a:moveTo>
                  <a:lnTo>
                    <a:pt x="166688" y="272415"/>
                  </a:lnTo>
                  <a:lnTo>
                    <a:pt x="166688" y="120015"/>
                  </a:lnTo>
                  <a:cubicBezTo>
                    <a:pt x="166688" y="80963"/>
                    <a:pt x="155258" y="55245"/>
                    <a:pt x="117158" y="55245"/>
                  </a:cubicBezTo>
                  <a:cubicBezTo>
                    <a:pt x="73343" y="55245"/>
                    <a:pt x="61913" y="90488"/>
                    <a:pt x="61913" y="120015"/>
                  </a:cubicBezTo>
                  <a:lnTo>
                    <a:pt x="61913" y="273368"/>
                  </a:lnTo>
                  <a:lnTo>
                    <a:pt x="0" y="273368"/>
                  </a:lnTo>
                  <a:lnTo>
                    <a:pt x="0" y="6668"/>
                  </a:lnTo>
                  <a:lnTo>
                    <a:pt x="61913" y="6668"/>
                  </a:lnTo>
                  <a:lnTo>
                    <a:pt x="61913" y="39053"/>
                  </a:lnTo>
                  <a:lnTo>
                    <a:pt x="62865" y="39053"/>
                  </a:lnTo>
                  <a:cubicBezTo>
                    <a:pt x="79058" y="15240"/>
                    <a:pt x="106680" y="0"/>
                    <a:pt x="140970" y="0"/>
                  </a:cubicBezTo>
                  <a:cubicBezTo>
                    <a:pt x="201930" y="0"/>
                    <a:pt x="228600" y="44768"/>
                    <a:pt x="228600" y="107632"/>
                  </a:cubicBezTo>
                  <a:lnTo>
                    <a:pt x="228600" y="272415"/>
                  </a:lnTo>
                  <a:close/>
                </a:path>
              </a:pathLst>
            </a:custGeom>
            <a:solidFill>
              <a:srgbClr val="041E4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4" name="Freihandform: Form 161">
              <a:extLst>
                <a:ext uri="{FF2B5EF4-FFF2-40B4-BE49-F238E27FC236}">
                  <a16:creationId xmlns:a16="http://schemas.microsoft.com/office/drawing/2014/main" id="{E2703D52-5297-3C48-B86D-DCFEA836ACA9}"/>
                </a:ext>
              </a:extLst>
            </p:cNvPr>
            <p:cNvSpPr/>
            <p:nvPr/>
          </p:nvSpPr>
          <p:spPr>
            <a:xfrm>
              <a:off x="2447067" y="294971"/>
              <a:ext cx="26605" cy="129501"/>
            </a:xfrm>
            <a:custGeom>
              <a:avLst/>
              <a:gdLst>
                <a:gd name="connsiteX0" fmla="*/ 79057 w 79057"/>
                <a:gd name="connsiteY0" fmla="*/ 38100 h 384810"/>
                <a:gd name="connsiteX1" fmla="*/ 39052 w 79057"/>
                <a:gd name="connsiteY1" fmla="*/ 76200 h 384810"/>
                <a:gd name="connsiteX2" fmla="*/ 0 w 79057"/>
                <a:gd name="connsiteY2" fmla="*/ 38100 h 384810"/>
                <a:gd name="connsiteX3" fmla="*/ 39052 w 79057"/>
                <a:gd name="connsiteY3" fmla="*/ 0 h 384810"/>
                <a:gd name="connsiteX4" fmla="*/ 79057 w 79057"/>
                <a:gd name="connsiteY4" fmla="*/ 38100 h 384810"/>
                <a:gd name="connsiteX5" fmla="*/ 70485 w 79057"/>
                <a:gd name="connsiteY5" fmla="*/ 384810 h 384810"/>
                <a:gd name="connsiteX6" fmla="*/ 8573 w 79057"/>
                <a:gd name="connsiteY6" fmla="*/ 384810 h 384810"/>
                <a:gd name="connsiteX7" fmla="*/ 8573 w 79057"/>
                <a:gd name="connsiteY7" fmla="*/ 118110 h 384810"/>
                <a:gd name="connsiteX8" fmla="*/ 70485 w 79057"/>
                <a:gd name="connsiteY8" fmla="*/ 118110 h 384810"/>
                <a:gd name="connsiteX9" fmla="*/ 70485 w 79057"/>
                <a:gd name="connsiteY9" fmla="*/ 384810 h 384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4810">
                  <a:moveTo>
                    <a:pt x="79057" y="38100"/>
                  </a:moveTo>
                  <a:cubicBezTo>
                    <a:pt x="79057" y="60007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8" y="0"/>
                    <a:pt x="39052" y="0"/>
                  </a:cubicBezTo>
                  <a:cubicBezTo>
                    <a:pt x="60960" y="0"/>
                    <a:pt x="79057" y="16193"/>
                    <a:pt x="79057" y="38100"/>
                  </a:cubicBezTo>
                  <a:close/>
                  <a:moveTo>
                    <a:pt x="70485" y="384810"/>
                  </a:moveTo>
                  <a:lnTo>
                    <a:pt x="8573" y="384810"/>
                  </a:lnTo>
                  <a:lnTo>
                    <a:pt x="8573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solidFill>
              <a:srgbClr val="041E4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5" name="Freihandform: Form 162">
              <a:extLst>
                <a:ext uri="{FF2B5EF4-FFF2-40B4-BE49-F238E27FC236}">
                  <a16:creationId xmlns:a16="http://schemas.microsoft.com/office/drawing/2014/main" id="{DCA81DDD-FB1B-B648-8F82-E70860C4CE4D}"/>
                </a:ext>
              </a:extLst>
            </p:cNvPr>
            <p:cNvSpPr/>
            <p:nvPr/>
          </p:nvSpPr>
          <p:spPr>
            <a:xfrm>
              <a:off x="2488418" y="335039"/>
              <a:ext cx="87189" cy="89753"/>
            </a:xfrm>
            <a:custGeom>
              <a:avLst/>
              <a:gdLst>
                <a:gd name="connsiteX0" fmla="*/ 259080 w 259079"/>
                <a:gd name="connsiteY0" fmla="*/ 0 h 266700"/>
                <a:gd name="connsiteX1" fmla="*/ 161925 w 259079"/>
                <a:gd name="connsiteY1" fmla="*/ 266700 h 266700"/>
                <a:gd name="connsiteX2" fmla="*/ 97155 w 259079"/>
                <a:gd name="connsiteY2" fmla="*/ 266700 h 266700"/>
                <a:gd name="connsiteX3" fmla="*/ 0 w 259079"/>
                <a:gd name="connsiteY3" fmla="*/ 0 h 266700"/>
                <a:gd name="connsiteX4" fmla="*/ 68580 w 259079"/>
                <a:gd name="connsiteY4" fmla="*/ 0 h 266700"/>
                <a:gd name="connsiteX5" fmla="*/ 129540 w 259079"/>
                <a:gd name="connsiteY5" fmla="*/ 193358 h 266700"/>
                <a:gd name="connsiteX6" fmla="*/ 130492 w 259079"/>
                <a:gd name="connsiteY6" fmla="*/ 193358 h 266700"/>
                <a:gd name="connsiteX7" fmla="*/ 191452 w 259079"/>
                <a:gd name="connsiteY7" fmla="*/ 0 h 266700"/>
                <a:gd name="connsiteX8" fmla="*/ 259080 w 259079"/>
                <a:gd name="connsiteY8" fmla="*/ 0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59079" h="266700">
                  <a:moveTo>
                    <a:pt x="259080" y="0"/>
                  </a:moveTo>
                  <a:lnTo>
                    <a:pt x="161925" y="266700"/>
                  </a:lnTo>
                  <a:lnTo>
                    <a:pt x="97155" y="266700"/>
                  </a:lnTo>
                  <a:lnTo>
                    <a:pt x="0" y="0"/>
                  </a:lnTo>
                  <a:lnTo>
                    <a:pt x="68580" y="0"/>
                  </a:lnTo>
                  <a:lnTo>
                    <a:pt x="129540" y="193358"/>
                  </a:lnTo>
                  <a:lnTo>
                    <a:pt x="130492" y="193358"/>
                  </a:lnTo>
                  <a:lnTo>
                    <a:pt x="191452" y="0"/>
                  </a:lnTo>
                  <a:lnTo>
                    <a:pt x="259080" y="0"/>
                  </a:lnTo>
                  <a:close/>
                </a:path>
              </a:pathLst>
            </a:custGeom>
            <a:solidFill>
              <a:srgbClr val="041E4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6" name="Freihandform: Form 163">
              <a:extLst>
                <a:ext uri="{FF2B5EF4-FFF2-40B4-BE49-F238E27FC236}">
                  <a16:creationId xmlns:a16="http://schemas.microsoft.com/office/drawing/2014/main" id="{01936875-CBF0-F349-804D-4C37C944AB17}"/>
                </a:ext>
              </a:extLst>
            </p:cNvPr>
            <p:cNvSpPr/>
            <p:nvPr/>
          </p:nvSpPr>
          <p:spPr>
            <a:xfrm>
              <a:off x="2585223" y="332795"/>
              <a:ext cx="81739" cy="93920"/>
            </a:xfrm>
            <a:custGeom>
              <a:avLst/>
              <a:gdLst>
                <a:gd name="connsiteX0" fmla="*/ 132398 w 242887"/>
                <a:gd name="connsiteY0" fmla="*/ 279083 h 279082"/>
                <a:gd name="connsiteX1" fmla="*/ 0 w 242887"/>
                <a:gd name="connsiteY1" fmla="*/ 139065 h 279082"/>
                <a:gd name="connsiteX2" fmla="*/ 124778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8 w 242887"/>
                <a:gd name="connsiteY6" fmla="*/ 225743 h 279082"/>
                <a:gd name="connsiteX7" fmla="*/ 198120 w 242887"/>
                <a:gd name="connsiteY7" fmla="*/ 194310 h 279082"/>
                <a:gd name="connsiteX8" fmla="*/ 237173 w 242887"/>
                <a:gd name="connsiteY8" fmla="*/ 235268 h 279082"/>
                <a:gd name="connsiteX9" fmla="*/ 132398 w 242887"/>
                <a:gd name="connsiteY9" fmla="*/ 279083 h 279082"/>
                <a:gd name="connsiteX10" fmla="*/ 62865 w 242887"/>
                <a:gd name="connsiteY10" fmla="*/ 115253 h 279082"/>
                <a:gd name="connsiteX11" fmla="*/ 183833 w 242887"/>
                <a:gd name="connsiteY11" fmla="*/ 115253 h 279082"/>
                <a:gd name="connsiteX12" fmla="*/ 124778 w 242887"/>
                <a:gd name="connsiteY12" fmla="*/ 50482 h 279082"/>
                <a:gd name="connsiteX13" fmla="*/ 62865 w 242887"/>
                <a:gd name="connsiteY13" fmla="*/ 115253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8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3" y="0"/>
                    <a:pt x="124778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3" y="201930"/>
                    <a:pt x="94298" y="225743"/>
                    <a:pt x="132398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3" y="235268"/>
                  </a:lnTo>
                  <a:cubicBezTo>
                    <a:pt x="206693" y="264795"/>
                    <a:pt x="173355" y="279083"/>
                    <a:pt x="132398" y="279083"/>
                  </a:cubicBezTo>
                  <a:close/>
                  <a:moveTo>
                    <a:pt x="62865" y="115253"/>
                  </a:moveTo>
                  <a:lnTo>
                    <a:pt x="183833" y="115253"/>
                  </a:lnTo>
                  <a:cubicBezTo>
                    <a:pt x="180975" y="74295"/>
                    <a:pt x="160020" y="50482"/>
                    <a:pt x="124778" y="50482"/>
                  </a:cubicBezTo>
                  <a:cubicBezTo>
                    <a:pt x="90488" y="50482"/>
                    <a:pt x="68580" y="74295"/>
                    <a:pt x="62865" y="115253"/>
                  </a:cubicBezTo>
                  <a:close/>
                </a:path>
              </a:pathLst>
            </a:custGeom>
            <a:solidFill>
              <a:srgbClr val="041E4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7" name="Freihandform: Form 165">
              <a:extLst>
                <a:ext uri="{FF2B5EF4-FFF2-40B4-BE49-F238E27FC236}">
                  <a16:creationId xmlns:a16="http://schemas.microsoft.com/office/drawing/2014/main" id="{92C51272-86B6-4B48-A4AE-D472CA82B923}"/>
                </a:ext>
              </a:extLst>
            </p:cNvPr>
            <p:cNvSpPr/>
            <p:nvPr/>
          </p:nvSpPr>
          <p:spPr>
            <a:xfrm>
              <a:off x="2690683" y="332713"/>
              <a:ext cx="53852" cy="91758"/>
            </a:xfrm>
            <a:custGeom>
              <a:avLst/>
              <a:gdLst>
                <a:gd name="connsiteX0" fmla="*/ 160020 w 160019"/>
                <a:gd name="connsiteY0" fmla="*/ 5005 h 272657"/>
                <a:gd name="connsiteX1" fmla="*/ 150495 w 160019"/>
                <a:gd name="connsiteY1" fmla="*/ 68823 h 272657"/>
                <a:gd name="connsiteX2" fmla="*/ 116205 w 160019"/>
                <a:gd name="connsiteY2" fmla="*/ 60250 h 272657"/>
                <a:gd name="connsiteX3" fmla="*/ 61913 w 160019"/>
                <a:gd name="connsiteY3" fmla="*/ 135498 h 272657"/>
                <a:gd name="connsiteX4" fmla="*/ 61913 w 160019"/>
                <a:gd name="connsiteY4" fmla="*/ 272658 h 272657"/>
                <a:gd name="connsiteX5" fmla="*/ 0 w 160019"/>
                <a:gd name="connsiteY5" fmla="*/ 272658 h 272657"/>
                <a:gd name="connsiteX6" fmla="*/ 0 w 160019"/>
                <a:gd name="connsiteY6" fmla="*/ 5958 h 272657"/>
                <a:gd name="connsiteX7" fmla="*/ 60960 w 160019"/>
                <a:gd name="connsiteY7" fmla="*/ 5958 h 272657"/>
                <a:gd name="connsiteX8" fmla="*/ 60960 w 160019"/>
                <a:gd name="connsiteY8" fmla="*/ 40248 h 272657"/>
                <a:gd name="connsiteX9" fmla="*/ 61913 w 160019"/>
                <a:gd name="connsiteY9" fmla="*/ 40248 h 272657"/>
                <a:gd name="connsiteX10" fmla="*/ 131445 w 160019"/>
                <a:gd name="connsiteY10" fmla="*/ 243 h 272657"/>
                <a:gd name="connsiteX11" fmla="*/ 160020 w 160019"/>
                <a:gd name="connsiteY11" fmla="*/ 5005 h 2726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0019" h="272657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3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8" y="-710"/>
                    <a:pt x="150495" y="1195"/>
                    <a:pt x="160020" y="5005"/>
                  </a:cubicBezTo>
                  <a:close/>
                </a:path>
              </a:pathLst>
            </a:custGeom>
            <a:solidFill>
              <a:srgbClr val="041E4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8" name="Freihandform: Form 166">
              <a:extLst>
                <a:ext uri="{FF2B5EF4-FFF2-40B4-BE49-F238E27FC236}">
                  <a16:creationId xmlns:a16="http://schemas.microsoft.com/office/drawing/2014/main" id="{2C3A0B47-9D82-FE45-9457-BF81CD2FA7A6}"/>
                </a:ext>
              </a:extLst>
            </p:cNvPr>
            <p:cNvSpPr/>
            <p:nvPr/>
          </p:nvSpPr>
          <p:spPr>
            <a:xfrm>
              <a:off x="2754472" y="332474"/>
              <a:ext cx="69238" cy="94240"/>
            </a:xfrm>
            <a:custGeom>
              <a:avLst/>
              <a:gdLst>
                <a:gd name="connsiteX0" fmla="*/ 29527 w 205739"/>
                <a:gd name="connsiteY0" fmla="*/ 198120 h 280034"/>
                <a:gd name="connsiteX1" fmla="*/ 104775 w 205739"/>
                <a:gd name="connsiteY1" fmla="*/ 227647 h 280034"/>
                <a:gd name="connsiteX2" fmla="*/ 143827 w 205739"/>
                <a:gd name="connsiteY2" fmla="*/ 200978 h 280034"/>
                <a:gd name="connsiteX3" fmla="*/ 10477 w 205739"/>
                <a:gd name="connsiteY3" fmla="*/ 82868 h 280034"/>
                <a:gd name="connsiteX4" fmla="*/ 111442 w 205739"/>
                <a:gd name="connsiteY4" fmla="*/ 0 h 280034"/>
                <a:gd name="connsiteX5" fmla="*/ 203835 w 205739"/>
                <a:gd name="connsiteY5" fmla="*/ 27622 h 280034"/>
                <a:gd name="connsiteX6" fmla="*/ 174307 w 205739"/>
                <a:gd name="connsiteY6" fmla="*/ 76200 h 280034"/>
                <a:gd name="connsiteX7" fmla="*/ 110490 w 205739"/>
                <a:gd name="connsiteY7" fmla="*/ 52387 h 280034"/>
                <a:gd name="connsiteX8" fmla="*/ 72390 w 205739"/>
                <a:gd name="connsiteY8" fmla="*/ 77153 h 280034"/>
                <a:gd name="connsiteX9" fmla="*/ 205740 w 205739"/>
                <a:gd name="connsiteY9" fmla="*/ 195262 h 280034"/>
                <a:gd name="connsiteX10" fmla="*/ 102870 w 205739"/>
                <a:gd name="connsiteY10" fmla="*/ 280035 h 280034"/>
                <a:gd name="connsiteX11" fmla="*/ 0 w 205739"/>
                <a:gd name="connsiteY11" fmla="*/ 247650 h 280034"/>
                <a:gd name="connsiteX12" fmla="*/ 29527 w 205739"/>
                <a:gd name="connsiteY12" fmla="*/ 198120 h 2800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5739" h="280034">
                  <a:moveTo>
                    <a:pt x="29527" y="198120"/>
                  </a:moveTo>
                  <a:cubicBezTo>
                    <a:pt x="56197" y="218122"/>
                    <a:pt x="80963" y="227647"/>
                    <a:pt x="104775" y="227647"/>
                  </a:cubicBezTo>
                  <a:cubicBezTo>
                    <a:pt x="127635" y="227647"/>
                    <a:pt x="143827" y="217170"/>
                    <a:pt x="143827" y="200978"/>
                  </a:cubicBezTo>
                  <a:cubicBezTo>
                    <a:pt x="143827" y="155258"/>
                    <a:pt x="10477" y="171450"/>
                    <a:pt x="10477" y="82868"/>
                  </a:cubicBezTo>
                  <a:cubicBezTo>
                    <a:pt x="10477" y="33338"/>
                    <a:pt x="51435" y="0"/>
                    <a:pt x="111442" y="0"/>
                  </a:cubicBezTo>
                  <a:cubicBezTo>
                    <a:pt x="143827" y="0"/>
                    <a:pt x="175260" y="9525"/>
                    <a:pt x="203835" y="27622"/>
                  </a:cubicBezTo>
                  <a:lnTo>
                    <a:pt x="174307" y="76200"/>
                  </a:lnTo>
                  <a:cubicBezTo>
                    <a:pt x="151447" y="60960"/>
                    <a:pt x="130492" y="52387"/>
                    <a:pt x="110490" y="52387"/>
                  </a:cubicBezTo>
                  <a:cubicBezTo>
                    <a:pt x="87630" y="52387"/>
                    <a:pt x="72390" y="61912"/>
                    <a:pt x="72390" y="77153"/>
                  </a:cubicBezTo>
                  <a:cubicBezTo>
                    <a:pt x="72390" y="120968"/>
                    <a:pt x="205740" y="105728"/>
                    <a:pt x="205740" y="195262"/>
                  </a:cubicBezTo>
                  <a:cubicBezTo>
                    <a:pt x="205740" y="245745"/>
                    <a:pt x="164782" y="280035"/>
                    <a:pt x="102870" y="280035"/>
                  </a:cubicBezTo>
                  <a:cubicBezTo>
                    <a:pt x="67627" y="280035"/>
                    <a:pt x="31432" y="268605"/>
                    <a:pt x="0" y="247650"/>
                  </a:cubicBezTo>
                  <a:lnTo>
                    <a:pt x="29527" y="198120"/>
                  </a:lnTo>
                  <a:close/>
                </a:path>
              </a:pathLst>
            </a:custGeom>
            <a:solidFill>
              <a:srgbClr val="041E4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9" name="Freihandform: Form 168">
              <a:extLst>
                <a:ext uri="{FF2B5EF4-FFF2-40B4-BE49-F238E27FC236}">
                  <a16:creationId xmlns:a16="http://schemas.microsoft.com/office/drawing/2014/main" id="{FD97DAD5-B085-5D44-BE42-8F3B9EE9F595}"/>
                </a:ext>
              </a:extLst>
            </p:cNvPr>
            <p:cNvSpPr/>
            <p:nvPr/>
          </p:nvSpPr>
          <p:spPr>
            <a:xfrm>
              <a:off x="2843264" y="294971"/>
              <a:ext cx="26605" cy="129501"/>
            </a:xfrm>
            <a:custGeom>
              <a:avLst/>
              <a:gdLst>
                <a:gd name="connsiteX0" fmla="*/ 79058 w 79057"/>
                <a:gd name="connsiteY0" fmla="*/ 38100 h 384810"/>
                <a:gd name="connsiteX1" fmla="*/ 39053 w 79057"/>
                <a:gd name="connsiteY1" fmla="*/ 76200 h 384810"/>
                <a:gd name="connsiteX2" fmla="*/ 0 w 79057"/>
                <a:gd name="connsiteY2" fmla="*/ 38100 h 384810"/>
                <a:gd name="connsiteX3" fmla="*/ 39053 w 79057"/>
                <a:gd name="connsiteY3" fmla="*/ 0 h 384810"/>
                <a:gd name="connsiteX4" fmla="*/ 79058 w 79057"/>
                <a:gd name="connsiteY4" fmla="*/ 38100 h 384810"/>
                <a:gd name="connsiteX5" fmla="*/ 70485 w 79057"/>
                <a:gd name="connsiteY5" fmla="*/ 384810 h 384810"/>
                <a:gd name="connsiteX6" fmla="*/ 8573 w 79057"/>
                <a:gd name="connsiteY6" fmla="*/ 384810 h 384810"/>
                <a:gd name="connsiteX7" fmla="*/ 8573 w 79057"/>
                <a:gd name="connsiteY7" fmla="*/ 118110 h 384810"/>
                <a:gd name="connsiteX8" fmla="*/ 70485 w 79057"/>
                <a:gd name="connsiteY8" fmla="*/ 118110 h 384810"/>
                <a:gd name="connsiteX9" fmla="*/ 70485 w 79057"/>
                <a:gd name="connsiteY9" fmla="*/ 384810 h 384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4810">
                  <a:moveTo>
                    <a:pt x="79058" y="38100"/>
                  </a:moveTo>
                  <a:cubicBezTo>
                    <a:pt x="79058" y="60007"/>
                    <a:pt x="60960" y="76200"/>
                    <a:pt x="39053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8" y="0"/>
                    <a:pt x="39053" y="0"/>
                  </a:cubicBezTo>
                  <a:cubicBezTo>
                    <a:pt x="60960" y="0"/>
                    <a:pt x="79058" y="16193"/>
                    <a:pt x="79058" y="38100"/>
                  </a:cubicBezTo>
                  <a:close/>
                  <a:moveTo>
                    <a:pt x="70485" y="384810"/>
                  </a:moveTo>
                  <a:lnTo>
                    <a:pt x="8573" y="384810"/>
                  </a:lnTo>
                  <a:lnTo>
                    <a:pt x="8573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solidFill>
              <a:srgbClr val="041E4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0" name="Freihandform: Form 169">
              <a:extLst>
                <a:ext uri="{FF2B5EF4-FFF2-40B4-BE49-F238E27FC236}">
                  <a16:creationId xmlns:a16="http://schemas.microsoft.com/office/drawing/2014/main" id="{D8ECE762-73AE-2C47-9441-EA7230658360}"/>
                </a:ext>
              </a:extLst>
            </p:cNvPr>
            <p:cNvSpPr/>
            <p:nvPr/>
          </p:nvSpPr>
          <p:spPr>
            <a:xfrm>
              <a:off x="2884935" y="306189"/>
              <a:ext cx="55775" cy="120525"/>
            </a:xfrm>
            <a:custGeom>
              <a:avLst/>
              <a:gdLst>
                <a:gd name="connsiteX0" fmla="*/ 165735 w 165735"/>
                <a:gd name="connsiteY0" fmla="*/ 295275 h 358139"/>
                <a:gd name="connsiteX1" fmla="*/ 165735 w 165735"/>
                <a:gd name="connsiteY1" fmla="*/ 348615 h 358139"/>
                <a:gd name="connsiteX2" fmla="*/ 113348 w 165735"/>
                <a:gd name="connsiteY2" fmla="*/ 358140 h 358139"/>
                <a:gd name="connsiteX3" fmla="*/ 40958 w 165735"/>
                <a:gd name="connsiteY3" fmla="*/ 282892 h 358139"/>
                <a:gd name="connsiteX4" fmla="*/ 40958 w 165735"/>
                <a:gd name="connsiteY4" fmla="*/ 137160 h 358139"/>
                <a:gd name="connsiteX5" fmla="*/ 0 w 165735"/>
                <a:gd name="connsiteY5" fmla="*/ 137160 h 358139"/>
                <a:gd name="connsiteX6" fmla="*/ 0 w 165735"/>
                <a:gd name="connsiteY6" fmla="*/ 85725 h 358139"/>
                <a:gd name="connsiteX7" fmla="*/ 40005 w 165735"/>
                <a:gd name="connsiteY7" fmla="*/ 85725 h 358139"/>
                <a:gd name="connsiteX8" fmla="*/ 40005 w 165735"/>
                <a:gd name="connsiteY8" fmla="*/ 13335 h 358139"/>
                <a:gd name="connsiteX9" fmla="*/ 101918 w 165735"/>
                <a:gd name="connsiteY9" fmla="*/ 0 h 358139"/>
                <a:gd name="connsiteX10" fmla="*/ 101918 w 165735"/>
                <a:gd name="connsiteY10" fmla="*/ 86677 h 358139"/>
                <a:gd name="connsiteX11" fmla="*/ 165735 w 165735"/>
                <a:gd name="connsiteY11" fmla="*/ 86677 h 358139"/>
                <a:gd name="connsiteX12" fmla="*/ 165735 w 165735"/>
                <a:gd name="connsiteY12" fmla="*/ 138113 h 358139"/>
                <a:gd name="connsiteX13" fmla="*/ 101918 w 165735"/>
                <a:gd name="connsiteY13" fmla="*/ 138113 h 358139"/>
                <a:gd name="connsiteX14" fmla="*/ 101918 w 165735"/>
                <a:gd name="connsiteY14" fmla="*/ 269558 h 358139"/>
                <a:gd name="connsiteX15" fmla="*/ 130493 w 165735"/>
                <a:gd name="connsiteY15" fmla="*/ 304800 h 358139"/>
                <a:gd name="connsiteX16" fmla="*/ 165735 w 165735"/>
                <a:gd name="connsiteY16" fmla="*/ 295275 h 3581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5735" h="358139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8" y="358140"/>
                  </a:cubicBezTo>
                  <a:cubicBezTo>
                    <a:pt x="66675" y="358140"/>
                    <a:pt x="40958" y="331470"/>
                    <a:pt x="40958" y="282892"/>
                  </a:cubicBezTo>
                  <a:lnTo>
                    <a:pt x="40958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8" y="0"/>
                  </a:lnTo>
                  <a:lnTo>
                    <a:pt x="101918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8" y="138113"/>
                  </a:lnTo>
                  <a:lnTo>
                    <a:pt x="101918" y="269558"/>
                  </a:lnTo>
                  <a:cubicBezTo>
                    <a:pt x="101918" y="294323"/>
                    <a:pt x="110490" y="304800"/>
                    <a:pt x="130493" y="304800"/>
                  </a:cubicBezTo>
                  <a:cubicBezTo>
                    <a:pt x="141923" y="303848"/>
                    <a:pt x="155258" y="300038"/>
                    <a:pt x="165735" y="295275"/>
                  </a:cubicBezTo>
                  <a:close/>
                </a:path>
              </a:pathLst>
            </a:custGeom>
            <a:solidFill>
              <a:srgbClr val="041E4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1" name="Freihandform: Form 170">
              <a:extLst>
                <a:ext uri="{FF2B5EF4-FFF2-40B4-BE49-F238E27FC236}">
                  <a16:creationId xmlns:a16="http://schemas.microsoft.com/office/drawing/2014/main" id="{268398A3-39FF-4648-9FD9-E1F75E54D12C}"/>
                </a:ext>
              </a:extLst>
            </p:cNvPr>
            <p:cNvSpPr/>
            <p:nvPr/>
          </p:nvSpPr>
          <p:spPr>
            <a:xfrm>
              <a:off x="2957058" y="296573"/>
              <a:ext cx="75970" cy="130142"/>
            </a:xfrm>
            <a:custGeom>
              <a:avLst/>
              <a:gdLst>
                <a:gd name="connsiteX0" fmla="*/ 114300 w 225742"/>
                <a:gd name="connsiteY0" fmla="*/ 215265 h 386714"/>
                <a:gd name="connsiteX1" fmla="*/ 164783 w 225742"/>
                <a:gd name="connsiteY1" fmla="*/ 220980 h 386714"/>
                <a:gd name="connsiteX2" fmla="*/ 164783 w 225742"/>
                <a:gd name="connsiteY2" fmla="*/ 211455 h 386714"/>
                <a:gd name="connsiteX3" fmla="*/ 105728 w 225742"/>
                <a:gd name="connsiteY3" fmla="*/ 160020 h 386714"/>
                <a:gd name="connsiteX4" fmla="*/ 38100 w 225742"/>
                <a:gd name="connsiteY4" fmla="*/ 175260 h 386714"/>
                <a:gd name="connsiteX5" fmla="*/ 24765 w 225742"/>
                <a:gd name="connsiteY5" fmla="*/ 122873 h 386714"/>
                <a:gd name="connsiteX6" fmla="*/ 112395 w 225742"/>
                <a:gd name="connsiteY6" fmla="*/ 107632 h 386714"/>
                <a:gd name="connsiteX7" fmla="*/ 225743 w 225742"/>
                <a:gd name="connsiteY7" fmla="*/ 210502 h 386714"/>
                <a:gd name="connsiteX8" fmla="*/ 225743 w 225742"/>
                <a:gd name="connsiteY8" fmla="*/ 381000 h 386714"/>
                <a:gd name="connsiteX9" fmla="*/ 166688 w 225742"/>
                <a:gd name="connsiteY9" fmla="*/ 381000 h 386714"/>
                <a:gd name="connsiteX10" fmla="*/ 166688 w 225742"/>
                <a:gd name="connsiteY10" fmla="*/ 352425 h 386714"/>
                <a:gd name="connsiteX11" fmla="*/ 165735 w 225742"/>
                <a:gd name="connsiteY11" fmla="*/ 352425 h 386714"/>
                <a:gd name="connsiteX12" fmla="*/ 87630 w 225742"/>
                <a:gd name="connsiteY12" fmla="*/ 386715 h 386714"/>
                <a:gd name="connsiteX13" fmla="*/ 0 w 225742"/>
                <a:gd name="connsiteY13" fmla="*/ 301942 h 386714"/>
                <a:gd name="connsiteX14" fmla="*/ 114300 w 225742"/>
                <a:gd name="connsiteY14" fmla="*/ 215265 h 386714"/>
                <a:gd name="connsiteX15" fmla="*/ 63818 w 225742"/>
                <a:gd name="connsiteY15" fmla="*/ 72390 h 386714"/>
                <a:gd name="connsiteX16" fmla="*/ 26670 w 225742"/>
                <a:gd name="connsiteY16" fmla="*/ 36195 h 386714"/>
                <a:gd name="connsiteX17" fmla="*/ 63818 w 225742"/>
                <a:gd name="connsiteY17" fmla="*/ 0 h 386714"/>
                <a:gd name="connsiteX18" fmla="*/ 100965 w 225742"/>
                <a:gd name="connsiteY18" fmla="*/ 36195 h 386714"/>
                <a:gd name="connsiteX19" fmla="*/ 63818 w 225742"/>
                <a:gd name="connsiteY19" fmla="*/ 72390 h 386714"/>
                <a:gd name="connsiteX20" fmla="*/ 103823 w 225742"/>
                <a:gd name="connsiteY20" fmla="*/ 340042 h 386714"/>
                <a:gd name="connsiteX21" fmla="*/ 164783 w 225742"/>
                <a:gd name="connsiteY21" fmla="*/ 307658 h 386714"/>
                <a:gd name="connsiteX22" fmla="*/ 164783 w 225742"/>
                <a:gd name="connsiteY22" fmla="*/ 261938 h 386714"/>
                <a:gd name="connsiteX23" fmla="*/ 120968 w 225742"/>
                <a:gd name="connsiteY23" fmla="*/ 257175 h 386714"/>
                <a:gd name="connsiteX24" fmla="*/ 59055 w 225742"/>
                <a:gd name="connsiteY24" fmla="*/ 300990 h 386714"/>
                <a:gd name="connsiteX25" fmla="*/ 103823 w 225742"/>
                <a:gd name="connsiteY25" fmla="*/ 340042 h 386714"/>
                <a:gd name="connsiteX26" fmla="*/ 172403 w 225742"/>
                <a:gd name="connsiteY26" fmla="*/ 72390 h 386714"/>
                <a:gd name="connsiteX27" fmla="*/ 135255 w 225742"/>
                <a:gd name="connsiteY27" fmla="*/ 36195 h 386714"/>
                <a:gd name="connsiteX28" fmla="*/ 172403 w 225742"/>
                <a:gd name="connsiteY28" fmla="*/ 0 h 386714"/>
                <a:gd name="connsiteX29" fmla="*/ 209550 w 225742"/>
                <a:gd name="connsiteY29" fmla="*/ 36195 h 386714"/>
                <a:gd name="connsiteX30" fmla="*/ 172403 w 225742"/>
                <a:gd name="connsiteY30" fmla="*/ 72390 h 386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225742" h="386714">
                  <a:moveTo>
                    <a:pt x="114300" y="215265"/>
                  </a:moveTo>
                  <a:cubicBezTo>
                    <a:pt x="131445" y="215265"/>
                    <a:pt x="147638" y="216217"/>
                    <a:pt x="164783" y="220980"/>
                  </a:cubicBezTo>
                  <a:lnTo>
                    <a:pt x="164783" y="211455"/>
                  </a:lnTo>
                  <a:cubicBezTo>
                    <a:pt x="164783" y="177165"/>
                    <a:pt x="144780" y="160020"/>
                    <a:pt x="105728" y="160020"/>
                  </a:cubicBezTo>
                  <a:cubicBezTo>
                    <a:pt x="83820" y="160020"/>
                    <a:pt x="60008" y="164783"/>
                    <a:pt x="38100" y="175260"/>
                  </a:cubicBezTo>
                  <a:lnTo>
                    <a:pt x="24765" y="122873"/>
                  </a:lnTo>
                  <a:cubicBezTo>
                    <a:pt x="49530" y="113348"/>
                    <a:pt x="81915" y="107632"/>
                    <a:pt x="112395" y="107632"/>
                  </a:cubicBezTo>
                  <a:cubicBezTo>
                    <a:pt x="187643" y="107632"/>
                    <a:pt x="225743" y="142875"/>
                    <a:pt x="225743" y="210502"/>
                  </a:cubicBezTo>
                  <a:lnTo>
                    <a:pt x="225743" y="381000"/>
                  </a:lnTo>
                  <a:lnTo>
                    <a:pt x="166688" y="381000"/>
                  </a:lnTo>
                  <a:lnTo>
                    <a:pt x="166688" y="352425"/>
                  </a:lnTo>
                  <a:lnTo>
                    <a:pt x="165735" y="352425"/>
                  </a:lnTo>
                  <a:cubicBezTo>
                    <a:pt x="142875" y="376238"/>
                    <a:pt x="119063" y="386715"/>
                    <a:pt x="87630" y="386715"/>
                  </a:cubicBezTo>
                  <a:cubicBezTo>
                    <a:pt x="34290" y="386715"/>
                    <a:pt x="0" y="353378"/>
                    <a:pt x="0" y="301942"/>
                  </a:cubicBezTo>
                  <a:cubicBezTo>
                    <a:pt x="0" y="245745"/>
                    <a:pt x="40005" y="215265"/>
                    <a:pt x="114300" y="215265"/>
                  </a:cubicBezTo>
                  <a:close/>
                  <a:moveTo>
                    <a:pt x="63818" y="72390"/>
                  </a:moveTo>
                  <a:cubicBezTo>
                    <a:pt x="43815" y="72390"/>
                    <a:pt x="26670" y="55245"/>
                    <a:pt x="26670" y="36195"/>
                  </a:cubicBezTo>
                  <a:cubicBezTo>
                    <a:pt x="26670" y="17145"/>
                    <a:pt x="43815" y="0"/>
                    <a:pt x="63818" y="0"/>
                  </a:cubicBezTo>
                  <a:cubicBezTo>
                    <a:pt x="83820" y="0"/>
                    <a:pt x="100965" y="17145"/>
                    <a:pt x="100965" y="36195"/>
                  </a:cubicBezTo>
                  <a:cubicBezTo>
                    <a:pt x="100965" y="56198"/>
                    <a:pt x="83820" y="72390"/>
                    <a:pt x="63818" y="72390"/>
                  </a:cubicBezTo>
                  <a:close/>
                  <a:moveTo>
                    <a:pt x="103823" y="340042"/>
                  </a:moveTo>
                  <a:cubicBezTo>
                    <a:pt x="126683" y="340042"/>
                    <a:pt x="147638" y="328613"/>
                    <a:pt x="164783" y="307658"/>
                  </a:cubicBezTo>
                  <a:lnTo>
                    <a:pt x="164783" y="261938"/>
                  </a:lnTo>
                  <a:cubicBezTo>
                    <a:pt x="150495" y="258127"/>
                    <a:pt x="135255" y="257175"/>
                    <a:pt x="120968" y="257175"/>
                  </a:cubicBezTo>
                  <a:cubicBezTo>
                    <a:pt x="81915" y="257175"/>
                    <a:pt x="59055" y="272415"/>
                    <a:pt x="59055" y="300990"/>
                  </a:cubicBezTo>
                  <a:cubicBezTo>
                    <a:pt x="59055" y="324803"/>
                    <a:pt x="76200" y="340042"/>
                    <a:pt x="103823" y="340042"/>
                  </a:cubicBezTo>
                  <a:close/>
                  <a:moveTo>
                    <a:pt x="172403" y="72390"/>
                  </a:moveTo>
                  <a:cubicBezTo>
                    <a:pt x="152400" y="72390"/>
                    <a:pt x="135255" y="55245"/>
                    <a:pt x="135255" y="36195"/>
                  </a:cubicBezTo>
                  <a:cubicBezTo>
                    <a:pt x="135255" y="17145"/>
                    <a:pt x="152400" y="0"/>
                    <a:pt x="172403" y="0"/>
                  </a:cubicBezTo>
                  <a:cubicBezTo>
                    <a:pt x="192405" y="0"/>
                    <a:pt x="209550" y="17145"/>
                    <a:pt x="209550" y="36195"/>
                  </a:cubicBezTo>
                  <a:cubicBezTo>
                    <a:pt x="209550" y="56198"/>
                    <a:pt x="192405" y="72390"/>
                    <a:pt x="172403" y="72390"/>
                  </a:cubicBezTo>
                  <a:close/>
                </a:path>
              </a:pathLst>
            </a:custGeom>
            <a:solidFill>
              <a:srgbClr val="041E4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2" name="Freihandform: Form 171">
              <a:extLst>
                <a:ext uri="{FF2B5EF4-FFF2-40B4-BE49-F238E27FC236}">
                  <a16:creationId xmlns:a16="http://schemas.microsoft.com/office/drawing/2014/main" id="{DEEB7B98-F8C7-214A-AF07-80D38697E5EF}"/>
                </a:ext>
              </a:extLst>
            </p:cNvPr>
            <p:cNvSpPr/>
            <p:nvPr/>
          </p:nvSpPr>
          <p:spPr>
            <a:xfrm>
              <a:off x="3049376" y="306189"/>
              <a:ext cx="55775" cy="120525"/>
            </a:xfrm>
            <a:custGeom>
              <a:avLst/>
              <a:gdLst>
                <a:gd name="connsiteX0" fmla="*/ 165735 w 165734"/>
                <a:gd name="connsiteY0" fmla="*/ 295275 h 358139"/>
                <a:gd name="connsiteX1" fmla="*/ 165735 w 165734"/>
                <a:gd name="connsiteY1" fmla="*/ 348615 h 358139"/>
                <a:gd name="connsiteX2" fmla="*/ 113347 w 165734"/>
                <a:gd name="connsiteY2" fmla="*/ 358140 h 358139"/>
                <a:gd name="connsiteX3" fmla="*/ 40957 w 165734"/>
                <a:gd name="connsiteY3" fmla="*/ 282892 h 358139"/>
                <a:gd name="connsiteX4" fmla="*/ 40957 w 165734"/>
                <a:gd name="connsiteY4" fmla="*/ 137160 h 358139"/>
                <a:gd name="connsiteX5" fmla="*/ 0 w 165734"/>
                <a:gd name="connsiteY5" fmla="*/ 137160 h 358139"/>
                <a:gd name="connsiteX6" fmla="*/ 0 w 165734"/>
                <a:gd name="connsiteY6" fmla="*/ 85725 h 358139"/>
                <a:gd name="connsiteX7" fmla="*/ 40005 w 165734"/>
                <a:gd name="connsiteY7" fmla="*/ 85725 h 358139"/>
                <a:gd name="connsiteX8" fmla="*/ 40005 w 165734"/>
                <a:gd name="connsiteY8" fmla="*/ 13335 h 358139"/>
                <a:gd name="connsiteX9" fmla="*/ 101917 w 165734"/>
                <a:gd name="connsiteY9" fmla="*/ 0 h 358139"/>
                <a:gd name="connsiteX10" fmla="*/ 101917 w 165734"/>
                <a:gd name="connsiteY10" fmla="*/ 86677 h 358139"/>
                <a:gd name="connsiteX11" fmla="*/ 165735 w 165734"/>
                <a:gd name="connsiteY11" fmla="*/ 86677 h 358139"/>
                <a:gd name="connsiteX12" fmla="*/ 165735 w 165734"/>
                <a:gd name="connsiteY12" fmla="*/ 138113 h 358139"/>
                <a:gd name="connsiteX13" fmla="*/ 101917 w 165734"/>
                <a:gd name="connsiteY13" fmla="*/ 138113 h 358139"/>
                <a:gd name="connsiteX14" fmla="*/ 101917 w 165734"/>
                <a:gd name="connsiteY14" fmla="*/ 269558 h 358139"/>
                <a:gd name="connsiteX15" fmla="*/ 130492 w 165734"/>
                <a:gd name="connsiteY15" fmla="*/ 304800 h 358139"/>
                <a:gd name="connsiteX16" fmla="*/ 165735 w 165734"/>
                <a:gd name="connsiteY16" fmla="*/ 295275 h 3581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5734" h="358139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7" y="358140"/>
                  </a:cubicBezTo>
                  <a:cubicBezTo>
                    <a:pt x="66675" y="358140"/>
                    <a:pt x="40957" y="331470"/>
                    <a:pt x="40957" y="282892"/>
                  </a:cubicBezTo>
                  <a:lnTo>
                    <a:pt x="40957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7" y="0"/>
                  </a:lnTo>
                  <a:lnTo>
                    <a:pt x="101917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7" y="138113"/>
                  </a:lnTo>
                  <a:lnTo>
                    <a:pt x="101917" y="269558"/>
                  </a:lnTo>
                  <a:cubicBezTo>
                    <a:pt x="101917" y="294323"/>
                    <a:pt x="110490" y="304800"/>
                    <a:pt x="130492" y="304800"/>
                  </a:cubicBezTo>
                  <a:cubicBezTo>
                    <a:pt x="142875" y="303848"/>
                    <a:pt x="155257" y="300038"/>
                    <a:pt x="165735" y="295275"/>
                  </a:cubicBezTo>
                  <a:close/>
                </a:path>
              </a:pathLst>
            </a:custGeom>
            <a:solidFill>
              <a:srgbClr val="041E4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3" name="Freihandform: Form 172">
              <a:extLst>
                <a:ext uri="{FF2B5EF4-FFF2-40B4-BE49-F238E27FC236}">
                  <a16:creationId xmlns:a16="http://schemas.microsoft.com/office/drawing/2014/main" id="{B0794D66-9071-5140-AC48-F2C47D431BC6}"/>
                </a:ext>
              </a:extLst>
            </p:cNvPr>
            <p:cNvSpPr/>
            <p:nvPr/>
          </p:nvSpPr>
          <p:spPr>
            <a:xfrm>
              <a:off x="510639" y="494671"/>
              <a:ext cx="92638" cy="124051"/>
            </a:xfrm>
            <a:custGeom>
              <a:avLst/>
              <a:gdLst>
                <a:gd name="connsiteX0" fmla="*/ 275273 w 275272"/>
                <a:gd name="connsiteY0" fmla="*/ 60960 h 368617"/>
                <a:gd name="connsiteX1" fmla="*/ 170498 w 275272"/>
                <a:gd name="connsiteY1" fmla="*/ 60960 h 368617"/>
                <a:gd name="connsiteX2" fmla="*/ 170498 w 275272"/>
                <a:gd name="connsiteY2" fmla="*/ 368617 h 368617"/>
                <a:gd name="connsiteX3" fmla="*/ 104775 w 275272"/>
                <a:gd name="connsiteY3" fmla="*/ 368617 h 368617"/>
                <a:gd name="connsiteX4" fmla="*/ 104775 w 275272"/>
                <a:gd name="connsiteY4" fmla="*/ 60960 h 368617"/>
                <a:gd name="connsiteX5" fmla="*/ 0 w 275272"/>
                <a:gd name="connsiteY5" fmla="*/ 60960 h 368617"/>
                <a:gd name="connsiteX6" fmla="*/ 0 w 275272"/>
                <a:gd name="connsiteY6" fmla="*/ 0 h 368617"/>
                <a:gd name="connsiteX7" fmla="*/ 275273 w 275272"/>
                <a:gd name="connsiteY7" fmla="*/ 0 h 368617"/>
                <a:gd name="connsiteX8" fmla="*/ 275273 w 275272"/>
                <a:gd name="connsiteY8" fmla="*/ 60960 h 368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75272" h="368617">
                  <a:moveTo>
                    <a:pt x="275273" y="60960"/>
                  </a:moveTo>
                  <a:lnTo>
                    <a:pt x="170498" y="60960"/>
                  </a:lnTo>
                  <a:lnTo>
                    <a:pt x="170498" y="368617"/>
                  </a:lnTo>
                  <a:lnTo>
                    <a:pt x="104775" y="368617"/>
                  </a:lnTo>
                  <a:lnTo>
                    <a:pt x="104775" y="60960"/>
                  </a:lnTo>
                  <a:lnTo>
                    <a:pt x="0" y="60960"/>
                  </a:lnTo>
                  <a:lnTo>
                    <a:pt x="0" y="0"/>
                  </a:lnTo>
                  <a:lnTo>
                    <a:pt x="275273" y="0"/>
                  </a:lnTo>
                  <a:lnTo>
                    <a:pt x="275273" y="60960"/>
                  </a:lnTo>
                  <a:close/>
                </a:path>
              </a:pathLst>
            </a:custGeom>
            <a:solidFill>
              <a:schemeClr val="tx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4" name="Freihandform: Form 173">
              <a:extLst>
                <a:ext uri="{FF2B5EF4-FFF2-40B4-BE49-F238E27FC236}">
                  <a16:creationId xmlns:a16="http://schemas.microsoft.com/office/drawing/2014/main" id="{41947595-CA8E-5241-98C0-5EFA06643BED}"/>
                </a:ext>
              </a:extLst>
            </p:cNvPr>
            <p:cNvSpPr/>
            <p:nvPr/>
          </p:nvSpPr>
          <p:spPr>
            <a:xfrm>
              <a:off x="603919" y="526726"/>
              <a:ext cx="81739" cy="93920"/>
            </a:xfrm>
            <a:custGeom>
              <a:avLst/>
              <a:gdLst>
                <a:gd name="connsiteX0" fmla="*/ 132398 w 242887"/>
                <a:gd name="connsiteY0" fmla="*/ 279083 h 279082"/>
                <a:gd name="connsiteX1" fmla="*/ 0 w 242887"/>
                <a:gd name="connsiteY1" fmla="*/ 139065 h 279082"/>
                <a:gd name="connsiteX2" fmla="*/ 124777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3817 w 242887"/>
                <a:gd name="connsiteY5" fmla="*/ 160972 h 279082"/>
                <a:gd name="connsiteX6" fmla="*/ 133350 w 242887"/>
                <a:gd name="connsiteY6" fmla="*/ 225742 h 279082"/>
                <a:gd name="connsiteX7" fmla="*/ 199073 w 242887"/>
                <a:gd name="connsiteY7" fmla="*/ 194310 h 279082"/>
                <a:gd name="connsiteX8" fmla="*/ 238125 w 242887"/>
                <a:gd name="connsiteY8" fmla="*/ 235267 h 279082"/>
                <a:gd name="connsiteX9" fmla="*/ 132398 w 242887"/>
                <a:gd name="connsiteY9" fmla="*/ 279083 h 279082"/>
                <a:gd name="connsiteX10" fmla="*/ 62865 w 242887"/>
                <a:gd name="connsiteY10" fmla="*/ 115252 h 279082"/>
                <a:gd name="connsiteX11" fmla="*/ 183833 w 242887"/>
                <a:gd name="connsiteY11" fmla="*/ 115252 h 279082"/>
                <a:gd name="connsiteX12" fmla="*/ 124777 w 242887"/>
                <a:gd name="connsiteY12" fmla="*/ 50482 h 279082"/>
                <a:gd name="connsiteX13" fmla="*/ 62865 w 242887"/>
                <a:gd name="connsiteY13" fmla="*/ 115252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8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3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7"/>
                    <a:pt x="241935" y="153352"/>
                    <a:pt x="241935" y="160972"/>
                  </a:cubicBezTo>
                  <a:lnTo>
                    <a:pt x="63817" y="160972"/>
                  </a:lnTo>
                  <a:cubicBezTo>
                    <a:pt x="70485" y="201930"/>
                    <a:pt x="95250" y="225742"/>
                    <a:pt x="133350" y="225742"/>
                  </a:cubicBezTo>
                  <a:cubicBezTo>
                    <a:pt x="158115" y="225742"/>
                    <a:pt x="178117" y="216217"/>
                    <a:pt x="199073" y="194310"/>
                  </a:cubicBezTo>
                  <a:lnTo>
                    <a:pt x="238125" y="235267"/>
                  </a:lnTo>
                  <a:cubicBezTo>
                    <a:pt x="206692" y="264795"/>
                    <a:pt x="172402" y="279083"/>
                    <a:pt x="132398" y="279083"/>
                  </a:cubicBezTo>
                  <a:close/>
                  <a:moveTo>
                    <a:pt x="62865" y="115252"/>
                  </a:moveTo>
                  <a:lnTo>
                    <a:pt x="183833" y="115252"/>
                  </a:lnTo>
                  <a:cubicBezTo>
                    <a:pt x="180975" y="74295"/>
                    <a:pt x="160020" y="50482"/>
                    <a:pt x="124777" y="50482"/>
                  </a:cubicBezTo>
                  <a:cubicBezTo>
                    <a:pt x="89535" y="50482"/>
                    <a:pt x="67627" y="74295"/>
                    <a:pt x="62865" y="115252"/>
                  </a:cubicBezTo>
                  <a:close/>
                </a:path>
              </a:pathLst>
            </a:custGeom>
            <a:solidFill>
              <a:schemeClr val="tx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5" name="Freihandform: Form 174">
              <a:extLst>
                <a:ext uri="{FF2B5EF4-FFF2-40B4-BE49-F238E27FC236}">
                  <a16:creationId xmlns:a16="http://schemas.microsoft.com/office/drawing/2014/main" id="{F7EB5DA7-F9C3-684D-838F-266E140A7655}"/>
                </a:ext>
              </a:extLst>
            </p:cNvPr>
            <p:cNvSpPr/>
            <p:nvPr/>
          </p:nvSpPr>
          <p:spPr>
            <a:xfrm>
              <a:off x="703929" y="526405"/>
              <a:ext cx="75649" cy="94241"/>
            </a:xfrm>
            <a:custGeom>
              <a:avLst/>
              <a:gdLst>
                <a:gd name="connsiteX0" fmla="*/ 222885 w 224790"/>
                <a:gd name="connsiteY0" fmla="*/ 237173 h 280035"/>
                <a:gd name="connsiteX1" fmla="*/ 127635 w 224790"/>
                <a:gd name="connsiteY1" fmla="*/ 280035 h 280035"/>
                <a:gd name="connsiteX2" fmla="*/ 0 w 224790"/>
                <a:gd name="connsiteY2" fmla="*/ 140970 h 280035"/>
                <a:gd name="connsiteX3" fmla="*/ 128588 w 224790"/>
                <a:gd name="connsiteY3" fmla="*/ 0 h 280035"/>
                <a:gd name="connsiteX4" fmla="*/ 224790 w 224790"/>
                <a:gd name="connsiteY4" fmla="*/ 45720 h 280035"/>
                <a:gd name="connsiteX5" fmla="*/ 181928 w 224790"/>
                <a:gd name="connsiteY5" fmla="*/ 86678 h 280035"/>
                <a:gd name="connsiteX6" fmla="*/ 128588 w 224790"/>
                <a:gd name="connsiteY6" fmla="*/ 57150 h 280035"/>
                <a:gd name="connsiteX7" fmla="*/ 62865 w 224790"/>
                <a:gd name="connsiteY7" fmla="*/ 140017 h 280035"/>
                <a:gd name="connsiteX8" fmla="*/ 128588 w 224790"/>
                <a:gd name="connsiteY8" fmla="*/ 222885 h 280035"/>
                <a:gd name="connsiteX9" fmla="*/ 183833 w 224790"/>
                <a:gd name="connsiteY9" fmla="*/ 193358 h 280035"/>
                <a:gd name="connsiteX10" fmla="*/ 222885 w 224790"/>
                <a:gd name="connsiteY10" fmla="*/ 237173 h 280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4790" h="280035">
                  <a:moveTo>
                    <a:pt x="222885" y="237173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3" y="0"/>
                    <a:pt x="200978" y="15240"/>
                    <a:pt x="224790" y="45720"/>
                  </a:cubicBezTo>
                  <a:lnTo>
                    <a:pt x="181928" y="86678"/>
                  </a:lnTo>
                  <a:cubicBezTo>
                    <a:pt x="166688" y="66675"/>
                    <a:pt x="149543" y="57150"/>
                    <a:pt x="128588" y="57150"/>
                  </a:cubicBezTo>
                  <a:cubicBezTo>
                    <a:pt x="89535" y="57150"/>
                    <a:pt x="62865" y="89535"/>
                    <a:pt x="62865" y="140017"/>
                  </a:cubicBezTo>
                  <a:cubicBezTo>
                    <a:pt x="62865" y="189548"/>
                    <a:pt x="89535" y="222885"/>
                    <a:pt x="128588" y="222885"/>
                  </a:cubicBezTo>
                  <a:cubicBezTo>
                    <a:pt x="149543" y="222885"/>
                    <a:pt x="166688" y="213360"/>
                    <a:pt x="183833" y="193358"/>
                  </a:cubicBezTo>
                  <a:lnTo>
                    <a:pt x="222885" y="237173"/>
                  </a:lnTo>
                  <a:close/>
                </a:path>
              </a:pathLst>
            </a:custGeom>
            <a:solidFill>
              <a:schemeClr val="tx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6" name="Freihandform: Form 175">
              <a:extLst>
                <a:ext uri="{FF2B5EF4-FFF2-40B4-BE49-F238E27FC236}">
                  <a16:creationId xmlns:a16="http://schemas.microsoft.com/office/drawing/2014/main" id="{5E2D2D99-EF02-1D4D-9F6A-DEB889A0447B}"/>
                </a:ext>
              </a:extLst>
            </p:cNvPr>
            <p:cNvSpPr/>
            <p:nvPr/>
          </p:nvSpPr>
          <p:spPr>
            <a:xfrm>
              <a:off x="797850" y="487619"/>
              <a:ext cx="76931" cy="131103"/>
            </a:xfrm>
            <a:custGeom>
              <a:avLst/>
              <a:gdLst>
                <a:gd name="connsiteX0" fmla="*/ 228600 w 228600"/>
                <a:gd name="connsiteY0" fmla="*/ 388620 h 389572"/>
                <a:gd name="connsiteX1" fmla="*/ 166688 w 228600"/>
                <a:gd name="connsiteY1" fmla="*/ 388620 h 389572"/>
                <a:gd name="connsiteX2" fmla="*/ 166688 w 228600"/>
                <a:gd name="connsiteY2" fmla="*/ 236220 h 389572"/>
                <a:gd name="connsiteX3" fmla="*/ 117158 w 228600"/>
                <a:gd name="connsiteY3" fmla="*/ 171450 h 389572"/>
                <a:gd name="connsiteX4" fmla="*/ 61913 w 228600"/>
                <a:gd name="connsiteY4" fmla="*/ 236220 h 389572"/>
                <a:gd name="connsiteX5" fmla="*/ 61913 w 228600"/>
                <a:gd name="connsiteY5" fmla="*/ 389573 h 389572"/>
                <a:gd name="connsiteX6" fmla="*/ 0 w 228600"/>
                <a:gd name="connsiteY6" fmla="*/ 389573 h 389572"/>
                <a:gd name="connsiteX7" fmla="*/ 0 w 228600"/>
                <a:gd name="connsiteY7" fmla="*/ 15240 h 389572"/>
                <a:gd name="connsiteX8" fmla="*/ 61913 w 228600"/>
                <a:gd name="connsiteY8" fmla="*/ 0 h 389572"/>
                <a:gd name="connsiteX9" fmla="*/ 61913 w 228600"/>
                <a:gd name="connsiteY9" fmla="*/ 155258 h 389572"/>
                <a:gd name="connsiteX10" fmla="*/ 62865 w 228600"/>
                <a:gd name="connsiteY10" fmla="*/ 155258 h 389572"/>
                <a:gd name="connsiteX11" fmla="*/ 140970 w 228600"/>
                <a:gd name="connsiteY11" fmla="*/ 116205 h 389572"/>
                <a:gd name="connsiteX12" fmla="*/ 228600 w 228600"/>
                <a:gd name="connsiteY12" fmla="*/ 223838 h 389572"/>
                <a:gd name="connsiteX13" fmla="*/ 228600 w 228600"/>
                <a:gd name="connsiteY13" fmla="*/ 388620 h 389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8600" h="389572">
                  <a:moveTo>
                    <a:pt x="228600" y="388620"/>
                  </a:moveTo>
                  <a:lnTo>
                    <a:pt x="166688" y="388620"/>
                  </a:lnTo>
                  <a:lnTo>
                    <a:pt x="166688" y="236220"/>
                  </a:lnTo>
                  <a:cubicBezTo>
                    <a:pt x="166688" y="197168"/>
                    <a:pt x="154305" y="171450"/>
                    <a:pt x="117158" y="171450"/>
                  </a:cubicBezTo>
                  <a:cubicBezTo>
                    <a:pt x="74295" y="171450"/>
                    <a:pt x="61913" y="205740"/>
                    <a:pt x="61913" y="236220"/>
                  </a:cubicBezTo>
                  <a:lnTo>
                    <a:pt x="61913" y="389573"/>
                  </a:lnTo>
                  <a:lnTo>
                    <a:pt x="0" y="389573"/>
                  </a:lnTo>
                  <a:lnTo>
                    <a:pt x="0" y="15240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8" y="116205"/>
                    <a:pt x="140970" y="116205"/>
                  </a:cubicBezTo>
                  <a:cubicBezTo>
                    <a:pt x="202883" y="116205"/>
                    <a:pt x="228600" y="161925"/>
                    <a:pt x="228600" y="223838"/>
                  </a:cubicBezTo>
                  <a:lnTo>
                    <a:pt x="228600" y="388620"/>
                  </a:lnTo>
                  <a:close/>
                </a:path>
              </a:pathLst>
            </a:custGeom>
            <a:solidFill>
              <a:schemeClr val="tx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7" name="Freihandform: Form 176">
              <a:extLst>
                <a:ext uri="{FF2B5EF4-FFF2-40B4-BE49-F238E27FC236}">
                  <a16:creationId xmlns:a16="http://schemas.microsoft.com/office/drawing/2014/main" id="{2F91FC47-FBF2-C346-8E62-806EB9B2438F}"/>
                </a:ext>
              </a:extLst>
            </p:cNvPr>
            <p:cNvSpPr/>
            <p:nvPr/>
          </p:nvSpPr>
          <p:spPr>
            <a:xfrm>
              <a:off x="901707" y="526726"/>
              <a:ext cx="76931" cy="91997"/>
            </a:xfrm>
            <a:custGeom>
              <a:avLst/>
              <a:gdLst>
                <a:gd name="connsiteX0" fmla="*/ 228600 w 228600"/>
                <a:gd name="connsiteY0" fmla="*/ 272415 h 273367"/>
                <a:gd name="connsiteX1" fmla="*/ 166688 w 228600"/>
                <a:gd name="connsiteY1" fmla="*/ 272415 h 273367"/>
                <a:gd name="connsiteX2" fmla="*/ 166688 w 228600"/>
                <a:gd name="connsiteY2" fmla="*/ 120015 h 273367"/>
                <a:gd name="connsiteX3" fmla="*/ 117158 w 228600"/>
                <a:gd name="connsiteY3" fmla="*/ 55245 h 273367"/>
                <a:gd name="connsiteX4" fmla="*/ 61913 w 228600"/>
                <a:gd name="connsiteY4" fmla="*/ 120015 h 273367"/>
                <a:gd name="connsiteX5" fmla="*/ 61913 w 228600"/>
                <a:gd name="connsiteY5" fmla="*/ 273367 h 273367"/>
                <a:gd name="connsiteX6" fmla="*/ 0 w 228600"/>
                <a:gd name="connsiteY6" fmla="*/ 273367 h 273367"/>
                <a:gd name="connsiteX7" fmla="*/ 0 w 228600"/>
                <a:gd name="connsiteY7" fmla="*/ 6667 h 273367"/>
                <a:gd name="connsiteX8" fmla="*/ 61913 w 228600"/>
                <a:gd name="connsiteY8" fmla="*/ 6667 h 273367"/>
                <a:gd name="connsiteX9" fmla="*/ 61913 w 228600"/>
                <a:gd name="connsiteY9" fmla="*/ 39052 h 273367"/>
                <a:gd name="connsiteX10" fmla="*/ 62865 w 228600"/>
                <a:gd name="connsiteY10" fmla="*/ 39052 h 273367"/>
                <a:gd name="connsiteX11" fmla="*/ 140970 w 228600"/>
                <a:gd name="connsiteY11" fmla="*/ 0 h 273367"/>
                <a:gd name="connsiteX12" fmla="*/ 228600 w 228600"/>
                <a:gd name="connsiteY12" fmla="*/ 107633 h 273367"/>
                <a:gd name="connsiteX13" fmla="*/ 228600 w 228600"/>
                <a:gd name="connsiteY13" fmla="*/ 272415 h 273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8600" h="273367">
                  <a:moveTo>
                    <a:pt x="228600" y="272415"/>
                  </a:moveTo>
                  <a:lnTo>
                    <a:pt x="166688" y="272415"/>
                  </a:lnTo>
                  <a:lnTo>
                    <a:pt x="166688" y="120015"/>
                  </a:lnTo>
                  <a:cubicBezTo>
                    <a:pt x="166688" y="80963"/>
                    <a:pt x="155258" y="55245"/>
                    <a:pt x="117158" y="55245"/>
                  </a:cubicBezTo>
                  <a:cubicBezTo>
                    <a:pt x="73343" y="55245"/>
                    <a:pt x="61913" y="90488"/>
                    <a:pt x="61913" y="120015"/>
                  </a:cubicBezTo>
                  <a:lnTo>
                    <a:pt x="61913" y="273367"/>
                  </a:lnTo>
                  <a:lnTo>
                    <a:pt x="0" y="273367"/>
                  </a:lnTo>
                  <a:lnTo>
                    <a:pt x="0" y="6667"/>
                  </a:lnTo>
                  <a:lnTo>
                    <a:pt x="61913" y="6667"/>
                  </a:lnTo>
                  <a:lnTo>
                    <a:pt x="61913" y="39052"/>
                  </a:lnTo>
                  <a:lnTo>
                    <a:pt x="62865" y="39052"/>
                  </a:lnTo>
                  <a:cubicBezTo>
                    <a:pt x="78105" y="15240"/>
                    <a:pt x="106680" y="0"/>
                    <a:pt x="140970" y="0"/>
                  </a:cubicBezTo>
                  <a:cubicBezTo>
                    <a:pt x="201930" y="0"/>
                    <a:pt x="228600" y="44767"/>
                    <a:pt x="228600" y="107633"/>
                  </a:cubicBezTo>
                  <a:lnTo>
                    <a:pt x="228600" y="272415"/>
                  </a:lnTo>
                  <a:close/>
                </a:path>
              </a:pathLst>
            </a:custGeom>
            <a:solidFill>
              <a:schemeClr val="tx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8" name="Freihandform: Form 177">
              <a:extLst>
                <a:ext uri="{FF2B5EF4-FFF2-40B4-BE49-F238E27FC236}">
                  <a16:creationId xmlns:a16="http://schemas.microsoft.com/office/drawing/2014/main" id="{A4630EB4-B754-944C-9CB6-CE520408D1BF}"/>
                </a:ext>
              </a:extLst>
            </p:cNvPr>
            <p:cNvSpPr/>
            <p:nvPr/>
          </p:nvSpPr>
          <p:spPr>
            <a:xfrm>
              <a:off x="1002359" y="488901"/>
              <a:ext cx="26605" cy="129501"/>
            </a:xfrm>
            <a:custGeom>
              <a:avLst/>
              <a:gdLst>
                <a:gd name="connsiteX0" fmla="*/ 79058 w 79057"/>
                <a:gd name="connsiteY0" fmla="*/ 38100 h 384809"/>
                <a:gd name="connsiteX1" fmla="*/ 39052 w 79057"/>
                <a:gd name="connsiteY1" fmla="*/ 76200 h 384809"/>
                <a:gd name="connsiteX2" fmla="*/ 0 w 79057"/>
                <a:gd name="connsiteY2" fmla="*/ 38100 h 384809"/>
                <a:gd name="connsiteX3" fmla="*/ 39052 w 79057"/>
                <a:gd name="connsiteY3" fmla="*/ 0 h 384809"/>
                <a:gd name="connsiteX4" fmla="*/ 79058 w 79057"/>
                <a:gd name="connsiteY4" fmla="*/ 38100 h 384809"/>
                <a:gd name="connsiteX5" fmla="*/ 70485 w 79057"/>
                <a:gd name="connsiteY5" fmla="*/ 384810 h 384809"/>
                <a:gd name="connsiteX6" fmla="*/ 8572 w 79057"/>
                <a:gd name="connsiteY6" fmla="*/ 384810 h 384809"/>
                <a:gd name="connsiteX7" fmla="*/ 8572 w 79057"/>
                <a:gd name="connsiteY7" fmla="*/ 118110 h 384809"/>
                <a:gd name="connsiteX8" fmla="*/ 70485 w 79057"/>
                <a:gd name="connsiteY8" fmla="*/ 118110 h 384809"/>
                <a:gd name="connsiteX9" fmla="*/ 70485 w 79057"/>
                <a:gd name="connsiteY9" fmla="*/ 384810 h 3848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4809">
                  <a:moveTo>
                    <a:pt x="79058" y="38100"/>
                  </a:moveTo>
                  <a:cubicBezTo>
                    <a:pt x="79058" y="60008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2"/>
                    <a:pt x="18097" y="0"/>
                    <a:pt x="39052" y="0"/>
                  </a:cubicBezTo>
                  <a:cubicBezTo>
                    <a:pt x="60960" y="0"/>
                    <a:pt x="79058" y="16192"/>
                    <a:pt x="79058" y="38100"/>
                  </a:cubicBezTo>
                  <a:close/>
                  <a:moveTo>
                    <a:pt x="70485" y="384810"/>
                  </a:moveTo>
                  <a:lnTo>
                    <a:pt x="8572" y="384810"/>
                  </a:lnTo>
                  <a:lnTo>
                    <a:pt x="8572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solidFill>
              <a:schemeClr val="tx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9" name="Freihandform: Form 178">
              <a:extLst>
                <a:ext uri="{FF2B5EF4-FFF2-40B4-BE49-F238E27FC236}">
                  <a16:creationId xmlns:a16="http://schemas.microsoft.com/office/drawing/2014/main" id="{48F22E58-B093-7A4C-8FD8-28E1C21328AA}"/>
                </a:ext>
              </a:extLst>
            </p:cNvPr>
            <p:cNvSpPr/>
            <p:nvPr/>
          </p:nvSpPr>
          <p:spPr>
            <a:xfrm>
              <a:off x="1045312" y="526405"/>
              <a:ext cx="69238" cy="94241"/>
            </a:xfrm>
            <a:custGeom>
              <a:avLst/>
              <a:gdLst>
                <a:gd name="connsiteX0" fmla="*/ 29528 w 205740"/>
                <a:gd name="connsiteY0" fmla="*/ 198120 h 280035"/>
                <a:gd name="connsiteX1" fmla="*/ 104775 w 205740"/>
                <a:gd name="connsiteY1" fmla="*/ 227648 h 280035"/>
                <a:gd name="connsiteX2" fmla="*/ 143828 w 205740"/>
                <a:gd name="connsiteY2" fmla="*/ 200978 h 280035"/>
                <a:gd name="connsiteX3" fmla="*/ 10478 w 205740"/>
                <a:gd name="connsiteY3" fmla="*/ 82868 h 280035"/>
                <a:gd name="connsiteX4" fmla="*/ 111442 w 205740"/>
                <a:gd name="connsiteY4" fmla="*/ 0 h 280035"/>
                <a:gd name="connsiteX5" fmla="*/ 203835 w 205740"/>
                <a:gd name="connsiteY5" fmla="*/ 27623 h 280035"/>
                <a:gd name="connsiteX6" fmla="*/ 174308 w 205740"/>
                <a:gd name="connsiteY6" fmla="*/ 76200 h 280035"/>
                <a:gd name="connsiteX7" fmla="*/ 110490 w 205740"/>
                <a:gd name="connsiteY7" fmla="*/ 52388 h 280035"/>
                <a:gd name="connsiteX8" fmla="*/ 72390 w 205740"/>
                <a:gd name="connsiteY8" fmla="*/ 77153 h 280035"/>
                <a:gd name="connsiteX9" fmla="*/ 205740 w 205740"/>
                <a:gd name="connsiteY9" fmla="*/ 195263 h 280035"/>
                <a:gd name="connsiteX10" fmla="*/ 102870 w 205740"/>
                <a:gd name="connsiteY10" fmla="*/ 280035 h 280035"/>
                <a:gd name="connsiteX11" fmla="*/ 0 w 205740"/>
                <a:gd name="connsiteY11" fmla="*/ 247650 h 280035"/>
                <a:gd name="connsiteX12" fmla="*/ 29528 w 205740"/>
                <a:gd name="connsiteY12" fmla="*/ 198120 h 280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5740" h="280035">
                  <a:moveTo>
                    <a:pt x="29528" y="198120"/>
                  </a:moveTo>
                  <a:cubicBezTo>
                    <a:pt x="55245" y="218123"/>
                    <a:pt x="80963" y="227648"/>
                    <a:pt x="104775" y="227648"/>
                  </a:cubicBezTo>
                  <a:cubicBezTo>
                    <a:pt x="127635" y="227648"/>
                    <a:pt x="143828" y="217170"/>
                    <a:pt x="143828" y="200978"/>
                  </a:cubicBezTo>
                  <a:cubicBezTo>
                    <a:pt x="143828" y="155258"/>
                    <a:pt x="10478" y="171450"/>
                    <a:pt x="10478" y="82868"/>
                  </a:cubicBezTo>
                  <a:cubicBezTo>
                    <a:pt x="10478" y="33338"/>
                    <a:pt x="51435" y="0"/>
                    <a:pt x="111442" y="0"/>
                  </a:cubicBezTo>
                  <a:cubicBezTo>
                    <a:pt x="143828" y="0"/>
                    <a:pt x="175260" y="9525"/>
                    <a:pt x="203835" y="27623"/>
                  </a:cubicBezTo>
                  <a:lnTo>
                    <a:pt x="174308" y="76200"/>
                  </a:lnTo>
                  <a:cubicBezTo>
                    <a:pt x="151448" y="60960"/>
                    <a:pt x="130492" y="52388"/>
                    <a:pt x="110490" y="52388"/>
                  </a:cubicBezTo>
                  <a:cubicBezTo>
                    <a:pt x="87630" y="52388"/>
                    <a:pt x="72390" y="61913"/>
                    <a:pt x="72390" y="77153"/>
                  </a:cubicBezTo>
                  <a:cubicBezTo>
                    <a:pt x="72390" y="120967"/>
                    <a:pt x="205740" y="105728"/>
                    <a:pt x="205740" y="195263"/>
                  </a:cubicBezTo>
                  <a:cubicBezTo>
                    <a:pt x="205740" y="245745"/>
                    <a:pt x="164783" y="280035"/>
                    <a:pt x="102870" y="280035"/>
                  </a:cubicBezTo>
                  <a:cubicBezTo>
                    <a:pt x="67628" y="280035"/>
                    <a:pt x="31433" y="268605"/>
                    <a:pt x="0" y="247650"/>
                  </a:cubicBezTo>
                  <a:lnTo>
                    <a:pt x="29528" y="198120"/>
                  </a:lnTo>
                  <a:close/>
                </a:path>
              </a:pathLst>
            </a:custGeom>
            <a:solidFill>
              <a:schemeClr val="tx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0" name="Freihandform: Form 179">
              <a:extLst>
                <a:ext uri="{FF2B5EF4-FFF2-40B4-BE49-F238E27FC236}">
                  <a16:creationId xmlns:a16="http://schemas.microsoft.com/office/drawing/2014/main" id="{A6E2FCD4-9705-3940-BF2A-D1239696D458}"/>
                </a:ext>
              </a:extLst>
            </p:cNvPr>
            <p:cNvSpPr/>
            <p:nvPr/>
          </p:nvSpPr>
          <p:spPr>
            <a:xfrm>
              <a:off x="1131540" y="526405"/>
              <a:ext cx="75649" cy="94241"/>
            </a:xfrm>
            <a:custGeom>
              <a:avLst/>
              <a:gdLst>
                <a:gd name="connsiteX0" fmla="*/ 222885 w 224790"/>
                <a:gd name="connsiteY0" fmla="*/ 237173 h 280035"/>
                <a:gd name="connsiteX1" fmla="*/ 127635 w 224790"/>
                <a:gd name="connsiteY1" fmla="*/ 280035 h 280035"/>
                <a:gd name="connsiteX2" fmla="*/ 0 w 224790"/>
                <a:gd name="connsiteY2" fmla="*/ 140970 h 280035"/>
                <a:gd name="connsiteX3" fmla="*/ 128588 w 224790"/>
                <a:gd name="connsiteY3" fmla="*/ 0 h 280035"/>
                <a:gd name="connsiteX4" fmla="*/ 224790 w 224790"/>
                <a:gd name="connsiteY4" fmla="*/ 45720 h 280035"/>
                <a:gd name="connsiteX5" fmla="*/ 181928 w 224790"/>
                <a:gd name="connsiteY5" fmla="*/ 86678 h 280035"/>
                <a:gd name="connsiteX6" fmla="*/ 128588 w 224790"/>
                <a:gd name="connsiteY6" fmla="*/ 57150 h 280035"/>
                <a:gd name="connsiteX7" fmla="*/ 62865 w 224790"/>
                <a:gd name="connsiteY7" fmla="*/ 140017 h 280035"/>
                <a:gd name="connsiteX8" fmla="*/ 128588 w 224790"/>
                <a:gd name="connsiteY8" fmla="*/ 222885 h 280035"/>
                <a:gd name="connsiteX9" fmla="*/ 183832 w 224790"/>
                <a:gd name="connsiteY9" fmla="*/ 193358 h 280035"/>
                <a:gd name="connsiteX10" fmla="*/ 222885 w 224790"/>
                <a:gd name="connsiteY10" fmla="*/ 237173 h 280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4790" h="280035">
                  <a:moveTo>
                    <a:pt x="222885" y="237173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2" y="0"/>
                    <a:pt x="200978" y="15240"/>
                    <a:pt x="224790" y="45720"/>
                  </a:cubicBezTo>
                  <a:lnTo>
                    <a:pt x="181928" y="86678"/>
                  </a:lnTo>
                  <a:cubicBezTo>
                    <a:pt x="165735" y="66675"/>
                    <a:pt x="149542" y="57150"/>
                    <a:pt x="128588" y="57150"/>
                  </a:cubicBezTo>
                  <a:cubicBezTo>
                    <a:pt x="89535" y="57150"/>
                    <a:pt x="62865" y="89535"/>
                    <a:pt x="62865" y="140017"/>
                  </a:cubicBezTo>
                  <a:cubicBezTo>
                    <a:pt x="62865" y="189548"/>
                    <a:pt x="89535" y="222885"/>
                    <a:pt x="128588" y="222885"/>
                  </a:cubicBezTo>
                  <a:cubicBezTo>
                    <a:pt x="149542" y="222885"/>
                    <a:pt x="166688" y="213360"/>
                    <a:pt x="183832" y="193358"/>
                  </a:cubicBezTo>
                  <a:lnTo>
                    <a:pt x="222885" y="237173"/>
                  </a:lnTo>
                  <a:close/>
                </a:path>
              </a:pathLst>
            </a:custGeom>
            <a:solidFill>
              <a:schemeClr val="tx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1" name="Freihandform: Form 180">
              <a:extLst>
                <a:ext uri="{FF2B5EF4-FFF2-40B4-BE49-F238E27FC236}">
                  <a16:creationId xmlns:a16="http://schemas.microsoft.com/office/drawing/2014/main" id="{D6DD86DF-00FF-D74B-981F-9FD8B5BF1914}"/>
                </a:ext>
              </a:extLst>
            </p:cNvPr>
            <p:cNvSpPr/>
            <p:nvPr/>
          </p:nvSpPr>
          <p:spPr>
            <a:xfrm>
              <a:off x="1225460" y="487619"/>
              <a:ext cx="76931" cy="131103"/>
            </a:xfrm>
            <a:custGeom>
              <a:avLst/>
              <a:gdLst>
                <a:gd name="connsiteX0" fmla="*/ 228600 w 228600"/>
                <a:gd name="connsiteY0" fmla="*/ 388620 h 389572"/>
                <a:gd name="connsiteX1" fmla="*/ 166688 w 228600"/>
                <a:gd name="connsiteY1" fmla="*/ 388620 h 389572"/>
                <a:gd name="connsiteX2" fmla="*/ 166688 w 228600"/>
                <a:gd name="connsiteY2" fmla="*/ 236220 h 389572"/>
                <a:gd name="connsiteX3" fmla="*/ 117158 w 228600"/>
                <a:gd name="connsiteY3" fmla="*/ 171450 h 389572"/>
                <a:gd name="connsiteX4" fmla="*/ 61913 w 228600"/>
                <a:gd name="connsiteY4" fmla="*/ 236220 h 389572"/>
                <a:gd name="connsiteX5" fmla="*/ 61913 w 228600"/>
                <a:gd name="connsiteY5" fmla="*/ 389573 h 389572"/>
                <a:gd name="connsiteX6" fmla="*/ 0 w 228600"/>
                <a:gd name="connsiteY6" fmla="*/ 389573 h 389572"/>
                <a:gd name="connsiteX7" fmla="*/ 0 w 228600"/>
                <a:gd name="connsiteY7" fmla="*/ 15240 h 389572"/>
                <a:gd name="connsiteX8" fmla="*/ 61913 w 228600"/>
                <a:gd name="connsiteY8" fmla="*/ 0 h 389572"/>
                <a:gd name="connsiteX9" fmla="*/ 61913 w 228600"/>
                <a:gd name="connsiteY9" fmla="*/ 155258 h 389572"/>
                <a:gd name="connsiteX10" fmla="*/ 62865 w 228600"/>
                <a:gd name="connsiteY10" fmla="*/ 155258 h 389572"/>
                <a:gd name="connsiteX11" fmla="*/ 140970 w 228600"/>
                <a:gd name="connsiteY11" fmla="*/ 116205 h 389572"/>
                <a:gd name="connsiteX12" fmla="*/ 228600 w 228600"/>
                <a:gd name="connsiteY12" fmla="*/ 223838 h 389572"/>
                <a:gd name="connsiteX13" fmla="*/ 228600 w 228600"/>
                <a:gd name="connsiteY13" fmla="*/ 388620 h 389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8600" h="389572">
                  <a:moveTo>
                    <a:pt x="228600" y="388620"/>
                  </a:moveTo>
                  <a:lnTo>
                    <a:pt x="166688" y="388620"/>
                  </a:lnTo>
                  <a:lnTo>
                    <a:pt x="166688" y="236220"/>
                  </a:lnTo>
                  <a:cubicBezTo>
                    <a:pt x="166688" y="197168"/>
                    <a:pt x="154305" y="171450"/>
                    <a:pt x="117158" y="171450"/>
                  </a:cubicBezTo>
                  <a:cubicBezTo>
                    <a:pt x="74295" y="171450"/>
                    <a:pt x="61913" y="205740"/>
                    <a:pt x="61913" y="236220"/>
                  </a:cubicBezTo>
                  <a:lnTo>
                    <a:pt x="61913" y="389573"/>
                  </a:lnTo>
                  <a:lnTo>
                    <a:pt x="0" y="389573"/>
                  </a:lnTo>
                  <a:lnTo>
                    <a:pt x="0" y="15240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8" y="116205"/>
                    <a:pt x="140970" y="116205"/>
                  </a:cubicBezTo>
                  <a:cubicBezTo>
                    <a:pt x="202883" y="116205"/>
                    <a:pt x="228600" y="161925"/>
                    <a:pt x="228600" y="223838"/>
                  </a:cubicBezTo>
                  <a:lnTo>
                    <a:pt x="228600" y="388620"/>
                  </a:lnTo>
                  <a:close/>
                </a:path>
              </a:pathLst>
            </a:custGeom>
            <a:solidFill>
              <a:schemeClr val="tx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2" name="Freihandform: Form 181">
              <a:extLst>
                <a:ext uri="{FF2B5EF4-FFF2-40B4-BE49-F238E27FC236}">
                  <a16:creationId xmlns:a16="http://schemas.microsoft.com/office/drawing/2014/main" id="{91A50E87-376B-6D43-978E-5C6F4575592A}"/>
                </a:ext>
              </a:extLst>
            </p:cNvPr>
            <p:cNvSpPr/>
            <p:nvPr/>
          </p:nvSpPr>
          <p:spPr>
            <a:xfrm>
              <a:off x="1324189" y="526726"/>
              <a:ext cx="81739" cy="93920"/>
            </a:xfrm>
            <a:custGeom>
              <a:avLst/>
              <a:gdLst>
                <a:gd name="connsiteX0" fmla="*/ 132397 w 242887"/>
                <a:gd name="connsiteY0" fmla="*/ 279083 h 279082"/>
                <a:gd name="connsiteX1" fmla="*/ 0 w 242887"/>
                <a:gd name="connsiteY1" fmla="*/ 139065 h 279082"/>
                <a:gd name="connsiteX2" fmla="*/ 124777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7 w 242887"/>
                <a:gd name="connsiteY6" fmla="*/ 225742 h 279082"/>
                <a:gd name="connsiteX7" fmla="*/ 198120 w 242887"/>
                <a:gd name="connsiteY7" fmla="*/ 194310 h 279082"/>
                <a:gd name="connsiteX8" fmla="*/ 237172 w 242887"/>
                <a:gd name="connsiteY8" fmla="*/ 235267 h 279082"/>
                <a:gd name="connsiteX9" fmla="*/ 132397 w 242887"/>
                <a:gd name="connsiteY9" fmla="*/ 279083 h 279082"/>
                <a:gd name="connsiteX10" fmla="*/ 62865 w 242887"/>
                <a:gd name="connsiteY10" fmla="*/ 115252 h 279082"/>
                <a:gd name="connsiteX11" fmla="*/ 183832 w 242887"/>
                <a:gd name="connsiteY11" fmla="*/ 115252 h 279082"/>
                <a:gd name="connsiteX12" fmla="*/ 124777 w 242887"/>
                <a:gd name="connsiteY12" fmla="*/ 50482 h 279082"/>
                <a:gd name="connsiteX13" fmla="*/ 62865 w 242887"/>
                <a:gd name="connsiteY13" fmla="*/ 115252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7"/>
                    <a:pt x="241935" y="153352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2"/>
                    <a:pt x="132397" y="225742"/>
                  </a:cubicBezTo>
                  <a:cubicBezTo>
                    <a:pt x="157163" y="225742"/>
                    <a:pt x="177165" y="216217"/>
                    <a:pt x="198120" y="194310"/>
                  </a:cubicBezTo>
                  <a:lnTo>
                    <a:pt x="237172" y="235267"/>
                  </a:lnTo>
                  <a:cubicBezTo>
                    <a:pt x="206692" y="264795"/>
                    <a:pt x="172402" y="279083"/>
                    <a:pt x="132397" y="279083"/>
                  </a:cubicBezTo>
                  <a:close/>
                  <a:moveTo>
                    <a:pt x="62865" y="115252"/>
                  </a:moveTo>
                  <a:lnTo>
                    <a:pt x="183832" y="115252"/>
                  </a:lnTo>
                  <a:cubicBezTo>
                    <a:pt x="180975" y="74295"/>
                    <a:pt x="160020" y="50482"/>
                    <a:pt x="124777" y="50482"/>
                  </a:cubicBezTo>
                  <a:cubicBezTo>
                    <a:pt x="89535" y="50482"/>
                    <a:pt x="67627" y="74295"/>
                    <a:pt x="62865" y="115252"/>
                  </a:cubicBezTo>
                  <a:close/>
                </a:path>
              </a:pathLst>
            </a:custGeom>
            <a:solidFill>
              <a:schemeClr val="tx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3" name="Freihandform: Form 182">
              <a:extLst>
                <a:ext uri="{FF2B5EF4-FFF2-40B4-BE49-F238E27FC236}">
                  <a16:creationId xmlns:a16="http://schemas.microsoft.com/office/drawing/2014/main" id="{A011A632-65C3-334B-891C-670B5B727835}"/>
                </a:ext>
              </a:extLst>
            </p:cNvPr>
            <p:cNvSpPr/>
            <p:nvPr/>
          </p:nvSpPr>
          <p:spPr>
            <a:xfrm>
              <a:off x="1482539" y="494671"/>
              <a:ext cx="77893" cy="124051"/>
            </a:xfrm>
            <a:custGeom>
              <a:avLst/>
              <a:gdLst>
                <a:gd name="connsiteX0" fmla="*/ 231457 w 231457"/>
                <a:gd name="connsiteY0" fmla="*/ 60007 h 368617"/>
                <a:gd name="connsiteX1" fmla="*/ 65722 w 231457"/>
                <a:gd name="connsiteY1" fmla="*/ 60007 h 368617"/>
                <a:gd name="connsiteX2" fmla="*/ 65722 w 231457"/>
                <a:gd name="connsiteY2" fmla="*/ 151447 h 368617"/>
                <a:gd name="connsiteX3" fmla="*/ 189547 w 231457"/>
                <a:gd name="connsiteY3" fmla="*/ 151447 h 368617"/>
                <a:gd name="connsiteX4" fmla="*/ 189547 w 231457"/>
                <a:gd name="connsiteY4" fmla="*/ 211455 h 368617"/>
                <a:gd name="connsiteX5" fmla="*/ 65722 w 231457"/>
                <a:gd name="connsiteY5" fmla="*/ 211455 h 368617"/>
                <a:gd name="connsiteX6" fmla="*/ 65722 w 231457"/>
                <a:gd name="connsiteY6" fmla="*/ 368617 h 368617"/>
                <a:gd name="connsiteX7" fmla="*/ 0 w 231457"/>
                <a:gd name="connsiteY7" fmla="*/ 368617 h 368617"/>
                <a:gd name="connsiteX8" fmla="*/ 0 w 231457"/>
                <a:gd name="connsiteY8" fmla="*/ 0 h 368617"/>
                <a:gd name="connsiteX9" fmla="*/ 231457 w 231457"/>
                <a:gd name="connsiteY9" fmla="*/ 0 h 368617"/>
                <a:gd name="connsiteX10" fmla="*/ 231457 w 231457"/>
                <a:gd name="connsiteY10" fmla="*/ 60007 h 368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31457" h="368617">
                  <a:moveTo>
                    <a:pt x="231457" y="60007"/>
                  </a:moveTo>
                  <a:lnTo>
                    <a:pt x="65722" y="60007"/>
                  </a:lnTo>
                  <a:lnTo>
                    <a:pt x="65722" y="151447"/>
                  </a:lnTo>
                  <a:lnTo>
                    <a:pt x="189547" y="151447"/>
                  </a:lnTo>
                  <a:lnTo>
                    <a:pt x="189547" y="211455"/>
                  </a:lnTo>
                  <a:lnTo>
                    <a:pt x="65722" y="211455"/>
                  </a:lnTo>
                  <a:lnTo>
                    <a:pt x="65722" y="368617"/>
                  </a:lnTo>
                  <a:lnTo>
                    <a:pt x="0" y="368617"/>
                  </a:lnTo>
                  <a:lnTo>
                    <a:pt x="0" y="0"/>
                  </a:lnTo>
                  <a:lnTo>
                    <a:pt x="231457" y="0"/>
                  </a:lnTo>
                  <a:lnTo>
                    <a:pt x="231457" y="60007"/>
                  </a:lnTo>
                  <a:close/>
                </a:path>
              </a:pathLst>
            </a:custGeom>
            <a:solidFill>
              <a:schemeClr val="tx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4" name="Freihandform: Form 183">
              <a:extLst>
                <a:ext uri="{FF2B5EF4-FFF2-40B4-BE49-F238E27FC236}">
                  <a16:creationId xmlns:a16="http://schemas.microsoft.com/office/drawing/2014/main" id="{6359897B-BEE2-184D-9C5D-0F9713382934}"/>
                </a:ext>
              </a:extLst>
            </p:cNvPr>
            <p:cNvSpPr/>
            <p:nvPr/>
          </p:nvSpPr>
          <p:spPr>
            <a:xfrm>
              <a:off x="1564279" y="526726"/>
              <a:ext cx="76290" cy="93920"/>
            </a:xfrm>
            <a:custGeom>
              <a:avLst/>
              <a:gdLst>
                <a:gd name="connsiteX0" fmla="*/ 115253 w 226694"/>
                <a:gd name="connsiteY0" fmla="*/ 107633 h 279082"/>
                <a:gd name="connsiteX1" fmla="*/ 165735 w 226694"/>
                <a:gd name="connsiteY1" fmla="*/ 113347 h 279082"/>
                <a:gd name="connsiteX2" fmla="*/ 165735 w 226694"/>
                <a:gd name="connsiteY2" fmla="*/ 103822 h 279082"/>
                <a:gd name="connsiteX3" fmla="*/ 106680 w 226694"/>
                <a:gd name="connsiteY3" fmla="*/ 52388 h 279082"/>
                <a:gd name="connsiteX4" fmla="*/ 39053 w 226694"/>
                <a:gd name="connsiteY4" fmla="*/ 67627 h 279082"/>
                <a:gd name="connsiteX5" fmla="*/ 25717 w 226694"/>
                <a:gd name="connsiteY5" fmla="*/ 15240 h 279082"/>
                <a:gd name="connsiteX6" fmla="*/ 113347 w 226694"/>
                <a:gd name="connsiteY6" fmla="*/ 0 h 279082"/>
                <a:gd name="connsiteX7" fmla="*/ 226695 w 226694"/>
                <a:gd name="connsiteY7" fmla="*/ 102870 h 279082"/>
                <a:gd name="connsiteX8" fmla="*/ 226695 w 226694"/>
                <a:gd name="connsiteY8" fmla="*/ 273367 h 279082"/>
                <a:gd name="connsiteX9" fmla="*/ 167640 w 226694"/>
                <a:gd name="connsiteY9" fmla="*/ 273367 h 279082"/>
                <a:gd name="connsiteX10" fmla="*/ 167640 w 226694"/>
                <a:gd name="connsiteY10" fmla="*/ 244792 h 279082"/>
                <a:gd name="connsiteX11" fmla="*/ 165735 w 226694"/>
                <a:gd name="connsiteY11" fmla="*/ 244792 h 279082"/>
                <a:gd name="connsiteX12" fmla="*/ 87630 w 226694"/>
                <a:gd name="connsiteY12" fmla="*/ 279083 h 279082"/>
                <a:gd name="connsiteX13" fmla="*/ 0 w 226694"/>
                <a:gd name="connsiteY13" fmla="*/ 194310 h 279082"/>
                <a:gd name="connsiteX14" fmla="*/ 115253 w 226694"/>
                <a:gd name="connsiteY14" fmla="*/ 107633 h 279082"/>
                <a:gd name="connsiteX15" fmla="*/ 104775 w 226694"/>
                <a:gd name="connsiteY15" fmla="*/ 232410 h 279082"/>
                <a:gd name="connsiteX16" fmla="*/ 165735 w 226694"/>
                <a:gd name="connsiteY16" fmla="*/ 200025 h 279082"/>
                <a:gd name="connsiteX17" fmla="*/ 165735 w 226694"/>
                <a:gd name="connsiteY17" fmla="*/ 153352 h 279082"/>
                <a:gd name="connsiteX18" fmla="*/ 121920 w 226694"/>
                <a:gd name="connsiteY18" fmla="*/ 148590 h 279082"/>
                <a:gd name="connsiteX19" fmla="*/ 60007 w 226694"/>
                <a:gd name="connsiteY19" fmla="*/ 192405 h 279082"/>
                <a:gd name="connsiteX20" fmla="*/ 104775 w 226694"/>
                <a:gd name="connsiteY20" fmla="*/ 232410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26694" h="279082">
                  <a:moveTo>
                    <a:pt x="115253" y="107633"/>
                  </a:moveTo>
                  <a:cubicBezTo>
                    <a:pt x="132397" y="107633"/>
                    <a:pt x="148590" y="108585"/>
                    <a:pt x="165735" y="113347"/>
                  </a:cubicBezTo>
                  <a:lnTo>
                    <a:pt x="165735" y="103822"/>
                  </a:lnTo>
                  <a:cubicBezTo>
                    <a:pt x="165735" y="69532"/>
                    <a:pt x="145732" y="52388"/>
                    <a:pt x="106680" y="52388"/>
                  </a:cubicBezTo>
                  <a:cubicBezTo>
                    <a:pt x="84772" y="52388"/>
                    <a:pt x="60960" y="57150"/>
                    <a:pt x="39053" y="67627"/>
                  </a:cubicBezTo>
                  <a:lnTo>
                    <a:pt x="25717" y="15240"/>
                  </a:lnTo>
                  <a:cubicBezTo>
                    <a:pt x="50482" y="5715"/>
                    <a:pt x="82867" y="0"/>
                    <a:pt x="113347" y="0"/>
                  </a:cubicBezTo>
                  <a:cubicBezTo>
                    <a:pt x="188595" y="0"/>
                    <a:pt x="226695" y="35242"/>
                    <a:pt x="226695" y="102870"/>
                  </a:cubicBezTo>
                  <a:lnTo>
                    <a:pt x="226695" y="273367"/>
                  </a:lnTo>
                  <a:lnTo>
                    <a:pt x="167640" y="273367"/>
                  </a:lnTo>
                  <a:lnTo>
                    <a:pt x="167640" y="244792"/>
                  </a:lnTo>
                  <a:lnTo>
                    <a:pt x="165735" y="244792"/>
                  </a:lnTo>
                  <a:cubicBezTo>
                    <a:pt x="142875" y="268605"/>
                    <a:pt x="119063" y="279083"/>
                    <a:pt x="87630" y="279083"/>
                  </a:cubicBezTo>
                  <a:cubicBezTo>
                    <a:pt x="34290" y="279083"/>
                    <a:pt x="0" y="245745"/>
                    <a:pt x="0" y="194310"/>
                  </a:cubicBezTo>
                  <a:cubicBezTo>
                    <a:pt x="0" y="138113"/>
                    <a:pt x="40005" y="107633"/>
                    <a:pt x="115253" y="107633"/>
                  </a:cubicBezTo>
                  <a:close/>
                  <a:moveTo>
                    <a:pt x="104775" y="232410"/>
                  </a:moveTo>
                  <a:cubicBezTo>
                    <a:pt x="127635" y="232410"/>
                    <a:pt x="148590" y="220980"/>
                    <a:pt x="165735" y="200025"/>
                  </a:cubicBezTo>
                  <a:lnTo>
                    <a:pt x="165735" y="153352"/>
                  </a:lnTo>
                  <a:cubicBezTo>
                    <a:pt x="151447" y="149542"/>
                    <a:pt x="136207" y="148590"/>
                    <a:pt x="121920" y="148590"/>
                  </a:cubicBezTo>
                  <a:cubicBezTo>
                    <a:pt x="82867" y="148590"/>
                    <a:pt x="60007" y="163830"/>
                    <a:pt x="60007" y="192405"/>
                  </a:cubicBezTo>
                  <a:cubicBezTo>
                    <a:pt x="60007" y="217170"/>
                    <a:pt x="77153" y="232410"/>
                    <a:pt x="104775" y="232410"/>
                  </a:cubicBezTo>
                  <a:close/>
                </a:path>
              </a:pathLst>
            </a:custGeom>
            <a:solidFill>
              <a:schemeClr val="tx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5" name="Freihandform: Form 184">
              <a:extLst>
                <a:ext uri="{FF2B5EF4-FFF2-40B4-BE49-F238E27FC236}">
                  <a16:creationId xmlns:a16="http://schemas.microsoft.com/office/drawing/2014/main" id="{E4B815F2-CB49-0640-ABE6-3672063D4CAB}"/>
                </a:ext>
              </a:extLst>
            </p:cNvPr>
            <p:cNvSpPr/>
            <p:nvPr/>
          </p:nvSpPr>
          <p:spPr>
            <a:xfrm>
              <a:off x="1667175" y="487619"/>
              <a:ext cx="78854" cy="131103"/>
            </a:xfrm>
            <a:custGeom>
              <a:avLst/>
              <a:gdLst>
                <a:gd name="connsiteX0" fmla="*/ 0 w 234314"/>
                <a:gd name="connsiteY0" fmla="*/ 15240 h 389572"/>
                <a:gd name="connsiteX1" fmla="*/ 61913 w 234314"/>
                <a:gd name="connsiteY1" fmla="*/ 0 h 389572"/>
                <a:gd name="connsiteX2" fmla="*/ 61913 w 234314"/>
                <a:gd name="connsiteY2" fmla="*/ 234315 h 389572"/>
                <a:gd name="connsiteX3" fmla="*/ 62865 w 234314"/>
                <a:gd name="connsiteY3" fmla="*/ 234315 h 389572"/>
                <a:gd name="connsiteX4" fmla="*/ 150495 w 234314"/>
                <a:gd name="connsiteY4" fmla="*/ 122873 h 389572"/>
                <a:gd name="connsiteX5" fmla="*/ 224790 w 234314"/>
                <a:gd name="connsiteY5" fmla="*/ 122873 h 389572"/>
                <a:gd name="connsiteX6" fmla="*/ 137160 w 234314"/>
                <a:gd name="connsiteY6" fmla="*/ 227648 h 389572"/>
                <a:gd name="connsiteX7" fmla="*/ 234315 w 234314"/>
                <a:gd name="connsiteY7" fmla="*/ 389573 h 389572"/>
                <a:gd name="connsiteX8" fmla="*/ 160020 w 234314"/>
                <a:gd name="connsiteY8" fmla="*/ 389573 h 389572"/>
                <a:gd name="connsiteX9" fmla="*/ 93345 w 234314"/>
                <a:gd name="connsiteY9" fmla="*/ 274320 h 389572"/>
                <a:gd name="connsiteX10" fmla="*/ 62865 w 234314"/>
                <a:gd name="connsiteY10" fmla="*/ 308610 h 389572"/>
                <a:gd name="connsiteX11" fmla="*/ 62865 w 234314"/>
                <a:gd name="connsiteY11" fmla="*/ 389573 h 389572"/>
                <a:gd name="connsiteX12" fmla="*/ 952 w 234314"/>
                <a:gd name="connsiteY12" fmla="*/ 389573 h 389572"/>
                <a:gd name="connsiteX13" fmla="*/ 952 w 234314"/>
                <a:gd name="connsiteY13" fmla="*/ 15240 h 389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4314" h="389572">
                  <a:moveTo>
                    <a:pt x="0" y="15240"/>
                  </a:moveTo>
                  <a:lnTo>
                    <a:pt x="61913" y="0"/>
                  </a:lnTo>
                  <a:lnTo>
                    <a:pt x="61913" y="234315"/>
                  </a:lnTo>
                  <a:lnTo>
                    <a:pt x="62865" y="234315"/>
                  </a:lnTo>
                  <a:lnTo>
                    <a:pt x="150495" y="122873"/>
                  </a:lnTo>
                  <a:lnTo>
                    <a:pt x="224790" y="122873"/>
                  </a:lnTo>
                  <a:lnTo>
                    <a:pt x="137160" y="227648"/>
                  </a:lnTo>
                  <a:lnTo>
                    <a:pt x="234315" y="389573"/>
                  </a:lnTo>
                  <a:lnTo>
                    <a:pt x="160020" y="389573"/>
                  </a:lnTo>
                  <a:lnTo>
                    <a:pt x="93345" y="274320"/>
                  </a:lnTo>
                  <a:lnTo>
                    <a:pt x="62865" y="308610"/>
                  </a:lnTo>
                  <a:lnTo>
                    <a:pt x="62865" y="389573"/>
                  </a:lnTo>
                  <a:lnTo>
                    <a:pt x="952" y="389573"/>
                  </a:lnTo>
                  <a:lnTo>
                    <a:pt x="952" y="15240"/>
                  </a:lnTo>
                  <a:close/>
                </a:path>
              </a:pathLst>
            </a:custGeom>
            <a:solidFill>
              <a:schemeClr val="tx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6" name="Freihandform: Form 185">
              <a:extLst>
                <a:ext uri="{FF2B5EF4-FFF2-40B4-BE49-F238E27FC236}">
                  <a16:creationId xmlns:a16="http://schemas.microsoft.com/office/drawing/2014/main" id="{8181309B-0D7E-C447-A3C3-424CD8B2E92D}"/>
                </a:ext>
              </a:extLst>
            </p:cNvPr>
            <p:cNvSpPr/>
            <p:nvPr/>
          </p:nvSpPr>
          <p:spPr>
            <a:xfrm>
              <a:off x="1761416" y="528970"/>
              <a:ext cx="77252" cy="91997"/>
            </a:xfrm>
            <a:custGeom>
              <a:avLst/>
              <a:gdLst>
                <a:gd name="connsiteX0" fmla="*/ 62865 w 229552"/>
                <a:gd name="connsiteY0" fmla="*/ 160020 h 273367"/>
                <a:gd name="connsiteX1" fmla="*/ 116205 w 229552"/>
                <a:gd name="connsiteY1" fmla="*/ 216217 h 273367"/>
                <a:gd name="connsiteX2" fmla="*/ 167640 w 229552"/>
                <a:gd name="connsiteY2" fmla="*/ 160020 h 273367"/>
                <a:gd name="connsiteX3" fmla="*/ 167640 w 229552"/>
                <a:gd name="connsiteY3" fmla="*/ 0 h 273367"/>
                <a:gd name="connsiteX4" fmla="*/ 229553 w 229552"/>
                <a:gd name="connsiteY4" fmla="*/ 0 h 273367"/>
                <a:gd name="connsiteX5" fmla="*/ 229553 w 229552"/>
                <a:gd name="connsiteY5" fmla="*/ 161925 h 273367"/>
                <a:gd name="connsiteX6" fmla="*/ 117157 w 229552"/>
                <a:gd name="connsiteY6" fmla="*/ 273367 h 273367"/>
                <a:gd name="connsiteX7" fmla="*/ 0 w 229552"/>
                <a:gd name="connsiteY7" fmla="*/ 162878 h 273367"/>
                <a:gd name="connsiteX8" fmla="*/ 0 w 229552"/>
                <a:gd name="connsiteY8" fmla="*/ 952 h 273367"/>
                <a:gd name="connsiteX9" fmla="*/ 61913 w 229552"/>
                <a:gd name="connsiteY9" fmla="*/ 952 h 273367"/>
                <a:gd name="connsiteX10" fmla="*/ 61913 w 229552"/>
                <a:gd name="connsiteY10" fmla="*/ 160020 h 273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9552" h="273367">
                  <a:moveTo>
                    <a:pt x="62865" y="160020"/>
                  </a:moveTo>
                  <a:cubicBezTo>
                    <a:pt x="62865" y="196215"/>
                    <a:pt x="80963" y="216217"/>
                    <a:pt x="116205" y="216217"/>
                  </a:cubicBezTo>
                  <a:cubicBezTo>
                    <a:pt x="150495" y="216217"/>
                    <a:pt x="167640" y="197167"/>
                    <a:pt x="167640" y="160020"/>
                  </a:cubicBezTo>
                  <a:lnTo>
                    <a:pt x="167640" y="0"/>
                  </a:lnTo>
                  <a:lnTo>
                    <a:pt x="229553" y="0"/>
                  </a:lnTo>
                  <a:lnTo>
                    <a:pt x="229553" y="161925"/>
                  </a:lnTo>
                  <a:cubicBezTo>
                    <a:pt x="229553" y="232410"/>
                    <a:pt x="190500" y="273367"/>
                    <a:pt x="117157" y="273367"/>
                  </a:cubicBezTo>
                  <a:cubicBezTo>
                    <a:pt x="44767" y="273367"/>
                    <a:pt x="0" y="232410"/>
                    <a:pt x="0" y="162878"/>
                  </a:cubicBezTo>
                  <a:lnTo>
                    <a:pt x="0" y="952"/>
                  </a:lnTo>
                  <a:lnTo>
                    <a:pt x="61913" y="952"/>
                  </a:lnTo>
                  <a:lnTo>
                    <a:pt x="61913" y="160020"/>
                  </a:lnTo>
                  <a:close/>
                </a:path>
              </a:pathLst>
            </a:custGeom>
            <a:solidFill>
              <a:schemeClr val="tx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7" name="Freihandform: Form 186">
              <a:extLst>
                <a:ext uri="{FF2B5EF4-FFF2-40B4-BE49-F238E27FC236}">
                  <a16:creationId xmlns:a16="http://schemas.microsoft.com/office/drawing/2014/main" id="{A1C774AA-192A-1540-A66B-EEAAA42C920D}"/>
                </a:ext>
              </a:extLst>
            </p:cNvPr>
            <p:cNvSpPr/>
            <p:nvPr/>
          </p:nvSpPr>
          <p:spPr>
            <a:xfrm>
              <a:off x="1865594" y="487299"/>
              <a:ext cx="20835" cy="131103"/>
            </a:xfrm>
            <a:custGeom>
              <a:avLst/>
              <a:gdLst>
                <a:gd name="connsiteX0" fmla="*/ 61913 w 61912"/>
                <a:gd name="connsiteY0" fmla="*/ 389572 h 389572"/>
                <a:gd name="connsiteX1" fmla="*/ 0 w 61912"/>
                <a:gd name="connsiteY1" fmla="*/ 389572 h 389572"/>
                <a:gd name="connsiteX2" fmla="*/ 0 w 61912"/>
                <a:gd name="connsiteY2" fmla="*/ 14288 h 389572"/>
                <a:gd name="connsiteX3" fmla="*/ 61913 w 61912"/>
                <a:gd name="connsiteY3" fmla="*/ 0 h 389572"/>
                <a:gd name="connsiteX4" fmla="*/ 61913 w 61912"/>
                <a:gd name="connsiteY4" fmla="*/ 389572 h 389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1912" h="389572">
                  <a:moveTo>
                    <a:pt x="61913" y="389572"/>
                  </a:moveTo>
                  <a:lnTo>
                    <a:pt x="0" y="389572"/>
                  </a:lnTo>
                  <a:lnTo>
                    <a:pt x="0" y="14288"/>
                  </a:lnTo>
                  <a:lnTo>
                    <a:pt x="61913" y="0"/>
                  </a:lnTo>
                  <a:lnTo>
                    <a:pt x="61913" y="389572"/>
                  </a:lnTo>
                  <a:close/>
                </a:path>
              </a:pathLst>
            </a:custGeom>
            <a:solidFill>
              <a:schemeClr val="tx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8" name="Freihandform: Form 187">
              <a:extLst>
                <a:ext uri="{FF2B5EF4-FFF2-40B4-BE49-F238E27FC236}">
                  <a16:creationId xmlns:a16="http://schemas.microsoft.com/office/drawing/2014/main" id="{697E23D0-D2AD-3142-8A3E-37ABC6B906BF}"/>
                </a:ext>
              </a:extLst>
            </p:cNvPr>
            <p:cNvSpPr/>
            <p:nvPr/>
          </p:nvSpPr>
          <p:spPr>
            <a:xfrm>
              <a:off x="1905021" y="500120"/>
              <a:ext cx="55775" cy="120526"/>
            </a:xfrm>
            <a:custGeom>
              <a:avLst/>
              <a:gdLst>
                <a:gd name="connsiteX0" fmla="*/ 165735 w 165734"/>
                <a:gd name="connsiteY0" fmla="*/ 295275 h 358140"/>
                <a:gd name="connsiteX1" fmla="*/ 165735 w 165734"/>
                <a:gd name="connsiteY1" fmla="*/ 348615 h 358140"/>
                <a:gd name="connsiteX2" fmla="*/ 113347 w 165734"/>
                <a:gd name="connsiteY2" fmla="*/ 358140 h 358140"/>
                <a:gd name="connsiteX3" fmla="*/ 40958 w 165734"/>
                <a:gd name="connsiteY3" fmla="*/ 282892 h 358140"/>
                <a:gd name="connsiteX4" fmla="*/ 40958 w 165734"/>
                <a:gd name="connsiteY4" fmla="*/ 137160 h 358140"/>
                <a:gd name="connsiteX5" fmla="*/ 0 w 165734"/>
                <a:gd name="connsiteY5" fmla="*/ 137160 h 358140"/>
                <a:gd name="connsiteX6" fmla="*/ 0 w 165734"/>
                <a:gd name="connsiteY6" fmla="*/ 85725 h 358140"/>
                <a:gd name="connsiteX7" fmla="*/ 40005 w 165734"/>
                <a:gd name="connsiteY7" fmla="*/ 85725 h 358140"/>
                <a:gd name="connsiteX8" fmla="*/ 40005 w 165734"/>
                <a:gd name="connsiteY8" fmla="*/ 13335 h 358140"/>
                <a:gd name="connsiteX9" fmla="*/ 101918 w 165734"/>
                <a:gd name="connsiteY9" fmla="*/ 0 h 358140"/>
                <a:gd name="connsiteX10" fmla="*/ 101918 w 165734"/>
                <a:gd name="connsiteY10" fmla="*/ 86677 h 358140"/>
                <a:gd name="connsiteX11" fmla="*/ 165735 w 165734"/>
                <a:gd name="connsiteY11" fmla="*/ 86677 h 358140"/>
                <a:gd name="connsiteX12" fmla="*/ 165735 w 165734"/>
                <a:gd name="connsiteY12" fmla="*/ 138113 h 358140"/>
                <a:gd name="connsiteX13" fmla="*/ 101918 w 165734"/>
                <a:gd name="connsiteY13" fmla="*/ 138113 h 358140"/>
                <a:gd name="connsiteX14" fmla="*/ 101918 w 165734"/>
                <a:gd name="connsiteY14" fmla="*/ 269558 h 358140"/>
                <a:gd name="connsiteX15" fmla="*/ 130493 w 165734"/>
                <a:gd name="connsiteY15" fmla="*/ 304800 h 358140"/>
                <a:gd name="connsiteX16" fmla="*/ 165735 w 165734"/>
                <a:gd name="connsiteY16" fmla="*/ 295275 h 3581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5734" h="358140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7" y="358140"/>
                  </a:cubicBezTo>
                  <a:cubicBezTo>
                    <a:pt x="66675" y="358140"/>
                    <a:pt x="40958" y="331470"/>
                    <a:pt x="40958" y="282892"/>
                  </a:cubicBezTo>
                  <a:lnTo>
                    <a:pt x="40958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8" y="0"/>
                  </a:lnTo>
                  <a:lnTo>
                    <a:pt x="101918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8" y="138113"/>
                  </a:lnTo>
                  <a:lnTo>
                    <a:pt x="101918" y="269558"/>
                  </a:lnTo>
                  <a:cubicBezTo>
                    <a:pt x="101918" y="294322"/>
                    <a:pt x="110490" y="304800"/>
                    <a:pt x="130493" y="304800"/>
                  </a:cubicBezTo>
                  <a:cubicBezTo>
                    <a:pt x="141922" y="303847"/>
                    <a:pt x="155258" y="300038"/>
                    <a:pt x="165735" y="295275"/>
                  </a:cubicBezTo>
                  <a:close/>
                </a:path>
              </a:pathLst>
            </a:custGeom>
            <a:solidFill>
              <a:schemeClr val="tx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9" name="Freihandform: Form 188">
              <a:extLst>
                <a:ext uri="{FF2B5EF4-FFF2-40B4-BE49-F238E27FC236}">
                  <a16:creationId xmlns:a16="http://schemas.microsoft.com/office/drawing/2014/main" id="{C5FC6DC2-92D0-6D49-BDFC-FA21FE7F4933}"/>
                </a:ext>
              </a:extLst>
            </p:cNvPr>
            <p:cNvSpPr/>
            <p:nvPr/>
          </p:nvSpPr>
          <p:spPr>
            <a:xfrm>
              <a:off x="1977144" y="490504"/>
              <a:ext cx="75970" cy="130142"/>
            </a:xfrm>
            <a:custGeom>
              <a:avLst/>
              <a:gdLst>
                <a:gd name="connsiteX0" fmla="*/ 114300 w 225742"/>
                <a:gd name="connsiteY0" fmla="*/ 215265 h 386715"/>
                <a:gd name="connsiteX1" fmla="*/ 164783 w 225742"/>
                <a:gd name="connsiteY1" fmla="*/ 220980 h 386715"/>
                <a:gd name="connsiteX2" fmla="*/ 164783 w 225742"/>
                <a:gd name="connsiteY2" fmla="*/ 211455 h 386715"/>
                <a:gd name="connsiteX3" fmla="*/ 105728 w 225742"/>
                <a:gd name="connsiteY3" fmla="*/ 160020 h 386715"/>
                <a:gd name="connsiteX4" fmla="*/ 38100 w 225742"/>
                <a:gd name="connsiteY4" fmla="*/ 175260 h 386715"/>
                <a:gd name="connsiteX5" fmla="*/ 24765 w 225742"/>
                <a:gd name="connsiteY5" fmla="*/ 122873 h 386715"/>
                <a:gd name="connsiteX6" fmla="*/ 112395 w 225742"/>
                <a:gd name="connsiteY6" fmla="*/ 107633 h 386715"/>
                <a:gd name="connsiteX7" fmla="*/ 225742 w 225742"/>
                <a:gd name="connsiteY7" fmla="*/ 210503 h 386715"/>
                <a:gd name="connsiteX8" fmla="*/ 225742 w 225742"/>
                <a:gd name="connsiteY8" fmla="*/ 381000 h 386715"/>
                <a:gd name="connsiteX9" fmla="*/ 166688 w 225742"/>
                <a:gd name="connsiteY9" fmla="*/ 381000 h 386715"/>
                <a:gd name="connsiteX10" fmla="*/ 166688 w 225742"/>
                <a:gd name="connsiteY10" fmla="*/ 352425 h 386715"/>
                <a:gd name="connsiteX11" fmla="*/ 165735 w 225742"/>
                <a:gd name="connsiteY11" fmla="*/ 352425 h 386715"/>
                <a:gd name="connsiteX12" fmla="*/ 87630 w 225742"/>
                <a:gd name="connsiteY12" fmla="*/ 386715 h 386715"/>
                <a:gd name="connsiteX13" fmla="*/ 0 w 225742"/>
                <a:gd name="connsiteY13" fmla="*/ 301942 h 386715"/>
                <a:gd name="connsiteX14" fmla="*/ 114300 w 225742"/>
                <a:gd name="connsiteY14" fmla="*/ 215265 h 386715"/>
                <a:gd name="connsiteX15" fmla="*/ 63817 w 225742"/>
                <a:gd name="connsiteY15" fmla="*/ 72390 h 386715"/>
                <a:gd name="connsiteX16" fmla="*/ 26670 w 225742"/>
                <a:gd name="connsiteY16" fmla="*/ 36195 h 386715"/>
                <a:gd name="connsiteX17" fmla="*/ 63817 w 225742"/>
                <a:gd name="connsiteY17" fmla="*/ 0 h 386715"/>
                <a:gd name="connsiteX18" fmla="*/ 100965 w 225742"/>
                <a:gd name="connsiteY18" fmla="*/ 36195 h 386715"/>
                <a:gd name="connsiteX19" fmla="*/ 63817 w 225742"/>
                <a:gd name="connsiteY19" fmla="*/ 72390 h 386715"/>
                <a:gd name="connsiteX20" fmla="*/ 103822 w 225742"/>
                <a:gd name="connsiteY20" fmla="*/ 340042 h 386715"/>
                <a:gd name="connsiteX21" fmla="*/ 164783 w 225742"/>
                <a:gd name="connsiteY21" fmla="*/ 307658 h 386715"/>
                <a:gd name="connsiteX22" fmla="*/ 164783 w 225742"/>
                <a:gd name="connsiteY22" fmla="*/ 260985 h 386715"/>
                <a:gd name="connsiteX23" fmla="*/ 120967 w 225742"/>
                <a:gd name="connsiteY23" fmla="*/ 256222 h 386715"/>
                <a:gd name="connsiteX24" fmla="*/ 59055 w 225742"/>
                <a:gd name="connsiteY24" fmla="*/ 300038 h 386715"/>
                <a:gd name="connsiteX25" fmla="*/ 103822 w 225742"/>
                <a:gd name="connsiteY25" fmla="*/ 340042 h 386715"/>
                <a:gd name="connsiteX26" fmla="*/ 172403 w 225742"/>
                <a:gd name="connsiteY26" fmla="*/ 72390 h 386715"/>
                <a:gd name="connsiteX27" fmla="*/ 135255 w 225742"/>
                <a:gd name="connsiteY27" fmla="*/ 36195 h 386715"/>
                <a:gd name="connsiteX28" fmla="*/ 172403 w 225742"/>
                <a:gd name="connsiteY28" fmla="*/ 0 h 386715"/>
                <a:gd name="connsiteX29" fmla="*/ 209550 w 225742"/>
                <a:gd name="connsiteY29" fmla="*/ 36195 h 386715"/>
                <a:gd name="connsiteX30" fmla="*/ 172403 w 225742"/>
                <a:gd name="connsiteY30" fmla="*/ 72390 h 3867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225742" h="386715">
                  <a:moveTo>
                    <a:pt x="114300" y="215265"/>
                  </a:moveTo>
                  <a:cubicBezTo>
                    <a:pt x="131445" y="215265"/>
                    <a:pt x="147638" y="216217"/>
                    <a:pt x="164783" y="220980"/>
                  </a:cubicBezTo>
                  <a:lnTo>
                    <a:pt x="164783" y="211455"/>
                  </a:lnTo>
                  <a:cubicBezTo>
                    <a:pt x="164783" y="177165"/>
                    <a:pt x="144780" y="160020"/>
                    <a:pt x="105728" y="160020"/>
                  </a:cubicBezTo>
                  <a:cubicBezTo>
                    <a:pt x="83820" y="160020"/>
                    <a:pt x="60008" y="164783"/>
                    <a:pt x="38100" y="175260"/>
                  </a:cubicBezTo>
                  <a:lnTo>
                    <a:pt x="24765" y="122873"/>
                  </a:lnTo>
                  <a:cubicBezTo>
                    <a:pt x="49530" y="113348"/>
                    <a:pt x="81915" y="107633"/>
                    <a:pt x="112395" y="107633"/>
                  </a:cubicBezTo>
                  <a:cubicBezTo>
                    <a:pt x="187642" y="107633"/>
                    <a:pt x="225742" y="142875"/>
                    <a:pt x="225742" y="210503"/>
                  </a:cubicBezTo>
                  <a:lnTo>
                    <a:pt x="225742" y="381000"/>
                  </a:lnTo>
                  <a:lnTo>
                    <a:pt x="166688" y="381000"/>
                  </a:lnTo>
                  <a:lnTo>
                    <a:pt x="166688" y="352425"/>
                  </a:lnTo>
                  <a:lnTo>
                    <a:pt x="165735" y="352425"/>
                  </a:lnTo>
                  <a:cubicBezTo>
                    <a:pt x="142875" y="376238"/>
                    <a:pt x="119063" y="386715"/>
                    <a:pt x="87630" y="386715"/>
                  </a:cubicBezTo>
                  <a:cubicBezTo>
                    <a:pt x="34290" y="386715"/>
                    <a:pt x="0" y="353378"/>
                    <a:pt x="0" y="301942"/>
                  </a:cubicBezTo>
                  <a:cubicBezTo>
                    <a:pt x="0" y="245745"/>
                    <a:pt x="40005" y="215265"/>
                    <a:pt x="114300" y="215265"/>
                  </a:cubicBezTo>
                  <a:close/>
                  <a:moveTo>
                    <a:pt x="63817" y="72390"/>
                  </a:moveTo>
                  <a:cubicBezTo>
                    <a:pt x="43815" y="72390"/>
                    <a:pt x="26670" y="55245"/>
                    <a:pt x="26670" y="36195"/>
                  </a:cubicBezTo>
                  <a:cubicBezTo>
                    <a:pt x="26670" y="17145"/>
                    <a:pt x="43815" y="0"/>
                    <a:pt x="63817" y="0"/>
                  </a:cubicBezTo>
                  <a:cubicBezTo>
                    <a:pt x="83820" y="0"/>
                    <a:pt x="100965" y="17145"/>
                    <a:pt x="100965" y="36195"/>
                  </a:cubicBezTo>
                  <a:cubicBezTo>
                    <a:pt x="100965" y="56198"/>
                    <a:pt x="83820" y="72390"/>
                    <a:pt x="63817" y="72390"/>
                  </a:cubicBezTo>
                  <a:close/>
                  <a:moveTo>
                    <a:pt x="103822" y="340042"/>
                  </a:moveTo>
                  <a:cubicBezTo>
                    <a:pt x="126683" y="340042"/>
                    <a:pt x="147638" y="328613"/>
                    <a:pt x="164783" y="307658"/>
                  </a:cubicBezTo>
                  <a:lnTo>
                    <a:pt x="164783" y="260985"/>
                  </a:lnTo>
                  <a:cubicBezTo>
                    <a:pt x="150495" y="257175"/>
                    <a:pt x="135255" y="256222"/>
                    <a:pt x="120967" y="256222"/>
                  </a:cubicBezTo>
                  <a:cubicBezTo>
                    <a:pt x="81915" y="256222"/>
                    <a:pt x="59055" y="271463"/>
                    <a:pt x="59055" y="300038"/>
                  </a:cubicBezTo>
                  <a:cubicBezTo>
                    <a:pt x="59055" y="324803"/>
                    <a:pt x="76200" y="340042"/>
                    <a:pt x="103822" y="340042"/>
                  </a:cubicBezTo>
                  <a:close/>
                  <a:moveTo>
                    <a:pt x="172403" y="72390"/>
                  </a:moveTo>
                  <a:cubicBezTo>
                    <a:pt x="152400" y="72390"/>
                    <a:pt x="135255" y="55245"/>
                    <a:pt x="135255" y="36195"/>
                  </a:cubicBezTo>
                  <a:cubicBezTo>
                    <a:pt x="135255" y="17145"/>
                    <a:pt x="152400" y="0"/>
                    <a:pt x="172403" y="0"/>
                  </a:cubicBezTo>
                  <a:cubicBezTo>
                    <a:pt x="192405" y="0"/>
                    <a:pt x="209550" y="17145"/>
                    <a:pt x="209550" y="36195"/>
                  </a:cubicBezTo>
                  <a:cubicBezTo>
                    <a:pt x="209550" y="56198"/>
                    <a:pt x="192405" y="72390"/>
                    <a:pt x="172403" y="72390"/>
                  </a:cubicBezTo>
                  <a:close/>
                </a:path>
              </a:pathLst>
            </a:custGeom>
            <a:solidFill>
              <a:schemeClr val="tx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0" name="Freihandform: Form 189">
              <a:extLst>
                <a:ext uri="{FF2B5EF4-FFF2-40B4-BE49-F238E27FC236}">
                  <a16:creationId xmlns:a16="http://schemas.microsoft.com/office/drawing/2014/main" id="{402015ED-8B6D-DE4E-8093-A79355D84C63}"/>
                </a:ext>
              </a:extLst>
            </p:cNvPr>
            <p:cNvSpPr/>
            <p:nvPr/>
          </p:nvSpPr>
          <p:spPr>
            <a:xfrm>
              <a:off x="2069462" y="500120"/>
              <a:ext cx="55775" cy="120526"/>
            </a:xfrm>
            <a:custGeom>
              <a:avLst/>
              <a:gdLst>
                <a:gd name="connsiteX0" fmla="*/ 165735 w 165734"/>
                <a:gd name="connsiteY0" fmla="*/ 295275 h 358140"/>
                <a:gd name="connsiteX1" fmla="*/ 165735 w 165734"/>
                <a:gd name="connsiteY1" fmla="*/ 348615 h 358140"/>
                <a:gd name="connsiteX2" fmla="*/ 113347 w 165734"/>
                <a:gd name="connsiteY2" fmla="*/ 358140 h 358140"/>
                <a:gd name="connsiteX3" fmla="*/ 40957 w 165734"/>
                <a:gd name="connsiteY3" fmla="*/ 282892 h 358140"/>
                <a:gd name="connsiteX4" fmla="*/ 40957 w 165734"/>
                <a:gd name="connsiteY4" fmla="*/ 137160 h 358140"/>
                <a:gd name="connsiteX5" fmla="*/ 0 w 165734"/>
                <a:gd name="connsiteY5" fmla="*/ 137160 h 358140"/>
                <a:gd name="connsiteX6" fmla="*/ 0 w 165734"/>
                <a:gd name="connsiteY6" fmla="*/ 85725 h 358140"/>
                <a:gd name="connsiteX7" fmla="*/ 40005 w 165734"/>
                <a:gd name="connsiteY7" fmla="*/ 85725 h 358140"/>
                <a:gd name="connsiteX8" fmla="*/ 40005 w 165734"/>
                <a:gd name="connsiteY8" fmla="*/ 13335 h 358140"/>
                <a:gd name="connsiteX9" fmla="*/ 101918 w 165734"/>
                <a:gd name="connsiteY9" fmla="*/ 0 h 358140"/>
                <a:gd name="connsiteX10" fmla="*/ 101918 w 165734"/>
                <a:gd name="connsiteY10" fmla="*/ 86677 h 358140"/>
                <a:gd name="connsiteX11" fmla="*/ 165735 w 165734"/>
                <a:gd name="connsiteY11" fmla="*/ 86677 h 358140"/>
                <a:gd name="connsiteX12" fmla="*/ 165735 w 165734"/>
                <a:gd name="connsiteY12" fmla="*/ 138113 h 358140"/>
                <a:gd name="connsiteX13" fmla="*/ 102870 w 165734"/>
                <a:gd name="connsiteY13" fmla="*/ 138113 h 358140"/>
                <a:gd name="connsiteX14" fmla="*/ 102870 w 165734"/>
                <a:gd name="connsiteY14" fmla="*/ 269558 h 358140"/>
                <a:gd name="connsiteX15" fmla="*/ 131445 w 165734"/>
                <a:gd name="connsiteY15" fmla="*/ 304800 h 358140"/>
                <a:gd name="connsiteX16" fmla="*/ 165735 w 165734"/>
                <a:gd name="connsiteY16" fmla="*/ 295275 h 3581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5734" h="358140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7" y="358140"/>
                  </a:cubicBezTo>
                  <a:cubicBezTo>
                    <a:pt x="66675" y="358140"/>
                    <a:pt x="40957" y="331470"/>
                    <a:pt x="40957" y="282892"/>
                  </a:cubicBezTo>
                  <a:lnTo>
                    <a:pt x="40957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8" y="0"/>
                  </a:lnTo>
                  <a:lnTo>
                    <a:pt x="101918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2870" y="138113"/>
                  </a:lnTo>
                  <a:lnTo>
                    <a:pt x="102870" y="269558"/>
                  </a:lnTo>
                  <a:cubicBezTo>
                    <a:pt x="102870" y="294322"/>
                    <a:pt x="111443" y="304800"/>
                    <a:pt x="131445" y="304800"/>
                  </a:cubicBezTo>
                  <a:cubicBezTo>
                    <a:pt x="142875" y="303847"/>
                    <a:pt x="155257" y="300038"/>
                    <a:pt x="165735" y="295275"/>
                  </a:cubicBezTo>
                  <a:close/>
                </a:path>
              </a:pathLst>
            </a:custGeom>
            <a:solidFill>
              <a:schemeClr val="tx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</p:grpSp>
      <p:sp>
        <p:nvSpPr>
          <p:cNvPr id="194" name="Freihandform: Form 87">
            <a:extLst>
              <a:ext uri="{FF2B5EF4-FFF2-40B4-BE49-F238E27FC236}">
                <a16:creationId xmlns:a16="http://schemas.microsoft.com/office/drawing/2014/main" id="{C7277E25-4150-EF4E-B2B2-BD3F0A3E2646}"/>
              </a:ext>
            </a:extLst>
          </p:cNvPr>
          <p:cNvSpPr/>
          <p:nvPr userDrawn="1"/>
        </p:nvSpPr>
        <p:spPr>
          <a:xfrm>
            <a:off x="10272966" y="300704"/>
            <a:ext cx="1403903" cy="535987"/>
          </a:xfrm>
          <a:custGeom>
            <a:avLst/>
            <a:gdLst>
              <a:gd name="connsiteX0" fmla="*/ 0 w 1456912"/>
              <a:gd name="connsiteY0" fmla="*/ 51854 h 556225"/>
              <a:gd name="connsiteX1" fmla="*/ 28188 w 1456912"/>
              <a:gd name="connsiteY1" fmla="*/ 23666 h 556225"/>
              <a:gd name="connsiteX2" fmla="*/ 28188 w 1456912"/>
              <a:gd name="connsiteY2" fmla="*/ 535557 h 556225"/>
              <a:gd name="connsiteX3" fmla="*/ 0 w 1456912"/>
              <a:gd name="connsiteY3" fmla="*/ 535557 h 556225"/>
              <a:gd name="connsiteX4" fmla="*/ 0 w 1456912"/>
              <a:gd name="connsiteY4" fmla="*/ 51854 h 556225"/>
              <a:gd name="connsiteX5" fmla="*/ 84564 w 1456912"/>
              <a:gd name="connsiteY5" fmla="*/ 28188 h 556225"/>
              <a:gd name="connsiteX6" fmla="*/ 422811 w 1456912"/>
              <a:gd name="connsiteY6" fmla="*/ 28188 h 556225"/>
              <a:gd name="connsiteX7" fmla="*/ 422811 w 1456912"/>
              <a:gd name="connsiteY7" fmla="*/ 0 h 556225"/>
              <a:gd name="connsiteX8" fmla="*/ 56376 w 1456912"/>
              <a:gd name="connsiteY8" fmla="*/ 0 h 556225"/>
              <a:gd name="connsiteX9" fmla="*/ 56376 w 1456912"/>
              <a:gd name="connsiteY9" fmla="*/ 338244 h 556225"/>
              <a:gd name="connsiteX10" fmla="*/ 367711 w 1456912"/>
              <a:gd name="connsiteY10" fmla="*/ 338244 h 556225"/>
              <a:gd name="connsiteX11" fmla="*/ 367711 w 1456912"/>
              <a:gd name="connsiteY11" fmla="*/ 310062 h 556225"/>
              <a:gd name="connsiteX12" fmla="*/ 84564 w 1456912"/>
              <a:gd name="connsiteY12" fmla="*/ 310062 h 556225"/>
              <a:gd name="connsiteX13" fmla="*/ 84564 w 1456912"/>
              <a:gd name="connsiteY13" fmla="*/ 28188 h 556225"/>
              <a:gd name="connsiteX14" fmla="*/ 410152 w 1456912"/>
              <a:gd name="connsiteY14" fmla="*/ 253686 h 556225"/>
              <a:gd name="connsiteX15" fmla="*/ 140937 w 1456912"/>
              <a:gd name="connsiteY15" fmla="*/ 253686 h 556225"/>
              <a:gd name="connsiteX16" fmla="*/ 140937 w 1456912"/>
              <a:gd name="connsiteY16" fmla="*/ 140940 h 556225"/>
              <a:gd name="connsiteX17" fmla="*/ 371171 w 1456912"/>
              <a:gd name="connsiteY17" fmla="*/ 140940 h 556225"/>
              <a:gd name="connsiteX18" fmla="*/ 399359 w 1456912"/>
              <a:gd name="connsiteY18" fmla="*/ 112752 h 556225"/>
              <a:gd name="connsiteX19" fmla="*/ 140937 w 1456912"/>
              <a:gd name="connsiteY19" fmla="*/ 112752 h 556225"/>
              <a:gd name="connsiteX20" fmla="*/ 140937 w 1456912"/>
              <a:gd name="connsiteY20" fmla="*/ 84564 h 556225"/>
              <a:gd name="connsiteX21" fmla="*/ 422811 w 1456912"/>
              <a:gd name="connsiteY21" fmla="*/ 84564 h 556225"/>
              <a:gd name="connsiteX22" fmla="*/ 422811 w 1456912"/>
              <a:gd name="connsiteY22" fmla="*/ 56376 h 556225"/>
              <a:gd name="connsiteX23" fmla="*/ 112749 w 1456912"/>
              <a:gd name="connsiteY23" fmla="*/ 56376 h 556225"/>
              <a:gd name="connsiteX24" fmla="*/ 112749 w 1456912"/>
              <a:gd name="connsiteY24" fmla="*/ 281874 h 556225"/>
              <a:gd name="connsiteX25" fmla="*/ 382334 w 1456912"/>
              <a:gd name="connsiteY25" fmla="*/ 281874 h 556225"/>
              <a:gd name="connsiteX26" fmla="*/ 410152 w 1456912"/>
              <a:gd name="connsiteY26" fmla="*/ 253686 h 556225"/>
              <a:gd name="connsiteX27" fmla="*/ 56376 w 1456912"/>
              <a:gd name="connsiteY27" fmla="*/ 535557 h 556225"/>
              <a:gd name="connsiteX28" fmla="*/ 84564 w 1456912"/>
              <a:gd name="connsiteY28" fmla="*/ 535557 h 556225"/>
              <a:gd name="connsiteX29" fmla="*/ 84564 w 1456912"/>
              <a:gd name="connsiteY29" fmla="*/ 394620 h 556225"/>
              <a:gd name="connsiteX30" fmla="*/ 112752 w 1456912"/>
              <a:gd name="connsiteY30" fmla="*/ 394620 h 556225"/>
              <a:gd name="connsiteX31" fmla="*/ 112752 w 1456912"/>
              <a:gd name="connsiteY31" fmla="*/ 511890 h 556225"/>
              <a:gd name="connsiteX32" fmla="*/ 140940 w 1456912"/>
              <a:gd name="connsiteY32" fmla="*/ 483705 h 556225"/>
              <a:gd name="connsiteX33" fmla="*/ 140940 w 1456912"/>
              <a:gd name="connsiteY33" fmla="*/ 394620 h 556225"/>
              <a:gd name="connsiteX34" fmla="*/ 367714 w 1456912"/>
              <a:gd name="connsiteY34" fmla="*/ 394620 h 556225"/>
              <a:gd name="connsiteX35" fmla="*/ 367714 w 1456912"/>
              <a:gd name="connsiteY35" fmla="*/ 366435 h 556225"/>
              <a:gd name="connsiteX36" fmla="*/ 56376 w 1456912"/>
              <a:gd name="connsiteY36" fmla="*/ 366435 h 556225"/>
              <a:gd name="connsiteX37" fmla="*/ 56376 w 1456912"/>
              <a:gd name="connsiteY37" fmla="*/ 535557 h 556225"/>
              <a:gd name="connsiteX38" fmla="*/ 1428724 w 1456912"/>
              <a:gd name="connsiteY38" fmla="*/ 0 h 556225"/>
              <a:gd name="connsiteX39" fmla="*/ 1428724 w 1456912"/>
              <a:gd name="connsiteY39" fmla="*/ 324156 h 556225"/>
              <a:gd name="connsiteX40" fmla="*/ 1316539 w 1456912"/>
              <a:gd name="connsiteY40" fmla="*/ 514089 h 556225"/>
              <a:gd name="connsiteX41" fmla="*/ 1315903 w 1456912"/>
              <a:gd name="connsiteY41" fmla="*/ 513258 h 556225"/>
              <a:gd name="connsiteX42" fmla="*/ 1400536 w 1456912"/>
              <a:gd name="connsiteY42" fmla="*/ 351869 h 556225"/>
              <a:gd name="connsiteX43" fmla="*/ 1400536 w 1456912"/>
              <a:gd name="connsiteY43" fmla="*/ 3 h 556225"/>
              <a:gd name="connsiteX44" fmla="*/ 1372348 w 1456912"/>
              <a:gd name="connsiteY44" fmla="*/ 3 h 556225"/>
              <a:gd name="connsiteX45" fmla="*/ 1372348 w 1456912"/>
              <a:gd name="connsiteY45" fmla="*/ 351400 h 556225"/>
              <a:gd name="connsiteX46" fmla="*/ 1189132 w 1456912"/>
              <a:gd name="connsiteY46" fmla="*/ 528510 h 556225"/>
              <a:gd name="connsiteX47" fmla="*/ 1005916 w 1456912"/>
              <a:gd name="connsiteY47" fmla="*/ 351400 h 556225"/>
              <a:gd name="connsiteX48" fmla="*/ 1005916 w 1456912"/>
              <a:gd name="connsiteY48" fmla="*/ 23666 h 556225"/>
              <a:gd name="connsiteX49" fmla="*/ 977728 w 1456912"/>
              <a:gd name="connsiteY49" fmla="*/ 51854 h 556225"/>
              <a:gd name="connsiteX50" fmla="*/ 977728 w 1456912"/>
              <a:gd name="connsiteY50" fmla="*/ 351869 h 556225"/>
              <a:gd name="connsiteX51" fmla="*/ 1189132 w 1456912"/>
              <a:gd name="connsiteY51" fmla="*/ 556226 h 556225"/>
              <a:gd name="connsiteX52" fmla="*/ 1217320 w 1456912"/>
              <a:gd name="connsiteY52" fmla="*/ 556226 h 556225"/>
              <a:gd name="connsiteX53" fmla="*/ 1456912 w 1456912"/>
              <a:gd name="connsiteY53" fmla="*/ 324566 h 556225"/>
              <a:gd name="connsiteX54" fmla="*/ 1456912 w 1456912"/>
              <a:gd name="connsiteY54" fmla="*/ 0 h 556225"/>
              <a:gd name="connsiteX55" fmla="*/ 1428724 w 1456912"/>
              <a:gd name="connsiteY55" fmla="*/ 0 h 556225"/>
              <a:gd name="connsiteX56" fmla="*/ 1189132 w 1456912"/>
              <a:gd name="connsiteY56" fmla="*/ 500322 h 556225"/>
              <a:gd name="connsiteX57" fmla="*/ 1344160 w 1456912"/>
              <a:gd name="connsiteY57" fmla="*/ 351400 h 556225"/>
              <a:gd name="connsiteX58" fmla="*/ 1344160 w 1456912"/>
              <a:gd name="connsiteY58" fmla="*/ 351400 h 556225"/>
              <a:gd name="connsiteX59" fmla="*/ 1344160 w 1456912"/>
              <a:gd name="connsiteY59" fmla="*/ 23666 h 556225"/>
              <a:gd name="connsiteX60" fmla="*/ 1315972 w 1456912"/>
              <a:gd name="connsiteY60" fmla="*/ 51854 h 556225"/>
              <a:gd name="connsiteX61" fmla="*/ 1315972 w 1456912"/>
              <a:gd name="connsiteY61" fmla="*/ 324153 h 556225"/>
              <a:gd name="connsiteX62" fmla="*/ 1217317 w 1456912"/>
              <a:gd name="connsiteY62" fmla="*/ 415761 h 556225"/>
              <a:gd name="connsiteX63" fmla="*/ 1118662 w 1456912"/>
              <a:gd name="connsiteY63" fmla="*/ 324153 h 556225"/>
              <a:gd name="connsiteX64" fmla="*/ 1118662 w 1456912"/>
              <a:gd name="connsiteY64" fmla="*/ 3 h 556225"/>
              <a:gd name="connsiteX65" fmla="*/ 1090474 w 1456912"/>
              <a:gd name="connsiteY65" fmla="*/ 3 h 556225"/>
              <a:gd name="connsiteX66" fmla="*/ 1090474 w 1456912"/>
              <a:gd name="connsiteY66" fmla="*/ 324156 h 556225"/>
              <a:gd name="connsiteX67" fmla="*/ 1217317 w 1456912"/>
              <a:gd name="connsiteY67" fmla="*/ 443951 h 556225"/>
              <a:gd name="connsiteX68" fmla="*/ 1304349 w 1456912"/>
              <a:gd name="connsiteY68" fmla="*/ 404889 h 556225"/>
              <a:gd name="connsiteX69" fmla="*/ 1304982 w 1456912"/>
              <a:gd name="connsiteY69" fmla="*/ 405720 h 556225"/>
              <a:gd name="connsiteX70" fmla="*/ 1189129 w 1456912"/>
              <a:gd name="connsiteY70" fmla="*/ 472139 h 556225"/>
              <a:gd name="connsiteX71" fmla="*/ 1062303 w 1456912"/>
              <a:gd name="connsiteY71" fmla="*/ 352344 h 556225"/>
              <a:gd name="connsiteX72" fmla="*/ 1062286 w 1456912"/>
              <a:gd name="connsiteY72" fmla="*/ 352344 h 556225"/>
              <a:gd name="connsiteX73" fmla="*/ 1062286 w 1456912"/>
              <a:gd name="connsiteY73" fmla="*/ 3 h 556225"/>
              <a:gd name="connsiteX74" fmla="*/ 1034098 w 1456912"/>
              <a:gd name="connsiteY74" fmla="*/ 3 h 556225"/>
              <a:gd name="connsiteX75" fmla="*/ 1034098 w 1456912"/>
              <a:gd name="connsiteY75" fmla="*/ 352341 h 556225"/>
              <a:gd name="connsiteX76" fmla="*/ 1034113 w 1456912"/>
              <a:gd name="connsiteY76" fmla="*/ 352341 h 556225"/>
              <a:gd name="connsiteX77" fmla="*/ 1189132 w 1456912"/>
              <a:gd name="connsiteY77" fmla="*/ 500322 h 556225"/>
              <a:gd name="connsiteX78" fmla="*/ 562774 w 1456912"/>
              <a:gd name="connsiteY78" fmla="*/ 366435 h 556225"/>
              <a:gd name="connsiteX79" fmla="*/ 491494 w 1456912"/>
              <a:gd name="connsiteY79" fmla="*/ 535557 h 556225"/>
              <a:gd name="connsiteX80" fmla="*/ 519684 w 1456912"/>
              <a:gd name="connsiteY80" fmla="*/ 535554 h 556225"/>
              <a:gd name="connsiteX81" fmla="*/ 519682 w 1456912"/>
              <a:gd name="connsiteY81" fmla="*/ 535557 h 556225"/>
              <a:gd name="connsiteX82" fmla="*/ 519684 w 1456912"/>
              <a:gd name="connsiteY82" fmla="*/ 535557 h 556225"/>
              <a:gd name="connsiteX83" fmla="*/ 555322 w 1456912"/>
              <a:gd name="connsiteY83" fmla="*/ 450996 h 556225"/>
              <a:gd name="connsiteX84" fmla="*/ 794138 w 1456912"/>
              <a:gd name="connsiteY84" fmla="*/ 450996 h 556225"/>
              <a:gd name="connsiteX85" fmla="*/ 829744 w 1456912"/>
              <a:gd name="connsiteY85" fmla="*/ 535557 h 556225"/>
              <a:gd name="connsiteX86" fmla="*/ 857932 w 1456912"/>
              <a:gd name="connsiteY86" fmla="*/ 535557 h 556225"/>
              <a:gd name="connsiteX87" fmla="*/ 810457 w 1456912"/>
              <a:gd name="connsiteY87" fmla="*/ 422808 h 556225"/>
              <a:gd name="connsiteX88" fmla="*/ 567200 w 1456912"/>
              <a:gd name="connsiteY88" fmla="*/ 422808 h 556225"/>
              <a:gd name="connsiteX89" fmla="*/ 579078 w 1456912"/>
              <a:gd name="connsiteY89" fmla="*/ 394620 h 556225"/>
              <a:gd name="connsiteX90" fmla="*/ 826776 w 1456912"/>
              <a:gd name="connsiteY90" fmla="*/ 394620 h 556225"/>
              <a:gd name="connsiteX91" fmla="*/ 886120 w 1456912"/>
              <a:gd name="connsiteY91" fmla="*/ 535557 h 556225"/>
              <a:gd name="connsiteX92" fmla="*/ 914308 w 1456912"/>
              <a:gd name="connsiteY92" fmla="*/ 535557 h 556225"/>
              <a:gd name="connsiteX93" fmla="*/ 843097 w 1456912"/>
              <a:gd name="connsiteY93" fmla="*/ 366435 h 556225"/>
              <a:gd name="connsiteX94" fmla="*/ 562774 w 1456912"/>
              <a:gd name="connsiteY94" fmla="*/ 366435 h 556225"/>
              <a:gd name="connsiteX95" fmla="*/ 604248 w 1456912"/>
              <a:gd name="connsiteY95" fmla="*/ 0 h 556225"/>
              <a:gd name="connsiteX96" fmla="*/ 397091 w 1456912"/>
              <a:gd name="connsiteY96" fmla="*/ 491374 h 556225"/>
              <a:gd name="connsiteX97" fmla="*/ 415032 w 1456912"/>
              <a:gd name="connsiteY97" fmla="*/ 515732 h 556225"/>
              <a:gd name="connsiteX98" fmla="*/ 632437 w 1456912"/>
              <a:gd name="connsiteY98" fmla="*/ 0 h 556225"/>
              <a:gd name="connsiteX99" fmla="*/ 604248 w 1456912"/>
              <a:gd name="connsiteY99" fmla="*/ 0 h 556225"/>
              <a:gd name="connsiteX100" fmla="*/ 716998 w 1456912"/>
              <a:gd name="connsiteY100" fmla="*/ 3 h 556225"/>
              <a:gd name="connsiteX101" fmla="*/ 934130 w 1456912"/>
              <a:gd name="connsiteY101" fmla="*/ 515735 h 556225"/>
              <a:gd name="connsiteX102" fmla="*/ 952028 w 1456912"/>
              <a:gd name="connsiteY102" fmla="*/ 491377 h 556225"/>
              <a:gd name="connsiteX103" fmla="*/ 745186 w 1456912"/>
              <a:gd name="connsiteY103" fmla="*/ 3 h 556225"/>
              <a:gd name="connsiteX104" fmla="*/ 716998 w 1456912"/>
              <a:gd name="connsiteY104" fmla="*/ 3 h 556225"/>
              <a:gd name="connsiteX105" fmla="*/ 546409 w 1456912"/>
              <a:gd name="connsiteY105" fmla="*/ 338247 h 556225"/>
              <a:gd name="connsiteX106" fmla="*/ 463042 w 1456912"/>
              <a:gd name="connsiteY106" fmla="*/ 535557 h 556225"/>
              <a:gd name="connsiteX107" fmla="*/ 434854 w 1456912"/>
              <a:gd name="connsiteY107" fmla="*/ 535557 h 556225"/>
              <a:gd name="connsiteX108" fmla="*/ 646528 w 1456912"/>
              <a:gd name="connsiteY108" fmla="*/ 33467 h 556225"/>
              <a:gd name="connsiteX109" fmla="*/ 762988 w 1456912"/>
              <a:gd name="connsiteY109" fmla="*/ 310059 h 556225"/>
              <a:gd name="connsiteX110" fmla="*/ 791176 w 1456912"/>
              <a:gd name="connsiteY110" fmla="*/ 310059 h 556225"/>
              <a:gd name="connsiteX111" fmla="*/ 660624 w 1456912"/>
              <a:gd name="connsiteY111" fmla="*/ 3 h 556225"/>
              <a:gd name="connsiteX112" fmla="*/ 688812 w 1456912"/>
              <a:gd name="connsiteY112" fmla="*/ 3 h 556225"/>
              <a:gd name="connsiteX113" fmla="*/ 831231 w 1456912"/>
              <a:gd name="connsiteY113" fmla="*/ 338247 h 556225"/>
              <a:gd name="connsiteX114" fmla="*/ 546409 w 1456912"/>
              <a:gd name="connsiteY114" fmla="*/ 338247 h 556225"/>
              <a:gd name="connsiteX115" fmla="*/ 674788 w 1456912"/>
              <a:gd name="connsiteY115" fmla="*/ 167531 h 556225"/>
              <a:gd name="connsiteX116" fmla="*/ 614721 w 1456912"/>
              <a:gd name="connsiteY116" fmla="*/ 310062 h 556225"/>
              <a:gd name="connsiteX117" fmla="*/ 734800 w 1456912"/>
              <a:gd name="connsiteY117" fmla="*/ 310062 h 556225"/>
              <a:gd name="connsiteX118" fmla="*/ 674788 w 1456912"/>
              <a:gd name="connsiteY118" fmla="*/ 167531 h 556225"/>
              <a:gd name="connsiteX119" fmla="*/ 558275 w 1456912"/>
              <a:gd name="connsiteY119" fmla="*/ 310062 h 556225"/>
              <a:gd name="connsiteX120" fmla="*/ 586535 w 1456912"/>
              <a:gd name="connsiteY120" fmla="*/ 310062 h 556225"/>
              <a:gd name="connsiteX121" fmla="*/ 660703 w 1456912"/>
              <a:gd name="connsiteY121" fmla="*/ 134072 h 556225"/>
              <a:gd name="connsiteX122" fmla="*/ 646588 w 1456912"/>
              <a:gd name="connsiteY122" fmla="*/ 100553 h 556225"/>
              <a:gd name="connsiteX123" fmla="*/ 558275 w 1456912"/>
              <a:gd name="connsiteY123" fmla="*/ 310062 h 556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</a:cxnLst>
            <a:rect l="l" t="t" r="r" b="b"/>
            <a:pathLst>
              <a:path w="1456912" h="556225">
                <a:moveTo>
                  <a:pt x="0" y="51854"/>
                </a:moveTo>
                <a:lnTo>
                  <a:pt x="28188" y="23666"/>
                </a:lnTo>
                <a:lnTo>
                  <a:pt x="28188" y="535557"/>
                </a:lnTo>
                <a:lnTo>
                  <a:pt x="0" y="535557"/>
                </a:lnTo>
                <a:lnTo>
                  <a:pt x="0" y="51854"/>
                </a:lnTo>
                <a:close/>
                <a:moveTo>
                  <a:pt x="84564" y="28188"/>
                </a:moveTo>
                <a:lnTo>
                  <a:pt x="422811" y="28188"/>
                </a:lnTo>
                <a:lnTo>
                  <a:pt x="422811" y="0"/>
                </a:lnTo>
                <a:lnTo>
                  <a:pt x="56376" y="0"/>
                </a:lnTo>
                <a:lnTo>
                  <a:pt x="56376" y="338244"/>
                </a:lnTo>
                <a:lnTo>
                  <a:pt x="367711" y="338244"/>
                </a:lnTo>
                <a:lnTo>
                  <a:pt x="367711" y="310062"/>
                </a:lnTo>
                <a:lnTo>
                  <a:pt x="84564" y="310062"/>
                </a:lnTo>
                <a:lnTo>
                  <a:pt x="84564" y="28188"/>
                </a:lnTo>
                <a:close/>
                <a:moveTo>
                  <a:pt x="410152" y="253686"/>
                </a:moveTo>
                <a:lnTo>
                  <a:pt x="140937" y="253686"/>
                </a:lnTo>
                <a:lnTo>
                  <a:pt x="140937" y="140940"/>
                </a:lnTo>
                <a:lnTo>
                  <a:pt x="371171" y="140940"/>
                </a:lnTo>
                <a:lnTo>
                  <a:pt x="399359" y="112752"/>
                </a:lnTo>
                <a:lnTo>
                  <a:pt x="140937" y="112752"/>
                </a:lnTo>
                <a:lnTo>
                  <a:pt x="140937" y="84564"/>
                </a:lnTo>
                <a:lnTo>
                  <a:pt x="422811" y="84564"/>
                </a:lnTo>
                <a:lnTo>
                  <a:pt x="422811" y="56376"/>
                </a:lnTo>
                <a:lnTo>
                  <a:pt x="112749" y="56376"/>
                </a:lnTo>
                <a:lnTo>
                  <a:pt x="112749" y="281874"/>
                </a:lnTo>
                <a:lnTo>
                  <a:pt x="382334" y="281874"/>
                </a:lnTo>
                <a:lnTo>
                  <a:pt x="410152" y="253686"/>
                </a:lnTo>
                <a:close/>
                <a:moveTo>
                  <a:pt x="56376" y="535557"/>
                </a:moveTo>
                <a:lnTo>
                  <a:pt x="84564" y="535557"/>
                </a:lnTo>
                <a:lnTo>
                  <a:pt x="84564" y="394620"/>
                </a:lnTo>
                <a:lnTo>
                  <a:pt x="112752" y="394620"/>
                </a:lnTo>
                <a:lnTo>
                  <a:pt x="112752" y="511890"/>
                </a:lnTo>
                <a:lnTo>
                  <a:pt x="140940" y="483705"/>
                </a:lnTo>
                <a:lnTo>
                  <a:pt x="140940" y="394620"/>
                </a:lnTo>
                <a:lnTo>
                  <a:pt x="367714" y="394620"/>
                </a:lnTo>
                <a:lnTo>
                  <a:pt x="367714" y="366435"/>
                </a:lnTo>
                <a:lnTo>
                  <a:pt x="56376" y="366435"/>
                </a:lnTo>
                <a:lnTo>
                  <a:pt x="56376" y="535557"/>
                </a:lnTo>
                <a:close/>
                <a:moveTo>
                  <a:pt x="1428724" y="0"/>
                </a:moveTo>
                <a:lnTo>
                  <a:pt x="1428724" y="324156"/>
                </a:lnTo>
                <a:cubicBezTo>
                  <a:pt x="1428724" y="399584"/>
                  <a:pt x="1395069" y="464387"/>
                  <a:pt x="1316539" y="514089"/>
                </a:cubicBezTo>
                <a:lnTo>
                  <a:pt x="1315903" y="513258"/>
                </a:lnTo>
                <a:cubicBezTo>
                  <a:pt x="1367503" y="472336"/>
                  <a:pt x="1400536" y="419773"/>
                  <a:pt x="1400536" y="351869"/>
                </a:cubicBezTo>
                <a:lnTo>
                  <a:pt x="1400536" y="3"/>
                </a:lnTo>
                <a:lnTo>
                  <a:pt x="1372348" y="3"/>
                </a:lnTo>
                <a:lnTo>
                  <a:pt x="1372348" y="351400"/>
                </a:lnTo>
                <a:cubicBezTo>
                  <a:pt x="1372348" y="452590"/>
                  <a:pt x="1290318" y="528510"/>
                  <a:pt x="1189132" y="528510"/>
                </a:cubicBezTo>
                <a:cubicBezTo>
                  <a:pt x="1087946" y="528510"/>
                  <a:pt x="1005916" y="452587"/>
                  <a:pt x="1005916" y="351400"/>
                </a:cubicBezTo>
                <a:lnTo>
                  <a:pt x="1005916" y="23666"/>
                </a:lnTo>
                <a:lnTo>
                  <a:pt x="977728" y="51854"/>
                </a:lnTo>
                <a:lnTo>
                  <a:pt x="977728" y="351869"/>
                </a:lnTo>
                <a:cubicBezTo>
                  <a:pt x="977728" y="468625"/>
                  <a:pt x="1072376" y="556226"/>
                  <a:pt x="1189132" y="556226"/>
                </a:cubicBezTo>
                <a:cubicBezTo>
                  <a:pt x="1191834" y="556226"/>
                  <a:pt x="1217320" y="556226"/>
                  <a:pt x="1217320" y="556226"/>
                </a:cubicBezTo>
                <a:cubicBezTo>
                  <a:pt x="1332291" y="556226"/>
                  <a:pt x="1456912" y="471321"/>
                  <a:pt x="1456912" y="324566"/>
                </a:cubicBezTo>
                <a:cubicBezTo>
                  <a:pt x="1456912" y="324428"/>
                  <a:pt x="1456912" y="0"/>
                  <a:pt x="1456912" y="0"/>
                </a:cubicBezTo>
                <a:lnTo>
                  <a:pt x="1428724" y="0"/>
                </a:lnTo>
                <a:close/>
                <a:moveTo>
                  <a:pt x="1189132" y="500322"/>
                </a:moveTo>
                <a:cubicBezTo>
                  <a:pt x="1274706" y="500322"/>
                  <a:pt x="1344082" y="436948"/>
                  <a:pt x="1344160" y="351400"/>
                </a:cubicBezTo>
                <a:lnTo>
                  <a:pt x="1344160" y="351400"/>
                </a:lnTo>
                <a:lnTo>
                  <a:pt x="1344160" y="23666"/>
                </a:lnTo>
                <a:lnTo>
                  <a:pt x="1315972" y="51854"/>
                </a:lnTo>
                <a:lnTo>
                  <a:pt x="1315972" y="324153"/>
                </a:lnTo>
                <a:cubicBezTo>
                  <a:pt x="1315972" y="378637"/>
                  <a:pt x="1271801" y="415761"/>
                  <a:pt x="1217317" y="415761"/>
                </a:cubicBezTo>
                <a:cubicBezTo>
                  <a:pt x="1162833" y="415761"/>
                  <a:pt x="1118662" y="378637"/>
                  <a:pt x="1118662" y="324153"/>
                </a:cubicBezTo>
                <a:lnTo>
                  <a:pt x="1118662" y="3"/>
                </a:lnTo>
                <a:lnTo>
                  <a:pt x="1090474" y="3"/>
                </a:lnTo>
                <a:lnTo>
                  <a:pt x="1090474" y="324156"/>
                </a:lnTo>
                <a:cubicBezTo>
                  <a:pt x="1090474" y="394209"/>
                  <a:pt x="1147264" y="443951"/>
                  <a:pt x="1217317" y="443951"/>
                </a:cubicBezTo>
                <a:cubicBezTo>
                  <a:pt x="1245962" y="443951"/>
                  <a:pt x="1280732" y="429800"/>
                  <a:pt x="1304349" y="404889"/>
                </a:cubicBezTo>
                <a:lnTo>
                  <a:pt x="1304982" y="405720"/>
                </a:lnTo>
                <a:cubicBezTo>
                  <a:pt x="1282838" y="446784"/>
                  <a:pt x="1241907" y="472139"/>
                  <a:pt x="1189129" y="472139"/>
                </a:cubicBezTo>
                <a:cubicBezTo>
                  <a:pt x="1119507" y="472139"/>
                  <a:pt x="1062992" y="421734"/>
                  <a:pt x="1062303" y="352344"/>
                </a:cubicBezTo>
                <a:lnTo>
                  <a:pt x="1062286" y="352344"/>
                </a:lnTo>
                <a:lnTo>
                  <a:pt x="1062286" y="3"/>
                </a:lnTo>
                <a:lnTo>
                  <a:pt x="1034098" y="3"/>
                </a:lnTo>
                <a:lnTo>
                  <a:pt x="1034098" y="352341"/>
                </a:lnTo>
                <a:lnTo>
                  <a:pt x="1034113" y="352341"/>
                </a:lnTo>
                <a:cubicBezTo>
                  <a:pt x="1034703" y="437411"/>
                  <a:pt x="1103877" y="500322"/>
                  <a:pt x="1189132" y="500322"/>
                </a:cubicBezTo>
                <a:close/>
                <a:moveTo>
                  <a:pt x="562774" y="366435"/>
                </a:moveTo>
                <a:lnTo>
                  <a:pt x="491494" y="535557"/>
                </a:lnTo>
                <a:lnTo>
                  <a:pt x="519684" y="535554"/>
                </a:lnTo>
                <a:lnTo>
                  <a:pt x="519682" y="535557"/>
                </a:lnTo>
                <a:lnTo>
                  <a:pt x="519684" y="535557"/>
                </a:lnTo>
                <a:lnTo>
                  <a:pt x="555322" y="450996"/>
                </a:lnTo>
                <a:lnTo>
                  <a:pt x="794138" y="450996"/>
                </a:lnTo>
                <a:lnTo>
                  <a:pt x="829744" y="535557"/>
                </a:lnTo>
                <a:lnTo>
                  <a:pt x="857932" y="535557"/>
                </a:lnTo>
                <a:lnTo>
                  <a:pt x="810457" y="422808"/>
                </a:lnTo>
                <a:lnTo>
                  <a:pt x="567200" y="422808"/>
                </a:lnTo>
                <a:lnTo>
                  <a:pt x="579078" y="394620"/>
                </a:lnTo>
                <a:lnTo>
                  <a:pt x="826776" y="394620"/>
                </a:lnTo>
                <a:lnTo>
                  <a:pt x="886120" y="535557"/>
                </a:lnTo>
                <a:lnTo>
                  <a:pt x="914308" y="535557"/>
                </a:lnTo>
                <a:lnTo>
                  <a:pt x="843097" y="366435"/>
                </a:lnTo>
                <a:lnTo>
                  <a:pt x="562774" y="366435"/>
                </a:lnTo>
                <a:close/>
                <a:moveTo>
                  <a:pt x="604248" y="0"/>
                </a:moveTo>
                <a:lnTo>
                  <a:pt x="397091" y="491374"/>
                </a:lnTo>
                <a:lnTo>
                  <a:pt x="415032" y="515732"/>
                </a:lnTo>
                <a:lnTo>
                  <a:pt x="632437" y="0"/>
                </a:lnTo>
                <a:lnTo>
                  <a:pt x="604248" y="0"/>
                </a:lnTo>
                <a:close/>
                <a:moveTo>
                  <a:pt x="716998" y="3"/>
                </a:moveTo>
                <a:lnTo>
                  <a:pt x="934130" y="515735"/>
                </a:lnTo>
                <a:lnTo>
                  <a:pt x="952028" y="491377"/>
                </a:lnTo>
                <a:lnTo>
                  <a:pt x="745186" y="3"/>
                </a:lnTo>
                <a:lnTo>
                  <a:pt x="716998" y="3"/>
                </a:lnTo>
                <a:close/>
                <a:moveTo>
                  <a:pt x="546409" y="338247"/>
                </a:moveTo>
                <a:lnTo>
                  <a:pt x="463042" y="535557"/>
                </a:lnTo>
                <a:lnTo>
                  <a:pt x="434854" y="535557"/>
                </a:lnTo>
                <a:lnTo>
                  <a:pt x="646528" y="33467"/>
                </a:lnTo>
                <a:lnTo>
                  <a:pt x="762988" y="310059"/>
                </a:lnTo>
                <a:lnTo>
                  <a:pt x="791176" y="310059"/>
                </a:lnTo>
                <a:lnTo>
                  <a:pt x="660624" y="3"/>
                </a:lnTo>
                <a:lnTo>
                  <a:pt x="688812" y="3"/>
                </a:lnTo>
                <a:lnTo>
                  <a:pt x="831231" y="338247"/>
                </a:lnTo>
                <a:lnTo>
                  <a:pt x="546409" y="338247"/>
                </a:lnTo>
                <a:close/>
                <a:moveTo>
                  <a:pt x="674788" y="167531"/>
                </a:moveTo>
                <a:lnTo>
                  <a:pt x="614721" y="310062"/>
                </a:lnTo>
                <a:lnTo>
                  <a:pt x="734800" y="310062"/>
                </a:lnTo>
                <a:lnTo>
                  <a:pt x="674788" y="167531"/>
                </a:lnTo>
                <a:close/>
                <a:moveTo>
                  <a:pt x="558275" y="310062"/>
                </a:moveTo>
                <a:lnTo>
                  <a:pt x="586535" y="310062"/>
                </a:lnTo>
                <a:lnTo>
                  <a:pt x="660703" y="134072"/>
                </a:lnTo>
                <a:lnTo>
                  <a:pt x="646588" y="100553"/>
                </a:lnTo>
                <a:lnTo>
                  <a:pt x="558275" y="310062"/>
                </a:lnTo>
                <a:close/>
              </a:path>
            </a:pathLst>
          </a:custGeom>
          <a:solidFill>
            <a:srgbClr val="041E42"/>
          </a:solidFill>
          <a:ln w="2892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  <p:pic>
        <p:nvPicPr>
          <p:cNvPr id="115" name="Grafik 114"/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81493" y="300704"/>
            <a:ext cx="1543659" cy="541185"/>
          </a:xfrm>
          <a:prstGeom prst="rect">
            <a:avLst/>
          </a:prstGeom>
        </p:spPr>
      </p:pic>
      <p:sp>
        <p:nvSpPr>
          <p:cNvPr id="116" name="Bildplatzhalter 5"/>
          <p:cNvSpPr>
            <a:spLocks noGrp="1"/>
          </p:cNvSpPr>
          <p:nvPr>
            <p:ph type="pic" sz="quarter" idx="14"/>
          </p:nvPr>
        </p:nvSpPr>
        <p:spPr>
          <a:xfrm>
            <a:off x="6524462" y="300704"/>
            <a:ext cx="1731896" cy="535987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488056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63999BA3-562C-4E45-8F3B-A023F450BC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18" y="301185"/>
            <a:ext cx="6844385" cy="332399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A1581D5-332D-4C8E-AF45-43F518A6E5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8319" y="1631156"/>
            <a:ext cx="11157744" cy="4569619"/>
          </a:xfrm>
          <a:prstGeom prst="rect">
            <a:avLst/>
          </a:prstGeom>
        </p:spPr>
        <p:txBody>
          <a:bodyPr vert="horz" lIns="0" tIns="0" rIns="360000" bIns="0" rtlCol="0" anchor="t" anchorCtr="0">
            <a:norm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DD440FC-859D-4521-8908-A802F3E5350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417351" y="6634666"/>
            <a:ext cx="849593" cy="123111"/>
          </a:xfrm>
          <a:prstGeom prst="rect">
            <a:avLst/>
          </a:prstGeom>
        </p:spPr>
        <p:txBody>
          <a:bodyPr vert="horz" wrap="none" lIns="0" tIns="0" rIns="0" bIns="0" rtlCol="0" anchor="t" anchorCtr="0">
            <a:spAutoFit/>
          </a:bodyPr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E4F9C00A-8AFB-47C9-A7D9-7909CE906E5E}" type="datetime4">
              <a:rPr lang="de-DE" smtClean="0"/>
              <a:t>6. August 2026</a:t>
            </a:fld>
            <a:endParaRPr lang="de-DE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88C6C66-9703-4B53-BAF2-1F89587F3C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8319" y="6634666"/>
            <a:ext cx="5469732" cy="123111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/>
              <a:t>Technische Fakultät</a:t>
            </a:r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C2FAB54-E254-4FCB-BB98-1E4D5A6D0B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82099" y="6634666"/>
            <a:ext cx="193964" cy="123111"/>
          </a:xfrm>
          <a:prstGeom prst="rect">
            <a:avLst/>
          </a:prstGeom>
        </p:spPr>
        <p:txBody>
          <a:bodyPr vert="horz" wrap="none" lIns="0" tIns="0" rIns="0" bIns="0" rtlCol="0" anchor="t" anchorCtr="0">
            <a:spAutoFit/>
          </a:bodyPr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D949F9DF-37BD-4CD6-BF49-65BA579E1D7A}" type="slidenum">
              <a:rPr lang="de-DE" smtClean="0"/>
              <a:pPr/>
              <a:t>‹#›</a:t>
            </a:fld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639EA0DE-CCA1-4795-BE19-74C50E90E6A6}"/>
              </a:ext>
            </a:extLst>
          </p:cNvPr>
          <p:cNvSpPr/>
          <p:nvPr userDrawn="1"/>
        </p:nvSpPr>
        <p:spPr>
          <a:xfrm>
            <a:off x="518400" y="1196733"/>
            <a:ext cx="11676062" cy="72000"/>
          </a:xfrm>
          <a:prstGeom prst="rect">
            <a:avLst/>
          </a:prstGeom>
          <a:solidFill>
            <a:srgbClr val="8C9FB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F10272FF-60F7-4AF4-9CD6-0A04080EA9B4}"/>
              </a:ext>
            </a:extLst>
          </p:cNvPr>
          <p:cNvSpPr/>
          <p:nvPr userDrawn="1"/>
        </p:nvSpPr>
        <p:spPr>
          <a:xfrm>
            <a:off x="517200" y="6538526"/>
            <a:ext cx="11674800" cy="10800"/>
          </a:xfrm>
          <a:prstGeom prst="rect">
            <a:avLst/>
          </a:prstGeom>
          <a:solidFill>
            <a:srgbClr val="8C9FB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13" name="Gruppieren 12">
            <a:extLst>
              <a:ext uri="{FF2B5EF4-FFF2-40B4-BE49-F238E27FC236}">
                <a16:creationId xmlns:a16="http://schemas.microsoft.com/office/drawing/2014/main" id="{594ED806-CB19-40CC-A79A-590CC1E2001C}"/>
              </a:ext>
            </a:extLst>
          </p:cNvPr>
          <p:cNvGrpSpPr/>
          <p:nvPr userDrawn="1"/>
        </p:nvGrpSpPr>
        <p:grpSpPr>
          <a:xfrm>
            <a:off x="-390525" y="160153"/>
            <a:ext cx="333375" cy="136812"/>
            <a:chOff x="-133350" y="2711163"/>
            <a:chExt cx="333375" cy="136812"/>
          </a:xfrm>
        </p:grpSpPr>
        <p:cxnSp>
          <p:nvCxnSpPr>
            <p:cNvPr id="10" name="Gerader Verbinder 9">
              <a:extLst>
                <a:ext uri="{FF2B5EF4-FFF2-40B4-BE49-F238E27FC236}">
                  <a16:creationId xmlns:a16="http://schemas.microsoft.com/office/drawing/2014/main" id="{4AAF1C65-9B2D-4CC2-AC17-D265DC4D733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feld 10">
              <a:extLst>
                <a:ext uri="{FF2B5EF4-FFF2-40B4-BE49-F238E27FC236}">
                  <a16:creationId xmlns:a16="http://schemas.microsoft.com/office/drawing/2014/main" id="{1A82F2D7-59C8-4661-B851-DC008AA6297D}"/>
                </a:ext>
              </a:extLst>
            </p:cNvPr>
            <p:cNvSpPr txBox="1"/>
            <p:nvPr userDrawn="1"/>
          </p:nvSpPr>
          <p:spPr>
            <a:xfrm>
              <a:off x="-96506" y="2711163"/>
              <a:ext cx="259686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08,70</a:t>
              </a:r>
            </a:p>
          </p:txBody>
        </p:sp>
      </p:grpSp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211FD6C4-2ACB-4F36-A3BA-68BAE793E096}"/>
              </a:ext>
            </a:extLst>
          </p:cNvPr>
          <p:cNvGrpSpPr/>
          <p:nvPr userDrawn="1"/>
        </p:nvGrpSpPr>
        <p:grpSpPr>
          <a:xfrm>
            <a:off x="-390525" y="1131703"/>
            <a:ext cx="333375" cy="136812"/>
            <a:chOff x="-133350" y="2711163"/>
            <a:chExt cx="333375" cy="136812"/>
          </a:xfrm>
        </p:grpSpPr>
        <p:cxnSp>
          <p:nvCxnSpPr>
            <p:cNvPr id="16" name="Gerader Verbinder 15">
              <a:extLst>
                <a:ext uri="{FF2B5EF4-FFF2-40B4-BE49-F238E27FC236}">
                  <a16:creationId xmlns:a16="http://schemas.microsoft.com/office/drawing/2014/main" id="{779170BC-C4E0-4FC8-93EA-CB17C932729F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feld 16">
              <a:extLst>
                <a:ext uri="{FF2B5EF4-FFF2-40B4-BE49-F238E27FC236}">
                  <a16:creationId xmlns:a16="http://schemas.microsoft.com/office/drawing/2014/main" id="{6CF57888-5707-459D-94AC-235CE0EBEDDC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06,00</a:t>
              </a:r>
            </a:p>
          </p:txBody>
        </p:sp>
      </p:grpSp>
      <p:grpSp>
        <p:nvGrpSpPr>
          <p:cNvPr id="18" name="Gruppieren 17">
            <a:extLst>
              <a:ext uri="{FF2B5EF4-FFF2-40B4-BE49-F238E27FC236}">
                <a16:creationId xmlns:a16="http://schemas.microsoft.com/office/drawing/2014/main" id="{503014F4-59EC-4961-A29D-259A33C423B3}"/>
              </a:ext>
            </a:extLst>
          </p:cNvPr>
          <p:cNvGrpSpPr/>
          <p:nvPr userDrawn="1"/>
        </p:nvGrpSpPr>
        <p:grpSpPr>
          <a:xfrm>
            <a:off x="-390525" y="1491963"/>
            <a:ext cx="333375" cy="136812"/>
            <a:chOff x="-133350" y="2711163"/>
            <a:chExt cx="333375" cy="136812"/>
          </a:xfrm>
        </p:grpSpPr>
        <p:cxnSp>
          <p:nvCxnSpPr>
            <p:cNvPr id="19" name="Gerader Verbinder 18">
              <a:extLst>
                <a:ext uri="{FF2B5EF4-FFF2-40B4-BE49-F238E27FC236}">
                  <a16:creationId xmlns:a16="http://schemas.microsoft.com/office/drawing/2014/main" id="{BD8E14DC-3898-4BA1-91EA-46ADC917A58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feld 19">
              <a:extLst>
                <a:ext uri="{FF2B5EF4-FFF2-40B4-BE49-F238E27FC236}">
                  <a16:creationId xmlns:a16="http://schemas.microsoft.com/office/drawing/2014/main" id="{61BB5C6B-8FE1-44A4-AE66-C1DB01AE301C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05,00</a:t>
              </a:r>
            </a:p>
          </p:txBody>
        </p:sp>
      </p:grpSp>
      <p:grpSp>
        <p:nvGrpSpPr>
          <p:cNvPr id="21" name="Gruppieren 20">
            <a:extLst>
              <a:ext uri="{FF2B5EF4-FFF2-40B4-BE49-F238E27FC236}">
                <a16:creationId xmlns:a16="http://schemas.microsoft.com/office/drawing/2014/main" id="{B9991022-C87B-4402-BF68-CD3ED59D5D85}"/>
              </a:ext>
            </a:extLst>
          </p:cNvPr>
          <p:cNvGrpSpPr/>
          <p:nvPr userDrawn="1"/>
        </p:nvGrpSpPr>
        <p:grpSpPr>
          <a:xfrm>
            <a:off x="-390525" y="3292188"/>
            <a:ext cx="333375" cy="136812"/>
            <a:chOff x="-133350" y="2711163"/>
            <a:chExt cx="333375" cy="136812"/>
          </a:xfrm>
        </p:grpSpPr>
        <p:cxnSp>
          <p:nvCxnSpPr>
            <p:cNvPr id="22" name="Gerader Verbinder 21">
              <a:extLst>
                <a:ext uri="{FF2B5EF4-FFF2-40B4-BE49-F238E27FC236}">
                  <a16:creationId xmlns:a16="http://schemas.microsoft.com/office/drawing/2014/main" id="{439873FE-8996-424A-94FE-EEEEC0A7B6C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feld 22">
              <a:extLst>
                <a:ext uri="{FF2B5EF4-FFF2-40B4-BE49-F238E27FC236}">
                  <a16:creationId xmlns:a16="http://schemas.microsoft.com/office/drawing/2014/main" id="{A04C5416-0A35-4C8C-8975-2F5057F69C48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00,00</a:t>
              </a:r>
            </a:p>
          </p:txBody>
        </p:sp>
      </p:grpSp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FF9A881D-D6E0-4814-9AA3-AAF6697A620E}"/>
              </a:ext>
            </a:extLst>
          </p:cNvPr>
          <p:cNvGrpSpPr/>
          <p:nvPr userDrawn="1"/>
        </p:nvGrpSpPr>
        <p:grpSpPr>
          <a:xfrm>
            <a:off x="-390525" y="6063963"/>
            <a:ext cx="333375" cy="136812"/>
            <a:chOff x="-133350" y="2711163"/>
            <a:chExt cx="333375" cy="136812"/>
          </a:xfrm>
        </p:grpSpPr>
        <p:cxnSp>
          <p:nvCxnSpPr>
            <p:cNvPr id="25" name="Gerader Verbinder 24">
              <a:extLst>
                <a:ext uri="{FF2B5EF4-FFF2-40B4-BE49-F238E27FC236}">
                  <a16:creationId xmlns:a16="http://schemas.microsoft.com/office/drawing/2014/main" id="{7ECA5DFD-01F8-49BC-9DE9-EE577F9B403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feld 25">
              <a:extLst>
                <a:ext uri="{FF2B5EF4-FFF2-40B4-BE49-F238E27FC236}">
                  <a16:creationId xmlns:a16="http://schemas.microsoft.com/office/drawing/2014/main" id="{0348451A-09A8-4D76-AA86-13CB9E640770}"/>
                </a:ext>
              </a:extLst>
            </p:cNvPr>
            <p:cNvSpPr txBox="1"/>
            <p:nvPr userDrawn="1"/>
          </p:nvSpPr>
          <p:spPr>
            <a:xfrm>
              <a:off x="-96504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07,70</a:t>
              </a:r>
            </a:p>
          </p:txBody>
        </p:sp>
      </p:grpSp>
      <p:grpSp>
        <p:nvGrpSpPr>
          <p:cNvPr id="27" name="Gruppieren 26">
            <a:extLst>
              <a:ext uri="{FF2B5EF4-FFF2-40B4-BE49-F238E27FC236}">
                <a16:creationId xmlns:a16="http://schemas.microsoft.com/office/drawing/2014/main" id="{324DF2EB-9047-4DDA-A12A-4BAC4962F78F}"/>
              </a:ext>
            </a:extLst>
          </p:cNvPr>
          <p:cNvGrpSpPr/>
          <p:nvPr userDrawn="1"/>
        </p:nvGrpSpPr>
        <p:grpSpPr>
          <a:xfrm>
            <a:off x="-390525" y="6495763"/>
            <a:ext cx="333375" cy="136812"/>
            <a:chOff x="-133350" y="2711163"/>
            <a:chExt cx="333375" cy="136812"/>
          </a:xfrm>
        </p:grpSpPr>
        <p:cxnSp>
          <p:nvCxnSpPr>
            <p:cNvPr id="28" name="Gerader Verbinder 27">
              <a:extLst>
                <a:ext uri="{FF2B5EF4-FFF2-40B4-BE49-F238E27FC236}">
                  <a16:creationId xmlns:a16="http://schemas.microsoft.com/office/drawing/2014/main" id="{690A038D-AD14-4251-A0A9-22A5F6713B05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feld 28">
              <a:extLst>
                <a:ext uri="{FF2B5EF4-FFF2-40B4-BE49-F238E27FC236}">
                  <a16:creationId xmlns:a16="http://schemas.microsoft.com/office/drawing/2014/main" id="{9E3D1027-C73A-4F88-AB8D-55680AB053E7}"/>
                </a:ext>
              </a:extLst>
            </p:cNvPr>
            <p:cNvSpPr txBox="1"/>
            <p:nvPr userDrawn="1"/>
          </p:nvSpPr>
          <p:spPr>
            <a:xfrm>
              <a:off x="-96503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08,90</a:t>
              </a:r>
            </a:p>
          </p:txBody>
        </p:sp>
      </p:grpSp>
      <p:grpSp>
        <p:nvGrpSpPr>
          <p:cNvPr id="30" name="Gruppieren 29">
            <a:extLst>
              <a:ext uri="{FF2B5EF4-FFF2-40B4-BE49-F238E27FC236}">
                <a16:creationId xmlns:a16="http://schemas.microsoft.com/office/drawing/2014/main" id="{B6244944-3F97-4474-9D4A-3D31BFBC3DF9}"/>
              </a:ext>
            </a:extLst>
          </p:cNvPr>
          <p:cNvGrpSpPr/>
          <p:nvPr userDrawn="1"/>
        </p:nvGrpSpPr>
        <p:grpSpPr>
          <a:xfrm rot="16200000">
            <a:off x="281643" y="-299136"/>
            <a:ext cx="333375" cy="136808"/>
            <a:chOff x="-133350" y="2711167"/>
            <a:chExt cx="333375" cy="136808"/>
          </a:xfrm>
        </p:grpSpPr>
        <p:cxnSp>
          <p:nvCxnSpPr>
            <p:cNvPr id="31" name="Gerader Verbinder 30">
              <a:extLst>
                <a:ext uri="{FF2B5EF4-FFF2-40B4-BE49-F238E27FC236}">
                  <a16:creationId xmlns:a16="http://schemas.microsoft.com/office/drawing/2014/main" id="{97182CE3-E874-4552-B5B3-4076C990890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feld 31">
              <a:extLst>
                <a:ext uri="{FF2B5EF4-FFF2-40B4-BE49-F238E27FC236}">
                  <a16:creationId xmlns:a16="http://schemas.microsoft.com/office/drawing/2014/main" id="{DFE6B92B-AC01-4482-A6E7-400EF0E7F9ED}"/>
                </a:ext>
              </a:extLst>
            </p:cNvPr>
            <p:cNvSpPr txBox="1"/>
            <p:nvPr userDrawn="1"/>
          </p:nvSpPr>
          <p:spPr>
            <a:xfrm>
              <a:off x="-96507" y="2711167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33" name="Gruppieren 32">
            <a:extLst>
              <a:ext uri="{FF2B5EF4-FFF2-40B4-BE49-F238E27FC236}">
                <a16:creationId xmlns:a16="http://schemas.microsoft.com/office/drawing/2014/main" id="{5EC5B3E5-86C1-4027-A74F-789345DFA684}"/>
              </a:ext>
            </a:extLst>
          </p:cNvPr>
          <p:cNvGrpSpPr/>
          <p:nvPr userDrawn="1"/>
        </p:nvGrpSpPr>
        <p:grpSpPr>
          <a:xfrm rot="16200000">
            <a:off x="5752963" y="-299136"/>
            <a:ext cx="333375" cy="136804"/>
            <a:chOff x="-133350" y="2711171"/>
            <a:chExt cx="333375" cy="136804"/>
          </a:xfrm>
        </p:grpSpPr>
        <p:cxnSp>
          <p:nvCxnSpPr>
            <p:cNvPr id="34" name="Gerader Verbinder 33">
              <a:extLst>
                <a:ext uri="{FF2B5EF4-FFF2-40B4-BE49-F238E27FC236}">
                  <a16:creationId xmlns:a16="http://schemas.microsoft.com/office/drawing/2014/main" id="{7B62256D-25C9-4899-8A3A-7970EB4706F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feld 34">
              <a:extLst>
                <a:ext uri="{FF2B5EF4-FFF2-40B4-BE49-F238E27FC236}">
                  <a16:creationId xmlns:a16="http://schemas.microsoft.com/office/drawing/2014/main" id="{29A2699B-FFE8-4320-BD7A-68D214D9A58B}"/>
                </a:ext>
              </a:extLst>
            </p:cNvPr>
            <p:cNvSpPr txBox="1"/>
            <p:nvPr userDrawn="1"/>
          </p:nvSpPr>
          <p:spPr>
            <a:xfrm>
              <a:off x="-96504" y="271117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11A9EBBA-C118-4592-8B41-99FA797C19C4}"/>
              </a:ext>
            </a:extLst>
          </p:cNvPr>
          <p:cNvGrpSpPr/>
          <p:nvPr userDrawn="1"/>
        </p:nvGrpSpPr>
        <p:grpSpPr>
          <a:xfrm>
            <a:off x="6203950" y="-397424"/>
            <a:ext cx="124906" cy="333375"/>
            <a:chOff x="6416680" y="-397424"/>
            <a:chExt cx="124906" cy="333375"/>
          </a:xfrm>
        </p:grpSpPr>
        <p:cxnSp>
          <p:nvCxnSpPr>
            <p:cNvPr id="37" name="Gerader Verbinder 36">
              <a:extLst>
                <a:ext uri="{FF2B5EF4-FFF2-40B4-BE49-F238E27FC236}">
                  <a16:creationId xmlns:a16="http://schemas.microsoft.com/office/drawing/2014/main" id="{45C123C4-4121-4372-95DF-DC232FC6A3E1}"/>
                </a:ext>
              </a:extLst>
            </p:cNvPr>
            <p:cNvCxnSpPr>
              <a:cxnSpLocks/>
            </p:cNvCxnSpPr>
            <p:nvPr userDrawn="1"/>
          </p:nvCxnSpPr>
          <p:spPr>
            <a:xfrm rot="16200000">
              <a:off x="6249993" y="-230736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Textfeld 37">
              <a:extLst>
                <a:ext uri="{FF2B5EF4-FFF2-40B4-BE49-F238E27FC236}">
                  <a16:creationId xmlns:a16="http://schemas.microsoft.com/office/drawing/2014/main" id="{10C304B0-38F3-48B3-A23F-BE3EEAF774D6}"/>
                </a:ext>
              </a:extLst>
            </p:cNvPr>
            <p:cNvSpPr txBox="1"/>
            <p:nvPr userDrawn="1"/>
          </p:nvSpPr>
          <p:spPr>
            <a:xfrm rot="16200000">
              <a:off x="6349289" y="-29319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EA609601-D94C-4D05-A7EF-EBA9D6ACA000}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5929313" y="-230736"/>
            <a:ext cx="333375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1" name="Gruppieren 40">
            <a:extLst>
              <a:ext uri="{FF2B5EF4-FFF2-40B4-BE49-F238E27FC236}">
                <a16:creationId xmlns:a16="http://schemas.microsoft.com/office/drawing/2014/main" id="{E2CEB042-C849-4BE4-A0F0-03828777E713}"/>
              </a:ext>
            </a:extLst>
          </p:cNvPr>
          <p:cNvGrpSpPr/>
          <p:nvPr userDrawn="1"/>
        </p:nvGrpSpPr>
        <p:grpSpPr>
          <a:xfrm rot="16200000">
            <a:off x="11447325" y="-299139"/>
            <a:ext cx="333375" cy="136800"/>
            <a:chOff x="-133350" y="2711175"/>
            <a:chExt cx="333375" cy="136800"/>
          </a:xfrm>
        </p:grpSpPr>
        <p:cxnSp>
          <p:nvCxnSpPr>
            <p:cNvPr id="42" name="Gerader Verbinder 41">
              <a:extLst>
                <a:ext uri="{FF2B5EF4-FFF2-40B4-BE49-F238E27FC236}">
                  <a16:creationId xmlns:a16="http://schemas.microsoft.com/office/drawing/2014/main" id="{A58E387D-7C2C-4001-94B6-8372A7A1305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Textfeld 42">
              <a:extLst>
                <a:ext uri="{FF2B5EF4-FFF2-40B4-BE49-F238E27FC236}">
                  <a16:creationId xmlns:a16="http://schemas.microsoft.com/office/drawing/2014/main" id="{29EC0E69-66B7-4E97-B0AC-9CFA0DDEC604}"/>
                </a:ext>
              </a:extLst>
            </p:cNvPr>
            <p:cNvSpPr txBox="1"/>
            <p:nvPr userDrawn="1"/>
          </p:nvSpPr>
          <p:spPr>
            <a:xfrm>
              <a:off x="-96501" y="2711175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sp>
        <p:nvSpPr>
          <p:cNvPr id="44" name="Freihandform: Form 43">
            <a:extLst>
              <a:ext uri="{FF2B5EF4-FFF2-40B4-BE49-F238E27FC236}">
                <a16:creationId xmlns:a16="http://schemas.microsoft.com/office/drawing/2014/main" id="{14D59EEC-E0BA-43F5-BBC0-E623BF3D0A64}"/>
              </a:ext>
            </a:extLst>
          </p:cNvPr>
          <p:cNvSpPr>
            <a:spLocks noChangeAspect="1"/>
          </p:cNvSpPr>
          <p:nvPr userDrawn="1"/>
        </p:nvSpPr>
        <p:spPr>
          <a:xfrm>
            <a:off x="10596063" y="299346"/>
            <a:ext cx="1080000" cy="412328"/>
          </a:xfrm>
          <a:custGeom>
            <a:avLst/>
            <a:gdLst>
              <a:gd name="connsiteX0" fmla="*/ 0 w 4797018"/>
              <a:gd name="connsiteY0" fmla="*/ 170736 h 1831428"/>
              <a:gd name="connsiteX1" fmla="*/ 92812 w 4797018"/>
              <a:gd name="connsiteY1" fmla="*/ 77924 h 1831428"/>
              <a:gd name="connsiteX2" fmla="*/ 92812 w 4797018"/>
              <a:gd name="connsiteY2" fmla="*/ 1763373 h 1831428"/>
              <a:gd name="connsiteX3" fmla="*/ 0 w 4797018"/>
              <a:gd name="connsiteY3" fmla="*/ 1763373 h 1831428"/>
              <a:gd name="connsiteX4" fmla="*/ 0 w 4797018"/>
              <a:gd name="connsiteY4" fmla="*/ 170736 h 1831428"/>
              <a:gd name="connsiteX5" fmla="*/ 278425 w 4797018"/>
              <a:gd name="connsiteY5" fmla="*/ 92812 h 1831428"/>
              <a:gd name="connsiteX6" fmla="*/ 1392136 w 4797018"/>
              <a:gd name="connsiteY6" fmla="*/ 92812 h 1831428"/>
              <a:gd name="connsiteX7" fmla="*/ 1392136 w 4797018"/>
              <a:gd name="connsiteY7" fmla="*/ 0 h 1831428"/>
              <a:gd name="connsiteX8" fmla="*/ 185614 w 4797018"/>
              <a:gd name="connsiteY8" fmla="*/ 0 h 1831428"/>
              <a:gd name="connsiteX9" fmla="*/ 185614 w 4797018"/>
              <a:gd name="connsiteY9" fmla="*/ 1113701 h 1831428"/>
              <a:gd name="connsiteX10" fmla="*/ 1210723 w 4797018"/>
              <a:gd name="connsiteY10" fmla="*/ 1113701 h 1831428"/>
              <a:gd name="connsiteX11" fmla="*/ 1210723 w 4797018"/>
              <a:gd name="connsiteY11" fmla="*/ 1020899 h 1831428"/>
              <a:gd name="connsiteX12" fmla="*/ 278425 w 4797018"/>
              <a:gd name="connsiteY12" fmla="*/ 1020899 h 1831428"/>
              <a:gd name="connsiteX13" fmla="*/ 278425 w 4797018"/>
              <a:gd name="connsiteY13" fmla="*/ 92812 h 1831428"/>
              <a:gd name="connsiteX14" fmla="*/ 1350464 w 4797018"/>
              <a:gd name="connsiteY14" fmla="*/ 835285 h 1831428"/>
              <a:gd name="connsiteX15" fmla="*/ 464048 w 4797018"/>
              <a:gd name="connsiteY15" fmla="*/ 835285 h 1831428"/>
              <a:gd name="connsiteX16" fmla="*/ 464048 w 4797018"/>
              <a:gd name="connsiteY16" fmla="*/ 464048 h 1831428"/>
              <a:gd name="connsiteX17" fmla="*/ 1222124 w 4797018"/>
              <a:gd name="connsiteY17" fmla="*/ 464048 h 1831428"/>
              <a:gd name="connsiteX18" fmla="*/ 1314926 w 4797018"/>
              <a:gd name="connsiteY18" fmla="*/ 371237 h 1831428"/>
              <a:gd name="connsiteX19" fmla="*/ 464048 w 4797018"/>
              <a:gd name="connsiteY19" fmla="*/ 371237 h 1831428"/>
              <a:gd name="connsiteX20" fmla="*/ 464048 w 4797018"/>
              <a:gd name="connsiteY20" fmla="*/ 278425 h 1831428"/>
              <a:gd name="connsiteX21" fmla="*/ 1392146 w 4797018"/>
              <a:gd name="connsiteY21" fmla="*/ 278425 h 1831428"/>
              <a:gd name="connsiteX22" fmla="*/ 1392146 w 4797018"/>
              <a:gd name="connsiteY22" fmla="*/ 185614 h 1831428"/>
              <a:gd name="connsiteX23" fmla="*/ 371237 w 4797018"/>
              <a:gd name="connsiteY23" fmla="*/ 185614 h 1831428"/>
              <a:gd name="connsiteX24" fmla="*/ 371237 w 4797018"/>
              <a:gd name="connsiteY24" fmla="*/ 928087 h 1831428"/>
              <a:gd name="connsiteX25" fmla="*/ 1258872 w 4797018"/>
              <a:gd name="connsiteY25" fmla="*/ 928087 h 1831428"/>
              <a:gd name="connsiteX26" fmla="*/ 1350464 w 4797018"/>
              <a:gd name="connsiteY26" fmla="*/ 835285 h 1831428"/>
              <a:gd name="connsiteX27" fmla="*/ 185614 w 4797018"/>
              <a:gd name="connsiteY27" fmla="*/ 1763373 h 1831428"/>
              <a:gd name="connsiteX28" fmla="*/ 278425 w 4797018"/>
              <a:gd name="connsiteY28" fmla="*/ 1763373 h 1831428"/>
              <a:gd name="connsiteX29" fmla="*/ 278425 w 4797018"/>
              <a:gd name="connsiteY29" fmla="*/ 1299324 h 1831428"/>
              <a:gd name="connsiteX30" fmla="*/ 371237 w 4797018"/>
              <a:gd name="connsiteY30" fmla="*/ 1299324 h 1831428"/>
              <a:gd name="connsiteX31" fmla="*/ 371237 w 4797018"/>
              <a:gd name="connsiteY31" fmla="*/ 1685449 h 1831428"/>
              <a:gd name="connsiteX32" fmla="*/ 464039 w 4797018"/>
              <a:gd name="connsiteY32" fmla="*/ 1592647 h 1831428"/>
              <a:gd name="connsiteX33" fmla="*/ 464039 w 4797018"/>
              <a:gd name="connsiteY33" fmla="*/ 1299324 h 1831428"/>
              <a:gd name="connsiteX34" fmla="*/ 1210723 w 4797018"/>
              <a:gd name="connsiteY34" fmla="*/ 1299324 h 1831428"/>
              <a:gd name="connsiteX35" fmla="*/ 1210723 w 4797018"/>
              <a:gd name="connsiteY35" fmla="*/ 1206522 h 1831428"/>
              <a:gd name="connsiteX36" fmla="*/ 185614 w 4797018"/>
              <a:gd name="connsiteY36" fmla="*/ 1206522 h 1831428"/>
              <a:gd name="connsiteX37" fmla="*/ 185614 w 4797018"/>
              <a:gd name="connsiteY37" fmla="*/ 1763373 h 1831428"/>
              <a:gd name="connsiteX38" fmla="*/ 4704207 w 4797018"/>
              <a:gd name="connsiteY38" fmla="*/ 0 h 1831428"/>
              <a:gd name="connsiteX39" fmla="*/ 4704207 w 4797018"/>
              <a:gd name="connsiteY39" fmla="*/ 1067314 h 1831428"/>
              <a:gd name="connsiteX40" fmla="*/ 4334837 w 4797018"/>
              <a:gd name="connsiteY40" fmla="*/ 1692688 h 1831428"/>
              <a:gd name="connsiteX41" fmla="*/ 4332742 w 4797018"/>
              <a:gd name="connsiteY41" fmla="*/ 1689954 h 1831428"/>
              <a:gd name="connsiteX42" fmla="*/ 4611405 w 4797018"/>
              <a:gd name="connsiteY42" fmla="*/ 1158564 h 1831428"/>
              <a:gd name="connsiteX43" fmla="*/ 4611405 w 4797018"/>
              <a:gd name="connsiteY43" fmla="*/ 0 h 1831428"/>
              <a:gd name="connsiteX44" fmla="*/ 4518594 w 4797018"/>
              <a:gd name="connsiteY44" fmla="*/ 0 h 1831428"/>
              <a:gd name="connsiteX45" fmla="*/ 4518594 w 4797018"/>
              <a:gd name="connsiteY45" fmla="*/ 1157021 h 1831428"/>
              <a:gd name="connsiteX46" fmla="*/ 3915337 w 4797018"/>
              <a:gd name="connsiteY46" fmla="*/ 1740170 h 1831428"/>
              <a:gd name="connsiteX47" fmla="*/ 3312081 w 4797018"/>
              <a:gd name="connsiteY47" fmla="*/ 1157021 h 1831428"/>
              <a:gd name="connsiteX48" fmla="*/ 3312081 w 4797018"/>
              <a:gd name="connsiteY48" fmla="*/ 77924 h 1831428"/>
              <a:gd name="connsiteX49" fmla="*/ 3219269 w 4797018"/>
              <a:gd name="connsiteY49" fmla="*/ 170736 h 1831428"/>
              <a:gd name="connsiteX50" fmla="*/ 3219269 w 4797018"/>
              <a:gd name="connsiteY50" fmla="*/ 1158564 h 1831428"/>
              <a:gd name="connsiteX51" fmla="*/ 3915337 w 4797018"/>
              <a:gd name="connsiteY51" fmla="*/ 1831429 h 1831428"/>
              <a:gd name="connsiteX52" fmla="*/ 4008139 w 4797018"/>
              <a:gd name="connsiteY52" fmla="*/ 1831429 h 1831428"/>
              <a:gd name="connsiteX53" fmla="*/ 4797019 w 4797018"/>
              <a:gd name="connsiteY53" fmla="*/ 1068667 h 1831428"/>
              <a:gd name="connsiteX54" fmla="*/ 4797019 w 4797018"/>
              <a:gd name="connsiteY54" fmla="*/ 0 h 1831428"/>
              <a:gd name="connsiteX55" fmla="*/ 4704207 w 4797018"/>
              <a:gd name="connsiteY55" fmla="*/ 0 h 1831428"/>
              <a:gd name="connsiteX56" fmla="*/ 3915328 w 4797018"/>
              <a:gd name="connsiteY56" fmla="*/ 1647358 h 1831428"/>
              <a:gd name="connsiteX57" fmla="*/ 4425773 w 4797018"/>
              <a:gd name="connsiteY57" fmla="*/ 1157021 h 1831428"/>
              <a:gd name="connsiteX58" fmla="*/ 4425782 w 4797018"/>
              <a:gd name="connsiteY58" fmla="*/ 1157021 h 1831428"/>
              <a:gd name="connsiteX59" fmla="*/ 4425782 w 4797018"/>
              <a:gd name="connsiteY59" fmla="*/ 77924 h 1831428"/>
              <a:gd name="connsiteX60" fmla="*/ 4332970 w 4797018"/>
              <a:gd name="connsiteY60" fmla="*/ 170736 h 1831428"/>
              <a:gd name="connsiteX61" fmla="*/ 4332970 w 4797018"/>
              <a:gd name="connsiteY61" fmla="*/ 1067305 h 1831428"/>
              <a:gd name="connsiteX62" fmla="*/ 4008130 w 4797018"/>
              <a:gd name="connsiteY62" fmla="*/ 1368933 h 1831428"/>
              <a:gd name="connsiteX63" fmla="*/ 3683298 w 4797018"/>
              <a:gd name="connsiteY63" fmla="*/ 1067305 h 1831428"/>
              <a:gd name="connsiteX64" fmla="*/ 3683289 w 4797018"/>
              <a:gd name="connsiteY64" fmla="*/ 0 h 1831428"/>
              <a:gd name="connsiteX65" fmla="*/ 3590487 w 4797018"/>
              <a:gd name="connsiteY65" fmla="*/ 0 h 1831428"/>
              <a:gd name="connsiteX66" fmla="*/ 3590487 w 4797018"/>
              <a:gd name="connsiteY66" fmla="*/ 1067305 h 1831428"/>
              <a:gd name="connsiteX67" fmla="*/ 4008130 w 4797018"/>
              <a:gd name="connsiteY67" fmla="*/ 1461745 h 1831428"/>
              <a:gd name="connsiteX68" fmla="*/ 4294699 w 4797018"/>
              <a:gd name="connsiteY68" fmla="*/ 1333129 h 1831428"/>
              <a:gd name="connsiteX69" fmla="*/ 4296785 w 4797018"/>
              <a:gd name="connsiteY69" fmla="*/ 1335862 h 1831428"/>
              <a:gd name="connsiteX70" fmla="*/ 3915328 w 4797018"/>
              <a:gd name="connsiteY70" fmla="*/ 1554556 h 1831428"/>
              <a:gd name="connsiteX71" fmla="*/ 3497742 w 4797018"/>
              <a:gd name="connsiteY71" fmla="*/ 1160116 h 1831428"/>
              <a:gd name="connsiteX72" fmla="*/ 3497685 w 4797018"/>
              <a:gd name="connsiteY72" fmla="*/ 1160116 h 1831428"/>
              <a:gd name="connsiteX73" fmla="*/ 3497685 w 4797018"/>
              <a:gd name="connsiteY73" fmla="*/ 0 h 1831428"/>
              <a:gd name="connsiteX74" fmla="*/ 3404873 w 4797018"/>
              <a:gd name="connsiteY74" fmla="*/ 0 h 1831428"/>
              <a:gd name="connsiteX75" fmla="*/ 3404873 w 4797018"/>
              <a:gd name="connsiteY75" fmla="*/ 1160107 h 1831428"/>
              <a:gd name="connsiteX76" fmla="*/ 3404921 w 4797018"/>
              <a:gd name="connsiteY76" fmla="*/ 1160107 h 1831428"/>
              <a:gd name="connsiteX77" fmla="*/ 3915328 w 4797018"/>
              <a:gd name="connsiteY77" fmla="*/ 1647358 h 1831428"/>
              <a:gd name="connsiteX78" fmla="*/ 1852984 w 4797018"/>
              <a:gd name="connsiteY78" fmla="*/ 1206522 h 1831428"/>
              <a:gd name="connsiteX79" fmla="*/ 1618288 w 4797018"/>
              <a:gd name="connsiteY79" fmla="*/ 1763373 h 1831428"/>
              <a:gd name="connsiteX80" fmla="*/ 1711119 w 4797018"/>
              <a:gd name="connsiteY80" fmla="*/ 1763363 h 1831428"/>
              <a:gd name="connsiteX81" fmla="*/ 1711100 w 4797018"/>
              <a:gd name="connsiteY81" fmla="*/ 1763373 h 1831428"/>
              <a:gd name="connsiteX82" fmla="*/ 1711119 w 4797018"/>
              <a:gd name="connsiteY82" fmla="*/ 1763373 h 1831428"/>
              <a:gd name="connsiteX83" fmla="*/ 1828448 w 4797018"/>
              <a:gd name="connsiteY83" fmla="*/ 1484948 h 1831428"/>
              <a:gd name="connsiteX84" fmla="*/ 2614774 w 4797018"/>
              <a:gd name="connsiteY84" fmla="*/ 1484948 h 1831428"/>
              <a:gd name="connsiteX85" fmla="*/ 2732018 w 4797018"/>
              <a:gd name="connsiteY85" fmla="*/ 1763373 h 1831428"/>
              <a:gd name="connsiteX86" fmla="*/ 2824820 w 4797018"/>
              <a:gd name="connsiteY86" fmla="*/ 1763373 h 1831428"/>
              <a:gd name="connsiteX87" fmla="*/ 2668515 w 4797018"/>
              <a:gd name="connsiteY87" fmla="*/ 1392136 h 1831428"/>
              <a:gd name="connsiteX88" fmla="*/ 1867567 w 4797018"/>
              <a:gd name="connsiteY88" fmla="*/ 1392136 h 1831428"/>
              <a:gd name="connsiteX89" fmla="*/ 1906676 w 4797018"/>
              <a:gd name="connsiteY89" fmla="*/ 1299324 h 1831428"/>
              <a:gd name="connsiteX90" fmla="*/ 2722236 w 4797018"/>
              <a:gd name="connsiteY90" fmla="*/ 1299324 h 1831428"/>
              <a:gd name="connsiteX91" fmla="*/ 2917632 w 4797018"/>
              <a:gd name="connsiteY91" fmla="*/ 1763373 h 1831428"/>
              <a:gd name="connsiteX92" fmla="*/ 3010443 w 4797018"/>
              <a:gd name="connsiteY92" fmla="*/ 1763373 h 1831428"/>
              <a:gd name="connsiteX93" fmla="*/ 2775976 w 4797018"/>
              <a:gd name="connsiteY93" fmla="*/ 1206522 h 1831428"/>
              <a:gd name="connsiteX94" fmla="*/ 1852984 w 4797018"/>
              <a:gd name="connsiteY94" fmla="*/ 1206522 h 1831428"/>
              <a:gd name="connsiteX95" fmla="*/ 1989544 w 4797018"/>
              <a:gd name="connsiteY95" fmla="*/ 0 h 1831428"/>
              <a:gd name="connsiteX96" fmla="*/ 1307459 w 4797018"/>
              <a:gd name="connsiteY96" fmla="*/ 1617898 h 1831428"/>
              <a:gd name="connsiteX97" fmla="*/ 1366533 w 4797018"/>
              <a:gd name="connsiteY97" fmla="*/ 1698098 h 1831428"/>
              <a:gd name="connsiteX98" fmla="*/ 2082356 w 4797018"/>
              <a:gd name="connsiteY98" fmla="*/ 0 h 1831428"/>
              <a:gd name="connsiteX99" fmla="*/ 1989544 w 4797018"/>
              <a:gd name="connsiteY99" fmla="*/ 0 h 1831428"/>
              <a:gd name="connsiteX100" fmla="*/ 2360771 w 4797018"/>
              <a:gd name="connsiteY100" fmla="*/ 0 h 1831428"/>
              <a:gd name="connsiteX101" fmla="*/ 3075708 w 4797018"/>
              <a:gd name="connsiteY101" fmla="*/ 1698098 h 1831428"/>
              <a:gd name="connsiteX102" fmla="*/ 3134639 w 4797018"/>
              <a:gd name="connsiteY102" fmla="*/ 1617898 h 1831428"/>
              <a:gd name="connsiteX103" fmla="*/ 2453592 w 4797018"/>
              <a:gd name="connsiteY103" fmla="*/ 0 h 1831428"/>
              <a:gd name="connsiteX104" fmla="*/ 2360771 w 4797018"/>
              <a:gd name="connsiteY104" fmla="*/ 0 h 1831428"/>
              <a:gd name="connsiteX105" fmla="*/ 1799101 w 4797018"/>
              <a:gd name="connsiteY105" fmla="*/ 1113711 h 1831428"/>
              <a:gd name="connsiteX106" fmla="*/ 1524610 w 4797018"/>
              <a:gd name="connsiteY106" fmla="*/ 1763373 h 1831428"/>
              <a:gd name="connsiteX107" fmla="*/ 1431798 w 4797018"/>
              <a:gd name="connsiteY107" fmla="*/ 1763373 h 1831428"/>
              <a:gd name="connsiteX108" fmla="*/ 2128761 w 4797018"/>
              <a:gd name="connsiteY108" fmla="*/ 110195 h 1831428"/>
              <a:gd name="connsiteX109" fmla="*/ 2512219 w 4797018"/>
              <a:gd name="connsiteY109" fmla="*/ 1020899 h 1831428"/>
              <a:gd name="connsiteX110" fmla="*/ 2605021 w 4797018"/>
              <a:gd name="connsiteY110" fmla="*/ 1020899 h 1831428"/>
              <a:gd name="connsiteX111" fmla="*/ 2175158 w 4797018"/>
              <a:gd name="connsiteY111" fmla="*/ 0 h 1831428"/>
              <a:gd name="connsiteX112" fmla="*/ 2267969 w 4797018"/>
              <a:gd name="connsiteY112" fmla="*/ 0 h 1831428"/>
              <a:gd name="connsiteX113" fmla="*/ 2736895 w 4797018"/>
              <a:gd name="connsiteY113" fmla="*/ 1113701 h 1831428"/>
              <a:gd name="connsiteX114" fmla="*/ 1799101 w 4797018"/>
              <a:gd name="connsiteY114" fmla="*/ 1113701 h 1831428"/>
              <a:gd name="connsiteX115" fmla="*/ 2221802 w 4797018"/>
              <a:gd name="connsiteY115" fmla="*/ 551602 h 1831428"/>
              <a:gd name="connsiteX116" fmla="*/ 2024015 w 4797018"/>
              <a:gd name="connsiteY116" fmla="*/ 1020899 h 1831428"/>
              <a:gd name="connsiteX117" fmla="*/ 2419398 w 4797018"/>
              <a:gd name="connsiteY117" fmla="*/ 1020899 h 1831428"/>
              <a:gd name="connsiteX118" fmla="*/ 2221802 w 4797018"/>
              <a:gd name="connsiteY118" fmla="*/ 551602 h 1831428"/>
              <a:gd name="connsiteX119" fmla="*/ 1838163 w 4797018"/>
              <a:gd name="connsiteY119" fmla="*/ 1020899 h 1831428"/>
              <a:gd name="connsiteX120" fmla="*/ 1931213 w 4797018"/>
              <a:gd name="connsiteY120" fmla="*/ 1020899 h 1831428"/>
              <a:gd name="connsiteX121" fmla="*/ 2175415 w 4797018"/>
              <a:gd name="connsiteY121" fmla="*/ 441436 h 1831428"/>
              <a:gd name="connsiteX122" fmla="*/ 2128942 w 4797018"/>
              <a:gd name="connsiteY122" fmla="*/ 331070 h 1831428"/>
              <a:gd name="connsiteX123" fmla="*/ 1838163 w 4797018"/>
              <a:gd name="connsiteY123" fmla="*/ 1020899 h 1831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</a:cxnLst>
            <a:rect l="l" t="t" r="r" b="b"/>
            <a:pathLst>
              <a:path w="4797018" h="1831428">
                <a:moveTo>
                  <a:pt x="0" y="170736"/>
                </a:moveTo>
                <a:lnTo>
                  <a:pt x="92812" y="77924"/>
                </a:lnTo>
                <a:lnTo>
                  <a:pt x="92812" y="1763373"/>
                </a:lnTo>
                <a:lnTo>
                  <a:pt x="0" y="1763373"/>
                </a:lnTo>
                <a:lnTo>
                  <a:pt x="0" y="170736"/>
                </a:lnTo>
                <a:close/>
                <a:moveTo>
                  <a:pt x="278425" y="92812"/>
                </a:moveTo>
                <a:lnTo>
                  <a:pt x="1392136" y="92812"/>
                </a:lnTo>
                <a:lnTo>
                  <a:pt x="1392136" y="0"/>
                </a:lnTo>
                <a:lnTo>
                  <a:pt x="185614" y="0"/>
                </a:lnTo>
                <a:lnTo>
                  <a:pt x="185614" y="1113701"/>
                </a:lnTo>
                <a:lnTo>
                  <a:pt x="1210723" y="1113701"/>
                </a:lnTo>
                <a:lnTo>
                  <a:pt x="1210723" y="1020899"/>
                </a:lnTo>
                <a:lnTo>
                  <a:pt x="278425" y="1020899"/>
                </a:lnTo>
                <a:lnTo>
                  <a:pt x="278425" y="92812"/>
                </a:lnTo>
                <a:close/>
                <a:moveTo>
                  <a:pt x="1350464" y="835285"/>
                </a:moveTo>
                <a:lnTo>
                  <a:pt x="464048" y="835285"/>
                </a:lnTo>
                <a:lnTo>
                  <a:pt x="464048" y="464048"/>
                </a:lnTo>
                <a:lnTo>
                  <a:pt x="1222124" y="464048"/>
                </a:lnTo>
                <a:lnTo>
                  <a:pt x="1314926" y="371237"/>
                </a:lnTo>
                <a:lnTo>
                  <a:pt x="464048" y="371237"/>
                </a:lnTo>
                <a:lnTo>
                  <a:pt x="464048" y="278425"/>
                </a:lnTo>
                <a:lnTo>
                  <a:pt x="1392146" y="278425"/>
                </a:lnTo>
                <a:lnTo>
                  <a:pt x="1392146" y="185614"/>
                </a:lnTo>
                <a:lnTo>
                  <a:pt x="371237" y="185614"/>
                </a:lnTo>
                <a:lnTo>
                  <a:pt x="371237" y="928087"/>
                </a:lnTo>
                <a:lnTo>
                  <a:pt x="1258872" y="928087"/>
                </a:lnTo>
                <a:lnTo>
                  <a:pt x="1350464" y="835285"/>
                </a:lnTo>
                <a:close/>
                <a:moveTo>
                  <a:pt x="185614" y="1763373"/>
                </a:moveTo>
                <a:lnTo>
                  <a:pt x="278425" y="1763373"/>
                </a:lnTo>
                <a:lnTo>
                  <a:pt x="278425" y="1299324"/>
                </a:lnTo>
                <a:lnTo>
                  <a:pt x="371237" y="1299324"/>
                </a:lnTo>
                <a:lnTo>
                  <a:pt x="371237" y="1685449"/>
                </a:lnTo>
                <a:lnTo>
                  <a:pt x="464039" y="1592647"/>
                </a:lnTo>
                <a:lnTo>
                  <a:pt x="464039" y="1299324"/>
                </a:lnTo>
                <a:lnTo>
                  <a:pt x="1210723" y="1299324"/>
                </a:lnTo>
                <a:lnTo>
                  <a:pt x="1210723" y="1206522"/>
                </a:lnTo>
                <a:lnTo>
                  <a:pt x="185614" y="1206522"/>
                </a:lnTo>
                <a:lnTo>
                  <a:pt x="185614" y="1763373"/>
                </a:lnTo>
                <a:close/>
                <a:moveTo>
                  <a:pt x="4704207" y="0"/>
                </a:moveTo>
                <a:lnTo>
                  <a:pt x="4704207" y="1067314"/>
                </a:lnTo>
                <a:cubicBezTo>
                  <a:pt x="4704207" y="1315669"/>
                  <a:pt x="4593393" y="1529039"/>
                  <a:pt x="4334837" y="1692688"/>
                </a:cubicBezTo>
                <a:lnTo>
                  <a:pt x="4332742" y="1689954"/>
                </a:lnTo>
                <a:cubicBezTo>
                  <a:pt x="4502639" y="1555213"/>
                  <a:pt x="4611405" y="1382144"/>
                  <a:pt x="4611405" y="1158564"/>
                </a:cubicBezTo>
                <a:lnTo>
                  <a:pt x="4611405" y="0"/>
                </a:lnTo>
                <a:lnTo>
                  <a:pt x="4518594" y="0"/>
                </a:lnTo>
                <a:lnTo>
                  <a:pt x="4518594" y="1157021"/>
                </a:lnTo>
                <a:cubicBezTo>
                  <a:pt x="4518594" y="1490196"/>
                  <a:pt x="4248512" y="1740170"/>
                  <a:pt x="3915337" y="1740170"/>
                </a:cubicBezTo>
                <a:cubicBezTo>
                  <a:pt x="3582162" y="1740170"/>
                  <a:pt x="3312081" y="1490186"/>
                  <a:pt x="3312081" y="1157021"/>
                </a:cubicBezTo>
                <a:lnTo>
                  <a:pt x="3312081" y="77924"/>
                </a:lnTo>
                <a:lnTo>
                  <a:pt x="3219269" y="170736"/>
                </a:lnTo>
                <a:lnTo>
                  <a:pt x="3219269" y="1158564"/>
                </a:lnTo>
                <a:cubicBezTo>
                  <a:pt x="3219269" y="1542993"/>
                  <a:pt x="3530908" y="1831429"/>
                  <a:pt x="3915337" y="1831429"/>
                </a:cubicBezTo>
                <a:cubicBezTo>
                  <a:pt x="3924233" y="1831429"/>
                  <a:pt x="4008139" y="1831429"/>
                  <a:pt x="4008139" y="1831429"/>
                </a:cubicBezTo>
                <a:cubicBezTo>
                  <a:pt x="4386691" y="1831429"/>
                  <a:pt x="4797019" y="1551870"/>
                  <a:pt x="4797019" y="1068667"/>
                </a:cubicBezTo>
                <a:cubicBezTo>
                  <a:pt x="4797019" y="1068210"/>
                  <a:pt x="4797019" y="0"/>
                  <a:pt x="4797019" y="0"/>
                </a:cubicBezTo>
                <a:lnTo>
                  <a:pt x="4704207" y="0"/>
                </a:lnTo>
                <a:close/>
                <a:moveTo>
                  <a:pt x="3915328" y="1647358"/>
                </a:moveTo>
                <a:cubicBezTo>
                  <a:pt x="4197077" y="1647358"/>
                  <a:pt x="4425515" y="1438694"/>
                  <a:pt x="4425773" y="1157021"/>
                </a:cubicBezTo>
                <a:lnTo>
                  <a:pt x="4425782" y="1157021"/>
                </a:lnTo>
                <a:lnTo>
                  <a:pt x="4425782" y="77924"/>
                </a:lnTo>
                <a:lnTo>
                  <a:pt x="4332970" y="170736"/>
                </a:lnTo>
                <a:lnTo>
                  <a:pt x="4332970" y="1067305"/>
                </a:lnTo>
                <a:cubicBezTo>
                  <a:pt x="4332970" y="1246699"/>
                  <a:pt x="4187533" y="1368933"/>
                  <a:pt x="4008130" y="1368933"/>
                </a:cubicBezTo>
                <a:cubicBezTo>
                  <a:pt x="3828736" y="1368933"/>
                  <a:pt x="3683298" y="1246699"/>
                  <a:pt x="3683298" y="1067305"/>
                </a:cubicBezTo>
                <a:lnTo>
                  <a:pt x="3683289" y="0"/>
                </a:lnTo>
                <a:lnTo>
                  <a:pt x="3590487" y="0"/>
                </a:lnTo>
                <a:lnTo>
                  <a:pt x="3590487" y="1067305"/>
                </a:lnTo>
                <a:cubicBezTo>
                  <a:pt x="3590487" y="1297962"/>
                  <a:pt x="3777472" y="1461745"/>
                  <a:pt x="4008130" y="1461745"/>
                </a:cubicBezTo>
                <a:cubicBezTo>
                  <a:pt x="4102446" y="1461745"/>
                  <a:pt x="4216937" y="1415148"/>
                  <a:pt x="4294699" y="1333129"/>
                </a:cubicBezTo>
                <a:lnTo>
                  <a:pt x="4296785" y="1335862"/>
                </a:lnTo>
                <a:cubicBezTo>
                  <a:pt x="4223881" y="1471070"/>
                  <a:pt x="4089102" y="1554556"/>
                  <a:pt x="3915328" y="1554556"/>
                </a:cubicBezTo>
                <a:cubicBezTo>
                  <a:pt x="3686090" y="1554556"/>
                  <a:pt x="3500009" y="1388593"/>
                  <a:pt x="3497742" y="1160116"/>
                </a:cubicBezTo>
                <a:lnTo>
                  <a:pt x="3497685" y="1160116"/>
                </a:lnTo>
                <a:lnTo>
                  <a:pt x="3497685" y="0"/>
                </a:lnTo>
                <a:lnTo>
                  <a:pt x="3404873" y="0"/>
                </a:lnTo>
                <a:lnTo>
                  <a:pt x="3404873" y="1160107"/>
                </a:lnTo>
                <a:lnTo>
                  <a:pt x="3404921" y="1160107"/>
                </a:lnTo>
                <a:cubicBezTo>
                  <a:pt x="3406855" y="1440218"/>
                  <a:pt x="3634616" y="1647358"/>
                  <a:pt x="3915328" y="1647358"/>
                </a:cubicBezTo>
                <a:close/>
                <a:moveTo>
                  <a:pt x="1852984" y="1206522"/>
                </a:moveTo>
                <a:lnTo>
                  <a:pt x="1618288" y="1763373"/>
                </a:lnTo>
                <a:lnTo>
                  <a:pt x="1711119" y="1763363"/>
                </a:lnTo>
                <a:lnTo>
                  <a:pt x="1711100" y="1763373"/>
                </a:lnTo>
                <a:lnTo>
                  <a:pt x="1711119" y="1763373"/>
                </a:lnTo>
                <a:lnTo>
                  <a:pt x="1828448" y="1484948"/>
                </a:lnTo>
                <a:lnTo>
                  <a:pt x="2614774" y="1484948"/>
                </a:lnTo>
                <a:lnTo>
                  <a:pt x="2732018" y="1763373"/>
                </a:lnTo>
                <a:lnTo>
                  <a:pt x="2824820" y="1763373"/>
                </a:lnTo>
                <a:lnTo>
                  <a:pt x="2668515" y="1392136"/>
                </a:lnTo>
                <a:lnTo>
                  <a:pt x="1867567" y="1392136"/>
                </a:lnTo>
                <a:lnTo>
                  <a:pt x="1906676" y="1299324"/>
                </a:lnTo>
                <a:lnTo>
                  <a:pt x="2722236" y="1299324"/>
                </a:lnTo>
                <a:lnTo>
                  <a:pt x="2917632" y="1763373"/>
                </a:lnTo>
                <a:lnTo>
                  <a:pt x="3010443" y="1763373"/>
                </a:lnTo>
                <a:lnTo>
                  <a:pt x="2775976" y="1206522"/>
                </a:lnTo>
                <a:lnTo>
                  <a:pt x="1852984" y="1206522"/>
                </a:lnTo>
                <a:close/>
                <a:moveTo>
                  <a:pt x="1989544" y="0"/>
                </a:moveTo>
                <a:lnTo>
                  <a:pt x="1307459" y="1617898"/>
                </a:lnTo>
                <a:lnTo>
                  <a:pt x="1366533" y="1698098"/>
                </a:lnTo>
                <a:lnTo>
                  <a:pt x="2082356" y="0"/>
                </a:lnTo>
                <a:lnTo>
                  <a:pt x="1989544" y="0"/>
                </a:lnTo>
                <a:close/>
                <a:moveTo>
                  <a:pt x="2360771" y="0"/>
                </a:moveTo>
                <a:lnTo>
                  <a:pt x="3075708" y="1698098"/>
                </a:lnTo>
                <a:lnTo>
                  <a:pt x="3134639" y="1617898"/>
                </a:lnTo>
                <a:lnTo>
                  <a:pt x="2453592" y="0"/>
                </a:lnTo>
                <a:lnTo>
                  <a:pt x="2360771" y="0"/>
                </a:lnTo>
                <a:close/>
                <a:moveTo>
                  <a:pt x="1799101" y="1113711"/>
                </a:moveTo>
                <a:lnTo>
                  <a:pt x="1524610" y="1763373"/>
                </a:lnTo>
                <a:lnTo>
                  <a:pt x="1431798" y="1763373"/>
                </a:lnTo>
                <a:lnTo>
                  <a:pt x="2128761" y="110195"/>
                </a:lnTo>
                <a:lnTo>
                  <a:pt x="2512219" y="1020899"/>
                </a:lnTo>
                <a:lnTo>
                  <a:pt x="2605021" y="1020899"/>
                </a:lnTo>
                <a:lnTo>
                  <a:pt x="2175158" y="0"/>
                </a:lnTo>
                <a:lnTo>
                  <a:pt x="2267969" y="0"/>
                </a:lnTo>
                <a:lnTo>
                  <a:pt x="2736895" y="1113701"/>
                </a:lnTo>
                <a:lnTo>
                  <a:pt x="1799101" y="1113701"/>
                </a:lnTo>
                <a:close/>
                <a:moveTo>
                  <a:pt x="2221802" y="551602"/>
                </a:moveTo>
                <a:lnTo>
                  <a:pt x="2024015" y="1020899"/>
                </a:lnTo>
                <a:lnTo>
                  <a:pt x="2419398" y="1020899"/>
                </a:lnTo>
                <a:lnTo>
                  <a:pt x="2221802" y="551602"/>
                </a:lnTo>
                <a:close/>
                <a:moveTo>
                  <a:pt x="1838163" y="1020899"/>
                </a:moveTo>
                <a:lnTo>
                  <a:pt x="1931213" y="1020899"/>
                </a:lnTo>
                <a:lnTo>
                  <a:pt x="2175415" y="441436"/>
                </a:lnTo>
                <a:lnTo>
                  <a:pt x="2128942" y="331070"/>
                </a:lnTo>
                <a:lnTo>
                  <a:pt x="1838163" y="1020899"/>
                </a:lnTo>
                <a:close/>
              </a:path>
            </a:pathLst>
          </a:custGeom>
          <a:solidFill>
            <a:srgbClr val="041E42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659824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  <p:sldLayoutId id="2147483768" r:id="rId12"/>
    <p:sldLayoutId id="2147483769" r:id="rId13"/>
    <p:sldLayoutId id="2147483770" r:id="rId14"/>
    <p:sldLayoutId id="2147483771" r:id="rId15"/>
    <p:sldLayoutId id="2147483772" r:id="rId16"/>
    <p:sldLayoutId id="2147483773" r:id="rId17"/>
    <p:sldLayoutId id="2147483774" r:id="rId18"/>
    <p:sldLayoutId id="2147483775" r:id="rId19"/>
    <p:sldLayoutId id="2147483776" r:id="rId20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400" b="1" kern="1200">
          <a:solidFill>
            <a:srgbClr val="041E42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18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4"/>
        </a:buClr>
        <a:buFont typeface="Symbol" panose="05050102010706020507" pitchFamily="18" charset="2"/>
        <a:buChar char="-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36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4"/>
        </a:buClr>
        <a:buFont typeface="Symbol" panose="05050102010706020507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4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4"/>
        </a:buClr>
        <a:buFont typeface="Symbol" panose="05050102010706020507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2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4"/>
        </a:buClr>
        <a:buFont typeface="Symbol" panose="05050102010706020507" pitchFamily="18" charset="2"/>
        <a:buChar char="-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90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4"/>
        </a:buClr>
        <a:buFont typeface="Symbol" panose="05050102010706020507" pitchFamily="18" charset="2"/>
        <a:buChar char="-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08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4"/>
        </a:buClr>
        <a:buFont typeface="Symbol" panose="05050102010706020507" pitchFamily="18" charset="2"/>
        <a:buChar char="-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126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4"/>
        </a:buClr>
        <a:buFont typeface="Symbol" panose="05050102010706020507" pitchFamily="18" charset="2"/>
        <a:buChar char="-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144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4"/>
        </a:buClr>
        <a:buFont typeface="Symbol" panose="05050102010706020507" pitchFamily="18" charset="2"/>
        <a:buChar char="-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  <p15:guide id="3" pos="325">
          <p15:clr>
            <a:srgbClr val="F26B43"/>
          </p15:clr>
        </p15:guide>
        <p15:guide id="4" pos="7355">
          <p15:clr>
            <a:srgbClr val="F26B43"/>
          </p15:clr>
        </p15:guide>
        <p15:guide id="5" orient="horz" pos="187">
          <p15:clr>
            <a:srgbClr val="F26B43"/>
          </p15:clr>
        </p15:guide>
        <p15:guide id="6" orient="horz" pos="799">
          <p15:clr>
            <a:srgbClr val="F26B43"/>
          </p15:clr>
        </p15:guide>
        <p15:guide id="7" orient="horz" pos="1026">
          <p15:clr>
            <a:srgbClr val="F26B43"/>
          </p15:clr>
        </p15:guide>
        <p15:guide id="8" orient="horz" pos="3906">
          <p15:clr>
            <a:srgbClr val="F26B43"/>
          </p15:clr>
        </p15:guide>
        <p15:guide id="9" orient="horz" pos="4178">
          <p15:clr>
            <a:srgbClr val="F26B43"/>
          </p15:clr>
        </p15:guide>
        <p15:guide id="10" pos="3908">
          <p15:clr>
            <a:srgbClr val="F26B43"/>
          </p15:clr>
        </p15:guide>
        <p15:guide id="11" pos="3772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8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8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8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8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8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18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18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18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18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6.xml"/><Relationship Id="rId1" Type="http://schemas.openxmlformats.org/officeDocument/2006/relationships/slideLayout" Target="../slideLayouts/slideLayout18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0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F894006-732C-1726-487A-F13E543FC01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14" name="Bildplatzhalter 13" descr="Ein Bild, das Text, Geschirr enthält.&#10;&#10;Automatisch generierte Beschreibung">
            <a:extLst>
              <a:ext uri="{FF2B5EF4-FFF2-40B4-BE49-F238E27FC236}">
                <a16:creationId xmlns:a16="http://schemas.microsoft.com/office/drawing/2014/main" id="{02E97C76-A4DB-4E4D-BDE5-C46A0BB87CF0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875" b="11875"/>
          <a:stretch/>
        </p:blipFill>
        <p:spPr>
          <a:xfrm>
            <a:off x="0" y="1628775"/>
            <a:ext cx="12192000" cy="5229226"/>
          </a:xfr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DAA6E6D3-3A0E-C268-0380-5576585F88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0163" y="2614613"/>
            <a:ext cx="10802637" cy="1978811"/>
          </a:xfrm>
        </p:spPr>
        <p:txBody>
          <a:bodyPr/>
          <a:lstStyle/>
          <a:p>
            <a:r>
              <a:rPr lang="en-US" sz="4000" dirty="0"/>
              <a:t>Few-Shot Continual Learning for Free-Text </a:t>
            </a:r>
            <a:br>
              <a:rPr lang="en-US" sz="4000" dirty="0"/>
            </a:br>
            <a:r>
              <a:rPr lang="en-US" sz="4000" dirty="0" err="1"/>
              <a:t>Promptable</a:t>
            </a:r>
            <a:r>
              <a:rPr lang="en-US" sz="4000" dirty="0"/>
              <a:t> 3D Medical Image Segmentation</a:t>
            </a:r>
            <a:br>
              <a:rPr lang="en-US" sz="4000" dirty="0"/>
            </a:br>
            <a:endParaRPr lang="en-IN" sz="4000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BE246FC3-8ED4-9C39-20EA-01C379671C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19DE6B7-F29D-EBF4-CDAC-1902D3F1543D}"/>
              </a:ext>
            </a:extLst>
          </p:cNvPr>
          <p:cNvSpPr txBox="1"/>
          <p:nvPr/>
        </p:nvSpPr>
        <p:spPr>
          <a:xfrm>
            <a:off x="520163" y="4243387"/>
            <a:ext cx="7998472" cy="161069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150000"/>
              </a:lnSpc>
              <a:spcAft>
                <a:spcPts val="1200"/>
              </a:spcAft>
            </a:pPr>
            <a:r>
              <a:rPr lang="en-IN" dirty="0"/>
              <a:t>Master’s Thesis Intro Talk</a:t>
            </a:r>
            <a:br>
              <a:rPr lang="en-IN" b="1" dirty="0"/>
            </a:br>
            <a:r>
              <a:rPr lang="en-IN" b="1" dirty="0"/>
              <a:t>Supervisor</a:t>
            </a:r>
            <a:r>
              <a:rPr lang="en-IN" dirty="0"/>
              <a:t> </a:t>
            </a:r>
            <a:r>
              <a:rPr lang="en-IN" b="1" dirty="0"/>
              <a:t>–</a:t>
            </a:r>
            <a:r>
              <a:rPr lang="en-IN" dirty="0"/>
              <a:t> Prof. Dr.-Ing. </a:t>
            </a:r>
            <a:r>
              <a:rPr lang="en-IN" dirty="0" err="1"/>
              <a:t>habil</a:t>
            </a:r>
            <a:r>
              <a:rPr lang="en-IN" dirty="0"/>
              <a:t>. Andreas Maier,</a:t>
            </a:r>
            <a:r>
              <a:rPr lang="en-IN" b="1" dirty="0"/>
              <a:t> </a:t>
            </a:r>
            <a:r>
              <a:rPr lang="en-IN" dirty="0"/>
              <a:t>Dr.-Ing. Tomás Arias Vergara</a:t>
            </a:r>
            <a:br>
              <a:rPr kumimoji="0" lang="en-IN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</a:br>
            <a:r>
              <a:rPr kumimoji="0" lang="en-IN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Presented</a:t>
            </a:r>
            <a:r>
              <a:rPr kumimoji="0" lang="en-IN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 </a:t>
            </a:r>
            <a:r>
              <a:rPr kumimoji="0" lang="en-IN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By</a:t>
            </a:r>
            <a:r>
              <a:rPr kumimoji="0" lang="en-IN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 – </a:t>
            </a:r>
            <a:r>
              <a:rPr lang="de-DE" dirty="0"/>
              <a:t>Shashank, 23391962</a:t>
            </a:r>
            <a:br>
              <a:rPr lang="en-IN" dirty="0">
                <a:latin typeface="Arial"/>
              </a:rPr>
            </a:br>
            <a:r>
              <a:rPr lang="en-IN" dirty="0">
                <a:latin typeface="Arial"/>
              </a:rPr>
              <a:t>Date </a:t>
            </a:r>
            <a:r>
              <a:rPr lang="en-IN" dirty="0"/>
              <a:t>– 5</a:t>
            </a:r>
            <a:r>
              <a:rPr lang="en-IN" baseline="30000" dirty="0"/>
              <a:t>th</a:t>
            </a:r>
            <a:r>
              <a:rPr lang="en-IN" dirty="0"/>
              <a:t> August, 2026</a:t>
            </a:r>
            <a:r>
              <a:rPr lang="en-IN" dirty="0">
                <a:latin typeface="Arial"/>
              </a:rPr>
              <a:t> 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535455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F5F176-D2CF-7FF6-764F-6498C4AEFB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18FAF9B1-EAD2-7EB7-DB7B-A64325E357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1F8D9E-FC5B-47BA-AA7D-A56B8FD24122}" type="datetime4">
              <a:rPr lang="de-DE" smtClean="0"/>
              <a:pPr/>
              <a:t>6. August 2026</a:t>
            </a:fld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F858A77C-B65E-2B0E-AF51-2ECD44BA7B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Technische Fakultät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47B0C61-5C2E-FF5C-51DA-AC9640487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2</a:t>
            </a:fld>
            <a:endParaRPr lang="de-DE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CC1A6D2C-B937-7208-88ED-B1BC566421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IN" dirty="0"/>
              <a:t>Research Question &amp; Thesis Scope</a:t>
            </a:r>
            <a:endParaRPr lang="de-DE" dirty="0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822BAFA1-99CC-5C03-D9C0-0C999B6EEF0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de-DE" dirty="0"/>
              <a:t>02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9F72C18-2EA5-9FDA-613C-6BF3E12894C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IN" dirty="0"/>
              <a:t>Experimental Evaluation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4F90CDF-C3FA-8E2E-8B1A-BD44741BD0B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rPr lang="en-IN" dirty="0"/>
              <a:t>05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7B19D22B-9D19-CEB2-7F79-BC37FC5A164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en-IN" dirty="0"/>
              <a:t>Related Work</a:t>
            </a:r>
            <a:endParaRPr lang="de-DE" dirty="0"/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ACC91A88-0CD3-8B92-5D41-742A70D27621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r>
              <a:rPr lang="de-DE" dirty="0"/>
              <a:t>03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5EC468F3-770E-C14A-1BC0-0C6B0585EBD6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en-IN" dirty="0"/>
              <a:t>Methodology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5728CF0D-CEAB-15EF-F45F-A17B99DD7A58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r>
              <a:rPr lang="en-IN" dirty="0"/>
              <a:t>04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8B1FDB40-3B7A-9E99-A863-B293C3387CDF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r>
              <a:rPr lang="en-IN" dirty="0"/>
              <a:t>Results &amp; Discussion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85AEAA6E-47D6-1F6D-6AA5-A922001EFBD3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r>
              <a:rPr lang="en-IN" dirty="0"/>
              <a:t>06</a:t>
            </a:r>
          </a:p>
        </p:txBody>
      </p:sp>
      <p:sp>
        <p:nvSpPr>
          <p:cNvPr id="27" name="Titel 26">
            <a:extLst>
              <a:ext uri="{FF2B5EF4-FFF2-40B4-BE49-F238E27FC236}">
                <a16:creationId xmlns:a16="http://schemas.microsoft.com/office/drawing/2014/main" id="{A0DB6024-F853-D903-D90D-830E2DCB8F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Agenda</a:t>
            </a:r>
          </a:p>
        </p:txBody>
      </p:sp>
      <p:sp>
        <p:nvSpPr>
          <p:cNvPr id="29" name="Textplatzhalter 28">
            <a:extLst>
              <a:ext uri="{FF2B5EF4-FFF2-40B4-BE49-F238E27FC236}">
                <a16:creationId xmlns:a16="http://schemas.microsoft.com/office/drawing/2014/main" id="{95E63339-BC86-1F9F-E046-0EECADB4317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IN" dirty="0"/>
              <a:t>Motivation &amp; Problem Statement</a:t>
            </a:r>
            <a:endParaRPr lang="de-DE" dirty="0"/>
          </a:p>
        </p:txBody>
      </p:sp>
      <p:sp>
        <p:nvSpPr>
          <p:cNvPr id="30" name="Textplatzhalter 29">
            <a:extLst>
              <a:ext uri="{FF2B5EF4-FFF2-40B4-BE49-F238E27FC236}">
                <a16:creationId xmlns:a16="http://schemas.microsoft.com/office/drawing/2014/main" id="{F4A767C7-063E-2997-D40B-F4E7FA01716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de-DE" dirty="0"/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25256485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Datumsplatzhalter 7">
            <a:extLst>
              <a:ext uri="{FF2B5EF4-FFF2-40B4-BE49-F238E27FC236}">
                <a16:creationId xmlns:a16="http://schemas.microsoft.com/office/drawing/2014/main" id="{2BDE70CE-CF25-4CE6-B28A-B3871B90A41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17351" y="6634666"/>
            <a:ext cx="849593" cy="123111"/>
          </a:xfrm>
        </p:spPr>
        <p:txBody>
          <a:bodyPr/>
          <a:lstStyle/>
          <a:p>
            <a:fld id="{C8D89E98-54A4-43F9-9249-7D6B5CD88EDB}" type="datetime4">
              <a:rPr lang="de-DE" smtClean="0"/>
              <a:pPr/>
              <a:t>6. August 2026</a:t>
            </a:fld>
            <a:endParaRPr lang="de-DE" dirty="0"/>
          </a:p>
        </p:txBody>
      </p:sp>
      <p:sp>
        <p:nvSpPr>
          <p:cNvPr id="9" name="Fußzeilenplatzhalter 8">
            <a:extLst>
              <a:ext uri="{FF2B5EF4-FFF2-40B4-BE49-F238E27FC236}">
                <a16:creationId xmlns:a16="http://schemas.microsoft.com/office/drawing/2014/main" id="{B95F60E9-1E76-43F3-8365-6C969F9DA4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18319" y="6634666"/>
            <a:ext cx="5469732" cy="123111"/>
          </a:xfrm>
        </p:spPr>
        <p:txBody>
          <a:bodyPr/>
          <a:lstStyle/>
          <a:p>
            <a:r>
              <a:rPr lang="de-DE"/>
              <a:t>Technische Fakultät</a:t>
            </a:r>
            <a:endParaRPr lang="de-DE" dirty="0"/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F7BC3FCE-392F-4A16-87A0-BDE8D7DF5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82099" y="6634666"/>
            <a:ext cx="193964" cy="123111"/>
          </a:xfrm>
        </p:spPr>
        <p:txBody>
          <a:bodyPr/>
          <a:lstStyle/>
          <a:p>
            <a:fld id="{D949F9DF-37BD-4CD6-BF49-65BA579E1D7A}" type="slidenum">
              <a:rPr lang="de-DE" smtClean="0"/>
              <a:pPr/>
              <a:t>3</a:t>
            </a:fld>
            <a:endParaRPr lang="de-DE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0FA6ADD3-E70C-46ED-983A-BEFB046905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18" y="301185"/>
            <a:ext cx="6844385" cy="332399"/>
          </a:xfrm>
        </p:spPr>
        <p:txBody>
          <a:bodyPr/>
          <a:lstStyle/>
          <a:p>
            <a:r>
              <a:rPr lang="en-IN"/>
              <a:t>Evolution of Medical Image Segmentation</a:t>
            </a:r>
            <a:endParaRPr lang="de-DE" dirty="0"/>
          </a:p>
        </p:txBody>
      </p:sp>
      <p:sp>
        <p:nvSpPr>
          <p:cNvPr id="38" name="Text Placeholder 37">
            <a:extLst>
              <a:ext uri="{FF2B5EF4-FFF2-40B4-BE49-F238E27FC236}">
                <a16:creationId xmlns:a16="http://schemas.microsoft.com/office/drawing/2014/main" id="{158CC0D2-25AB-6924-EAB9-ED09AE61CCDA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20822" y="5341833"/>
            <a:ext cx="11266378" cy="511084"/>
          </a:xfrm>
        </p:spPr>
        <p:txBody>
          <a:bodyPr/>
          <a:lstStyle/>
          <a:p>
            <a:r>
              <a:rPr lang="en-US" sz="1600" dirty="0" err="1"/>
              <a:t>Promptable</a:t>
            </a:r>
            <a:r>
              <a:rPr lang="en-US" sz="1600" dirty="0"/>
              <a:t> foundation models enable open-vocabulary medical segmentation by using free-text prompts to generalize to unseen anatomical structures</a:t>
            </a:r>
          </a:p>
          <a:p>
            <a:endParaRPr lang="en-IN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A7BE7EB-6F23-B2BA-0440-16BD3627DDCF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/>
          <a:lstStyle/>
          <a:p>
            <a:r>
              <a:rPr lang="en-IN"/>
              <a:t>From task-specific models to free-text promptable foundation models</a:t>
            </a:r>
            <a:endParaRPr lang="en-IN" dirty="0"/>
          </a:p>
        </p:txBody>
      </p:sp>
      <p:sp>
        <p:nvSpPr>
          <p:cNvPr id="39" name="Picture Placeholder 38">
            <a:extLst>
              <a:ext uri="{FF2B5EF4-FFF2-40B4-BE49-F238E27FC236}">
                <a16:creationId xmlns:a16="http://schemas.microsoft.com/office/drawing/2014/main" id="{0C12D45F-429C-057D-5E1A-AABD59DD6D05}"/>
              </a:ext>
            </a:extLst>
          </p:cNvPr>
          <p:cNvSpPr>
            <a:spLocks noGrp="1"/>
          </p:cNvSpPr>
          <p:nvPr>
            <p:ph type="pic" sz="quarter" idx="39"/>
          </p:nvPr>
        </p:nvSpPr>
        <p:spPr/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BC65987-2863-F522-5B1E-D75C4073F50C}"/>
              </a:ext>
            </a:extLst>
          </p:cNvPr>
          <p:cNvSpPr txBox="1"/>
          <p:nvPr/>
        </p:nvSpPr>
        <p:spPr>
          <a:xfrm>
            <a:off x="1724100" y="4498387"/>
            <a:ext cx="221640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000" dirty="0"/>
              <a:t>Source: Zhao, Ziheng, et al. (2025). </a:t>
            </a:r>
          </a:p>
          <a:p>
            <a:endParaRPr lang="en-IN" sz="1000" dirty="0"/>
          </a:p>
        </p:txBody>
      </p:sp>
      <p:pic>
        <p:nvPicPr>
          <p:cNvPr id="49" name="Picture Placeholder 48">
            <a:extLst>
              <a:ext uri="{FF2B5EF4-FFF2-40B4-BE49-F238E27FC236}">
                <a16:creationId xmlns:a16="http://schemas.microsoft.com/office/drawing/2014/main" id="{C2792DB3-7352-DB25-FCA9-FF38F17EE46D}"/>
              </a:ext>
            </a:extLst>
          </p:cNvPr>
          <p:cNvPicPr preferRelativeResize="0">
            <a:picLocks noGrp="1"/>
          </p:cNvPicPr>
          <p:nvPr>
            <p:ph type="pic" sz="quarter" idx="2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21" b="1321"/>
          <a:stretch/>
        </p:blipFill>
        <p:spPr>
          <a:xfrm>
            <a:off x="409178" y="1732572"/>
            <a:ext cx="11157746" cy="2765815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4205890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0A5A2D-D59D-65C1-1605-C34C5ABB80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FA7CAFCA-1DDF-A874-C8BE-F789FDAE31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Real-World Adaptation Challenges</a:t>
            </a:r>
          </a:p>
        </p:txBody>
      </p:sp>
      <p:sp>
        <p:nvSpPr>
          <p:cNvPr id="8" name="Datumsplatzhalter 7">
            <a:extLst>
              <a:ext uri="{FF2B5EF4-FFF2-40B4-BE49-F238E27FC236}">
                <a16:creationId xmlns:a16="http://schemas.microsoft.com/office/drawing/2014/main" id="{5D456FF8-CB09-98DB-E118-237C9C1793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D89E98-54A4-43F9-9249-7D6B5CD88EDB}" type="datetime4">
              <a:rPr lang="de-DE" smtClean="0"/>
              <a:pPr/>
              <a:t>6. August 2026</a:t>
            </a:fld>
            <a:endParaRPr lang="de-DE" dirty="0"/>
          </a:p>
        </p:txBody>
      </p:sp>
      <p:sp>
        <p:nvSpPr>
          <p:cNvPr id="9" name="Fußzeilenplatzhalter 8">
            <a:extLst>
              <a:ext uri="{FF2B5EF4-FFF2-40B4-BE49-F238E27FC236}">
                <a16:creationId xmlns:a16="http://schemas.microsoft.com/office/drawing/2014/main" id="{7831B2EE-1352-AD87-0F2A-88D7443E72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Technische Fakultät</a:t>
            </a:r>
            <a:endParaRPr lang="de-DE" dirty="0"/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543BFB6F-8651-D697-159E-602A4F9A1E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4</a:t>
            </a:fld>
            <a:endParaRPr lang="de-DE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50696CB7-4437-C138-B3DC-C2F98C4ED5E4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9"/>
            <a:ext cx="7522747" cy="234566"/>
          </a:xfrm>
        </p:spPr>
        <p:txBody>
          <a:bodyPr/>
          <a:lstStyle/>
          <a:p>
            <a:r>
              <a:rPr lang="en-IN" dirty="0"/>
              <a:t>Why </a:t>
            </a:r>
            <a:r>
              <a:rPr lang="en-IN" dirty="0" err="1"/>
              <a:t>promptable</a:t>
            </a:r>
            <a:r>
              <a:rPr lang="en-IN" dirty="0"/>
              <a:t> segmentation models require continual few-shot adaptation?</a:t>
            </a:r>
          </a:p>
          <a:p>
            <a:endParaRPr lang="en-IN" dirty="0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92AEB5B8-FB75-57E5-A64C-56B03721F05D}"/>
              </a:ext>
            </a:extLst>
          </p:cNvPr>
          <p:cNvSpPr>
            <a:spLocks noGrp="1"/>
          </p:cNvSpPr>
          <p:nvPr>
            <p:ph type="pic" sz="quarter" idx="39"/>
          </p:nvPr>
        </p:nvSpPr>
        <p:spPr/>
      </p:sp>
      <p:pic>
        <p:nvPicPr>
          <p:cNvPr id="105" name="Picture 104">
            <a:extLst>
              <a:ext uri="{FF2B5EF4-FFF2-40B4-BE49-F238E27FC236}">
                <a16:creationId xmlns:a16="http://schemas.microsoft.com/office/drawing/2014/main" id="{02A6977B-7EE1-359C-8E2D-EF7D279757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2783" y="1537782"/>
            <a:ext cx="3180898" cy="4581056"/>
          </a:xfrm>
          <a:prstGeom prst="rect">
            <a:avLst/>
          </a:prstGeom>
        </p:spPr>
      </p:pic>
      <p:pic>
        <p:nvPicPr>
          <p:cNvPr id="118" name="Picture 117">
            <a:extLst>
              <a:ext uri="{FF2B5EF4-FFF2-40B4-BE49-F238E27FC236}">
                <a16:creationId xmlns:a16="http://schemas.microsoft.com/office/drawing/2014/main" id="{3FB93567-BE6D-A400-D144-ACCE5C3DCA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1398" y="1437993"/>
            <a:ext cx="2748229" cy="4680845"/>
          </a:xfrm>
          <a:prstGeom prst="rect">
            <a:avLst/>
          </a:prstGeom>
        </p:spPr>
      </p:pic>
      <p:pic>
        <p:nvPicPr>
          <p:cNvPr id="120" name="Picture 119">
            <a:extLst>
              <a:ext uri="{FF2B5EF4-FFF2-40B4-BE49-F238E27FC236}">
                <a16:creationId xmlns:a16="http://schemas.microsoft.com/office/drawing/2014/main" id="{FA664CEE-8D8F-86A4-3136-F5C564492C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93154" y="1437994"/>
            <a:ext cx="4080418" cy="4680844"/>
          </a:xfrm>
          <a:prstGeom prst="rect">
            <a:avLst/>
          </a:prstGeom>
        </p:spPr>
      </p:pic>
      <p:pic>
        <p:nvPicPr>
          <p:cNvPr id="110" name="Picture 109">
            <a:extLst>
              <a:ext uri="{FF2B5EF4-FFF2-40B4-BE49-F238E27FC236}">
                <a16:creationId xmlns:a16="http://schemas.microsoft.com/office/drawing/2014/main" id="{5A606B16-B238-67FC-7843-EC32FDE7641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8319" y="1440776"/>
            <a:ext cx="2366106" cy="4680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61452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328F2F-1120-FB84-B47B-C89007D7F5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 Placeholder 35">
            <a:extLst>
              <a:ext uri="{FF2B5EF4-FFF2-40B4-BE49-F238E27FC236}">
                <a16:creationId xmlns:a16="http://schemas.microsoft.com/office/drawing/2014/main" id="{2F8613F6-867A-DE83-AB0C-7ADA877F6339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8663390" cy="945387"/>
          </a:xfrm>
        </p:spPr>
        <p:txBody>
          <a:bodyPr/>
          <a:lstStyle/>
          <a:p>
            <a:r>
              <a:rPr lang="en-IN" dirty="0"/>
              <a:t>Systematic evaluation of continual learning for </a:t>
            </a:r>
            <a:r>
              <a:rPr lang="en-IN" dirty="0" err="1"/>
              <a:t>promptable</a:t>
            </a:r>
            <a:r>
              <a:rPr lang="en-IN" dirty="0"/>
              <a:t> 3D medical image segmentation</a:t>
            </a:r>
          </a:p>
          <a:p>
            <a:endParaRPr lang="en-IN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90404AD3-8533-806A-9538-F47FADDE89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Thesis Scope and Research Question</a:t>
            </a:r>
            <a:endParaRPr lang="en-IN" dirty="0"/>
          </a:p>
        </p:txBody>
      </p:sp>
      <p:sp>
        <p:nvSpPr>
          <p:cNvPr id="8" name="Datumsplatzhalter 7">
            <a:extLst>
              <a:ext uri="{FF2B5EF4-FFF2-40B4-BE49-F238E27FC236}">
                <a16:creationId xmlns:a16="http://schemas.microsoft.com/office/drawing/2014/main" id="{6D67A19C-6F21-E14A-7DB6-166F686174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D89E98-54A4-43F9-9249-7D6B5CD88EDB}" type="datetime4">
              <a:rPr lang="de-DE" smtClean="0"/>
              <a:pPr/>
              <a:t>6. August 2026</a:t>
            </a:fld>
            <a:endParaRPr lang="de-DE" dirty="0"/>
          </a:p>
        </p:txBody>
      </p:sp>
      <p:sp>
        <p:nvSpPr>
          <p:cNvPr id="9" name="Fußzeilenplatzhalter 8">
            <a:extLst>
              <a:ext uri="{FF2B5EF4-FFF2-40B4-BE49-F238E27FC236}">
                <a16:creationId xmlns:a16="http://schemas.microsoft.com/office/drawing/2014/main" id="{096B950B-1F90-9EB0-24AE-C65F27B353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Technische Fakultät</a:t>
            </a:r>
            <a:endParaRPr lang="de-DE" dirty="0"/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1804E5A1-894E-0153-5496-E8243493A3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5</a:t>
            </a:fld>
            <a:endParaRPr lang="de-DE"/>
          </a:p>
        </p:txBody>
      </p:sp>
      <p:sp>
        <p:nvSpPr>
          <p:cNvPr id="37" name="Picture Placeholder 36">
            <a:extLst>
              <a:ext uri="{FF2B5EF4-FFF2-40B4-BE49-F238E27FC236}">
                <a16:creationId xmlns:a16="http://schemas.microsoft.com/office/drawing/2014/main" id="{3A0BA03E-5D81-3A7E-290B-7A76A6972277}"/>
              </a:ext>
            </a:extLst>
          </p:cNvPr>
          <p:cNvSpPr>
            <a:spLocks noGrp="1"/>
          </p:cNvSpPr>
          <p:nvPr>
            <p:ph type="pic" sz="quarter" idx="39"/>
          </p:nvPr>
        </p:nvSpPr>
        <p:spPr/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9EDF560-4DE6-F592-331D-4E19EDA53E94}"/>
              </a:ext>
            </a:extLst>
          </p:cNvPr>
          <p:cNvSpPr txBox="1"/>
          <p:nvPr/>
        </p:nvSpPr>
        <p:spPr>
          <a:xfrm>
            <a:off x="627651" y="4942509"/>
            <a:ext cx="11378820" cy="58477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IN" sz="1600" dirty="0"/>
              <a:t>Which continual learning strategy provides the best trade-off between adaptation performance and catastrophic forgetting during few-shot adaptation of free-text </a:t>
            </a:r>
            <a:r>
              <a:rPr lang="en-IN" sz="1600" dirty="0" err="1"/>
              <a:t>promptable</a:t>
            </a:r>
            <a:r>
              <a:rPr lang="en-IN" sz="1600" dirty="0"/>
              <a:t> universal 3D medical image segmentation models?</a:t>
            </a:r>
          </a:p>
        </p:txBody>
      </p:sp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EE091914-0C8B-8BD0-FB13-733775D3CA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5487773"/>
              </p:ext>
            </p:extLst>
          </p:nvPr>
        </p:nvGraphicFramePr>
        <p:xfrm>
          <a:off x="821927" y="1587692"/>
          <a:ext cx="10445017" cy="2348204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4878732">
                  <a:extLst>
                    <a:ext uri="{9D8B030D-6E8A-4147-A177-3AD203B41FA5}">
                      <a16:colId xmlns:a16="http://schemas.microsoft.com/office/drawing/2014/main" val="4005475"/>
                    </a:ext>
                  </a:extLst>
                </a:gridCol>
                <a:gridCol w="5566285">
                  <a:extLst>
                    <a:ext uri="{9D8B030D-6E8A-4147-A177-3AD203B41FA5}">
                      <a16:colId xmlns:a16="http://schemas.microsoft.com/office/drawing/2014/main" val="3049896064"/>
                    </a:ext>
                  </a:extLst>
                </a:gridCol>
              </a:tblGrid>
              <a:tr h="538509">
                <a:tc>
                  <a:txBody>
                    <a:bodyPr/>
                    <a:lstStyle/>
                    <a:p>
                      <a:pPr algn="l"/>
                      <a:r>
                        <a:rPr lang="en-IN" sz="1600" dirty="0"/>
                        <a:t>What’s Missing?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600" dirty="0"/>
                        <a:t>Thesis Scope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254997"/>
                  </a:ext>
                </a:extLst>
              </a:tr>
              <a:tr h="658515">
                <a:tc>
                  <a:txBody>
                    <a:bodyPr/>
                    <a:lstStyle/>
                    <a:p>
                      <a:pPr algn="l"/>
                      <a:r>
                        <a:rPr lang="en-IN" sz="1600" dirty="0"/>
                        <a:t>No benchmark for </a:t>
                      </a:r>
                      <a:r>
                        <a:rPr lang="en-IN" sz="1600" b="0" dirty="0"/>
                        <a:t>few-shot continual adaptation</a:t>
                      </a:r>
                      <a:endParaRPr lang="en-IN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600" dirty="0"/>
                        <a:t>Offline class-incremental benchmark with </a:t>
                      </a:r>
                      <a:r>
                        <a:rPr lang="en-IN" sz="1600" dirty="0" err="1"/>
                        <a:t>VoxTell</a:t>
                      </a:r>
                      <a:endParaRPr lang="en-IN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07024593"/>
                  </a:ext>
                </a:extLst>
              </a:tr>
              <a:tr h="612671">
                <a:tc>
                  <a:txBody>
                    <a:bodyPr/>
                    <a:lstStyle/>
                    <a:p>
                      <a:pPr algn="l"/>
                      <a:r>
                        <a:rPr lang="en-IN" sz="1600" dirty="0"/>
                        <a:t>No systematic evaluation of CL strategies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600" dirty="0"/>
                        <a:t>FT • </a:t>
                      </a:r>
                      <a:r>
                        <a:rPr lang="en-IN" sz="1600" dirty="0" err="1"/>
                        <a:t>LoRA</a:t>
                      </a:r>
                      <a:r>
                        <a:rPr lang="en-IN" sz="1600" dirty="0"/>
                        <a:t> • CPE-CLIP • ZSCL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4717452"/>
                  </a:ext>
                </a:extLst>
              </a:tr>
              <a:tr h="538509">
                <a:tc>
                  <a:txBody>
                    <a:bodyPr/>
                    <a:lstStyle/>
                    <a:p>
                      <a:pPr algn="l"/>
                      <a:r>
                        <a:rPr lang="en-IN" sz="1600" dirty="0"/>
                        <a:t>Unknown adaptation–forgetting trade-off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600" dirty="0"/>
                        <a:t>Quantitative comparison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05947230"/>
                  </a:ext>
                </a:extLst>
              </a:tr>
            </a:tbl>
          </a:graphicData>
        </a:graphic>
      </p:graphicFrame>
      <p:sp>
        <p:nvSpPr>
          <p:cNvPr id="20" name="Rectangle 19">
            <a:extLst>
              <a:ext uri="{FF2B5EF4-FFF2-40B4-BE49-F238E27FC236}">
                <a16:creationId xmlns:a16="http://schemas.microsoft.com/office/drawing/2014/main" id="{6EC71978-DC5F-76CF-15E1-E781761F2D28}"/>
              </a:ext>
            </a:extLst>
          </p:cNvPr>
          <p:cNvSpPr/>
          <p:nvPr/>
        </p:nvSpPr>
        <p:spPr>
          <a:xfrm>
            <a:off x="518320" y="4685845"/>
            <a:ext cx="11157743" cy="94538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80000" rIns="180000" bIns="180000" rtlCol="0" anchor="ctr"/>
          <a:lstStyle/>
          <a:p>
            <a:pPr marL="0" marR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en-IN" sz="1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B4C01F3-1FCB-7954-E982-D302E8577AAA}"/>
              </a:ext>
            </a:extLst>
          </p:cNvPr>
          <p:cNvSpPr/>
          <p:nvPr/>
        </p:nvSpPr>
        <p:spPr>
          <a:xfrm>
            <a:off x="821930" y="4354384"/>
            <a:ext cx="2623931" cy="518627"/>
          </a:xfrm>
          <a:prstGeom prst="rect">
            <a:avLst/>
          </a:prstGeom>
          <a:solidFill>
            <a:srgbClr val="2F586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80000" rIns="180000" bIns="180000" rtlCol="0" anchor="ctr"/>
          <a:lstStyle/>
          <a:p>
            <a:pPr marL="0" marR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</a:pPr>
            <a:r>
              <a:rPr lang="en-IN" sz="1600" b="1" dirty="0">
                <a:solidFill>
                  <a:schemeClr val="bg1"/>
                </a:solidFill>
                <a:latin typeface="Arial"/>
              </a:rPr>
              <a:t>Research Question</a:t>
            </a:r>
            <a:endParaRPr kumimoji="0" lang="en-IN" sz="1600" b="1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3985639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20" grpId="0" animBg="1"/>
      <p:bldP spid="2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201864-F0EC-182B-9FB4-6FF51B9780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A6B8B3F9-9162-3370-10A6-F10F1F03A2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Continual Learning Settings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FF33DCE-F3BF-6F2E-8ED8-B60177A959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D4C7B6-65DB-4651-9D6D-787BD251B230}" type="datetime4">
              <a:rPr lang="de-DE" smtClean="0"/>
              <a:pPr/>
              <a:t>6. August 2026</a:t>
            </a:fld>
            <a:endParaRPr lang="de-DE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F34B2E1-F1D3-1318-9C3A-A07BA17150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Technische Fakultät</a:t>
            </a:r>
            <a:endParaRPr lang="de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063952-5151-D2E1-7517-8C2F8A3B2F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6</a:t>
            </a:fld>
            <a:endParaRPr lang="de-DE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118DB9E-3EF6-16F4-94A0-E4A6C2AFA079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r>
              <a:rPr lang="en-IN" dirty="0"/>
              <a:t>Task, domain, and class-incremental learning paradigms</a:t>
            </a:r>
          </a:p>
        </p:txBody>
      </p:sp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E5148969-AD85-A237-816E-020875220E11}"/>
              </a:ext>
            </a:extLst>
          </p:cNvPr>
          <p:cNvSpPr>
            <a:spLocks noGrp="1"/>
          </p:cNvSpPr>
          <p:nvPr>
            <p:ph type="pic" sz="quarter" idx="39"/>
          </p:nvPr>
        </p:nvSpPr>
        <p:spPr/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4D6D6B5-4FB9-DDF5-2C2F-100347F0327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280"/>
          <a:stretch>
            <a:fillRect/>
          </a:stretch>
        </p:blipFill>
        <p:spPr>
          <a:xfrm>
            <a:off x="1744764" y="1414065"/>
            <a:ext cx="8486573" cy="427044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6298EF5C-1CC8-8578-822C-8ACD3F6BD579}"/>
              </a:ext>
            </a:extLst>
          </p:cNvPr>
          <p:cNvSpPr txBox="1"/>
          <p:nvPr/>
        </p:nvSpPr>
        <p:spPr>
          <a:xfrm>
            <a:off x="742640" y="5684509"/>
            <a:ext cx="1093342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600" b="1" dirty="0"/>
              <a:t>Offline Continual Learning</a:t>
            </a:r>
            <a:r>
              <a:rPr lang="en-IN" sz="1600" dirty="0"/>
              <a:t>: Sequence of distinct tasks over time, with the data for each task provided as a complete, multi-epoch batch rather than a stream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B0D0121-C5E3-3359-B689-E154298DDDA7}"/>
              </a:ext>
            </a:extLst>
          </p:cNvPr>
          <p:cNvSpPr txBox="1"/>
          <p:nvPr/>
        </p:nvSpPr>
        <p:spPr>
          <a:xfrm>
            <a:off x="9360026" y="5320824"/>
            <a:ext cx="212207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1000" dirty="0">
                <a:effectLst/>
              </a:rPr>
              <a:t>Source: Yang, </a:t>
            </a:r>
            <a:r>
              <a:rPr lang="en-IN" sz="1000" dirty="0" err="1">
                <a:effectLst/>
              </a:rPr>
              <a:t>Yutao</a:t>
            </a:r>
            <a:r>
              <a:rPr lang="en-IN" sz="1000" dirty="0">
                <a:effectLst/>
              </a:rPr>
              <a:t>, et al. (2025)</a:t>
            </a:r>
          </a:p>
        </p:txBody>
      </p:sp>
    </p:spTree>
    <p:extLst>
      <p:ext uri="{BB962C8B-B14F-4D97-AF65-F5344CB8AC3E}">
        <p14:creationId xmlns:p14="http://schemas.microsoft.com/office/powerpoint/2010/main" val="384190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E3E627-09D9-67AA-DFF3-2C8D3CD488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85427AD-713D-C40E-B207-DB5AC1CBF2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Multimodal Continual Learning Strategies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CFFE511-CEB9-28FA-52EF-5B24A29FB8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D4C7B6-65DB-4651-9D6D-787BD251B230}" type="datetime4">
              <a:rPr lang="de-DE" smtClean="0"/>
              <a:pPr/>
              <a:t>6. August 2026</a:t>
            </a:fld>
            <a:endParaRPr lang="de-DE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407F3DD-BF0B-8DF5-BCA3-6BFBC1B3CC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Technische Fakultät</a:t>
            </a:r>
            <a:endParaRPr lang="de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C32917-6486-6565-2EEC-D0130B66FA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7</a:t>
            </a:fld>
            <a:endParaRPr lang="de-DE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6D317B37-0279-7450-503F-85B4C5E45089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r>
              <a:rPr lang="en-IN" dirty="0"/>
              <a:t>Representative approaches for mitigating catastrophic forgetting</a:t>
            </a:r>
          </a:p>
        </p:txBody>
      </p:sp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0B61047D-3F7E-82DD-71CB-5A0A9FD8E720}"/>
              </a:ext>
            </a:extLst>
          </p:cNvPr>
          <p:cNvSpPr>
            <a:spLocks noGrp="1"/>
          </p:cNvSpPr>
          <p:nvPr>
            <p:ph type="pic" sz="quarter" idx="39"/>
          </p:nvPr>
        </p:nvSpPr>
        <p:spPr/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D229097-023A-8AF3-EB1C-6B881B83515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54" b="1154"/>
          <a:stretch/>
        </p:blipFill>
        <p:spPr>
          <a:xfrm>
            <a:off x="1643651" y="1361662"/>
            <a:ext cx="8741295" cy="3916017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155522F0-9BBF-38D1-F1A1-EF02F1CA91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51425" y="5297557"/>
            <a:ext cx="6125746" cy="1207602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A9A86670-E738-7FB7-4E1F-CCF4FBD0AB2F}"/>
              </a:ext>
            </a:extLst>
          </p:cNvPr>
          <p:cNvSpPr txBox="1"/>
          <p:nvPr/>
        </p:nvSpPr>
        <p:spPr>
          <a:xfrm>
            <a:off x="9225997" y="5297557"/>
            <a:ext cx="212207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1000" dirty="0">
                <a:effectLst/>
              </a:rPr>
              <a:t>Source: Liu, Yuyang, et al. (2026)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A3B2CF8-63E0-8C87-72D4-456DEA69BB65}"/>
              </a:ext>
            </a:extLst>
          </p:cNvPr>
          <p:cNvSpPr txBox="1"/>
          <p:nvPr/>
        </p:nvSpPr>
        <p:spPr>
          <a:xfrm>
            <a:off x="9028321" y="6278816"/>
            <a:ext cx="212207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1000" dirty="0">
                <a:effectLst/>
              </a:rPr>
              <a:t>Source: Görner, Martin. (2025)</a:t>
            </a:r>
          </a:p>
        </p:txBody>
      </p:sp>
    </p:spTree>
    <p:extLst>
      <p:ext uri="{BB962C8B-B14F-4D97-AF65-F5344CB8AC3E}">
        <p14:creationId xmlns:p14="http://schemas.microsoft.com/office/powerpoint/2010/main" val="26911980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00C28A-C5BB-9057-E1B5-21DD67ABBC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3EF02EF6-2995-B795-75C5-2F95D7B552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Evolution of Multimodal Continual Learning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885EE4B-95E7-9274-2D14-11D906F88F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D4C7B6-65DB-4651-9D6D-787BD251B230}" type="datetime4">
              <a:rPr lang="de-DE" smtClean="0"/>
              <a:pPr/>
              <a:t>6. August 2026</a:t>
            </a:fld>
            <a:endParaRPr lang="de-DE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1221964-1398-3BE5-0E3D-E61F1340C0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Technische Fakultät</a:t>
            </a:r>
            <a:endParaRPr lang="de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BF7BAC-58EC-C600-5633-281935BC07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8</a:t>
            </a:fld>
            <a:endParaRPr lang="de-DE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837AC47-7FF5-FA20-58A0-4CCC832A95E7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r>
              <a:rPr lang="en-IN" dirty="0"/>
              <a:t>Key developments leading to the methods evaluated in this thesis</a:t>
            </a:r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2244578A-924F-D1DA-644B-3180F760DD60}"/>
              </a:ext>
            </a:extLst>
          </p:cNvPr>
          <p:cNvSpPr>
            <a:spLocks noGrp="1"/>
          </p:cNvSpPr>
          <p:nvPr>
            <p:ph type="pic" sz="quarter" idx="39"/>
          </p:nvPr>
        </p:nvSpPr>
        <p:spPr/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DDEFB903-A403-D64B-FACB-F9D209DE83D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170"/>
          <a:stretch>
            <a:fillRect/>
          </a:stretch>
        </p:blipFill>
        <p:spPr>
          <a:xfrm>
            <a:off x="374427" y="1407701"/>
            <a:ext cx="11817573" cy="3834472"/>
          </a:xfrm>
          <a:prstGeom prst="rect">
            <a:avLst/>
          </a:prstGeom>
        </p:spPr>
      </p:pic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AF57C08C-6E04-3AA8-CADE-FD92FD1E4B40}"/>
              </a:ext>
            </a:extLst>
          </p:cNvPr>
          <p:cNvSpPr/>
          <p:nvPr/>
        </p:nvSpPr>
        <p:spPr>
          <a:xfrm>
            <a:off x="2365512" y="3574433"/>
            <a:ext cx="1093305" cy="566529"/>
          </a:xfrm>
          <a:prstGeom prst="roundRect">
            <a:avLst/>
          </a:prstGeom>
          <a:noFill/>
          <a:ln w="12700">
            <a:solidFill>
              <a:schemeClr val="tx1"/>
            </a:solidFill>
          </a:ln>
          <a:effectLst>
            <a:glow rad="228600">
              <a:schemeClr val="accent3">
                <a:satMod val="175000"/>
                <a:alpha val="40000"/>
              </a:schemeClr>
            </a:glow>
            <a:innerShdw blurRad="63500" dist="50800" dir="135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80000" rIns="180000" bIns="180000" rtlCol="0" anchor="ctr"/>
          <a:lstStyle/>
          <a:p>
            <a:pPr marL="0" marR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en-IN" sz="1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085455CA-EF19-C282-ABCC-3147AED1F4D4}"/>
              </a:ext>
            </a:extLst>
          </p:cNvPr>
          <p:cNvSpPr/>
          <p:nvPr/>
        </p:nvSpPr>
        <p:spPr>
          <a:xfrm>
            <a:off x="3531703" y="3577747"/>
            <a:ext cx="1093305" cy="566529"/>
          </a:xfrm>
          <a:prstGeom prst="roundRect">
            <a:avLst/>
          </a:prstGeom>
          <a:noFill/>
          <a:ln w="12700">
            <a:solidFill>
              <a:schemeClr val="tx1"/>
            </a:solidFill>
          </a:ln>
          <a:effectLst>
            <a:glow rad="2286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80000" rIns="180000" bIns="180000" rtlCol="0" anchor="ctr"/>
          <a:lstStyle/>
          <a:p>
            <a:pPr marL="0" marR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en-IN" sz="1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303F8978-9C1D-0732-0DDA-01119B1154BE}"/>
              </a:ext>
            </a:extLst>
          </p:cNvPr>
          <p:cNvSpPr/>
          <p:nvPr/>
        </p:nvSpPr>
        <p:spPr>
          <a:xfrm>
            <a:off x="9677377" y="3561181"/>
            <a:ext cx="1093305" cy="566529"/>
          </a:xfrm>
          <a:prstGeom prst="roundRect">
            <a:avLst/>
          </a:prstGeom>
          <a:noFill/>
          <a:ln w="12700">
            <a:solidFill>
              <a:schemeClr val="tx1"/>
            </a:solidFill>
          </a:ln>
          <a:effectLst>
            <a:glow rad="2286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80000" rIns="180000" bIns="180000" rtlCol="0" anchor="ctr"/>
          <a:lstStyle/>
          <a:p>
            <a:pPr marL="0" marR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en-IN" sz="1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A212EB9-6B5D-FC88-F4CB-5DCBBC79A1BF}"/>
              </a:ext>
            </a:extLst>
          </p:cNvPr>
          <p:cNvSpPr txBox="1"/>
          <p:nvPr/>
        </p:nvSpPr>
        <p:spPr>
          <a:xfrm>
            <a:off x="374427" y="5147356"/>
            <a:ext cx="11817572" cy="416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600" dirty="0"/>
              <a:t>CPE-CLIP links layer-specific prompts by defining vision prompts as a function of language prompts.</a:t>
            </a: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82E65594-B056-887B-AEC0-54E492D72E44}"/>
              </a:ext>
            </a:extLst>
          </p:cNvPr>
          <p:cNvSpPr/>
          <p:nvPr/>
        </p:nvSpPr>
        <p:spPr>
          <a:xfrm>
            <a:off x="4896673" y="4117769"/>
            <a:ext cx="1093305" cy="566529"/>
          </a:xfrm>
          <a:prstGeom prst="roundRect">
            <a:avLst/>
          </a:prstGeom>
          <a:noFill/>
          <a:ln w="12700">
            <a:solidFill>
              <a:schemeClr val="tx1"/>
            </a:solidFill>
          </a:ln>
          <a:effectLst>
            <a:glow rad="2286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80000" rIns="180000" bIns="180000" rtlCol="0" anchor="ctr"/>
          <a:lstStyle/>
          <a:p>
            <a:pPr marL="0" marR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en-IN" sz="1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941C1FB-CEA5-7253-1C7E-D75DDB51B4CC}"/>
              </a:ext>
            </a:extLst>
          </p:cNvPr>
          <p:cNvSpPr txBox="1"/>
          <p:nvPr/>
        </p:nvSpPr>
        <p:spPr>
          <a:xfrm>
            <a:off x="374426" y="5978879"/>
            <a:ext cx="11687590" cy="416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600" dirty="0"/>
              <a:t>C-CLIP and </a:t>
            </a:r>
            <a:r>
              <a:rPr lang="en-IN" sz="1600" dirty="0" err="1"/>
              <a:t>CoLeCLIP</a:t>
            </a:r>
            <a:r>
              <a:rPr lang="en-IN" sz="1600" dirty="0"/>
              <a:t> applied </a:t>
            </a:r>
            <a:r>
              <a:rPr lang="en-IN" sz="1600" dirty="0" err="1"/>
              <a:t>LoRA</a:t>
            </a:r>
            <a:r>
              <a:rPr lang="en-IN" sz="1600" dirty="0"/>
              <a:t> to the attention matrices inside Vision and language encoders.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54464BA-4749-F57B-B268-324022BA8128}"/>
              </a:ext>
            </a:extLst>
          </p:cNvPr>
          <p:cNvSpPr txBox="1"/>
          <p:nvPr/>
        </p:nvSpPr>
        <p:spPr>
          <a:xfrm>
            <a:off x="374426" y="5563118"/>
            <a:ext cx="11687590" cy="416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600" dirty="0"/>
              <a:t>ZSCL avoids alignment degeneration by matching the current model's cross-modal similarity with its initial state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2CE32FF-F6B6-4FD8-1F72-C99315E851C0}"/>
              </a:ext>
            </a:extLst>
          </p:cNvPr>
          <p:cNvSpPr txBox="1"/>
          <p:nvPr/>
        </p:nvSpPr>
        <p:spPr>
          <a:xfrm>
            <a:off x="8202268" y="4948104"/>
            <a:ext cx="212207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1000" dirty="0">
                <a:effectLst/>
              </a:rPr>
              <a:t>Source: Liu, Yuyang, et al. (2024)</a:t>
            </a:r>
          </a:p>
        </p:txBody>
      </p:sp>
    </p:spTree>
    <p:extLst>
      <p:ext uri="{BB962C8B-B14F-4D97-AF65-F5344CB8AC3E}">
        <p14:creationId xmlns:p14="http://schemas.microsoft.com/office/powerpoint/2010/main" val="25921296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 animBg="1"/>
      <p:bldP spid="29" grpId="0" animBg="1"/>
      <p:bldP spid="31" grpId="0" animBg="1"/>
      <p:bldP spid="33" grpId="0"/>
      <p:bldP spid="37" grpId="0" animBg="1"/>
      <p:bldP spid="39" grpId="0"/>
      <p:bldP spid="4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F6AAF9-4D59-D89E-3B21-245A6CF5E2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Datumsplatzhalter 7">
            <a:extLst>
              <a:ext uri="{FF2B5EF4-FFF2-40B4-BE49-F238E27FC236}">
                <a16:creationId xmlns:a16="http://schemas.microsoft.com/office/drawing/2014/main" id="{A71240AB-C9CB-0F70-CD2B-79134A3A93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D89E98-54A4-43F9-9249-7D6B5CD88EDB}" type="datetime4">
              <a:rPr lang="de-DE" smtClean="0"/>
              <a:pPr/>
              <a:t>6. August 2026</a:t>
            </a:fld>
            <a:endParaRPr lang="de-DE" dirty="0"/>
          </a:p>
        </p:txBody>
      </p:sp>
      <p:sp>
        <p:nvSpPr>
          <p:cNvPr id="9" name="Fußzeilenplatzhalter 8">
            <a:extLst>
              <a:ext uri="{FF2B5EF4-FFF2-40B4-BE49-F238E27FC236}">
                <a16:creationId xmlns:a16="http://schemas.microsoft.com/office/drawing/2014/main" id="{E7D68F23-17A7-98D4-6755-30B5A13207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Technische Fakultät</a:t>
            </a:r>
            <a:endParaRPr lang="de-DE" dirty="0"/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86D69F1B-076D-8314-38DC-FB68AC7934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9</a:t>
            </a:fld>
            <a:endParaRPr lang="de-DE"/>
          </a:p>
        </p:txBody>
      </p:sp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ECF0DC38-186C-C1EB-C256-D40CECFF146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18316" y="1631156"/>
            <a:ext cx="4846786" cy="1252003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>
                <a:solidFill>
                  <a:srgbClr val="1F2328"/>
                </a:solidFill>
                <a:latin typeface="Arial" panose="020B0604020202020204" pitchFamily="34" charset="0"/>
              </a:rPr>
              <a:t>Trained on 158 public sources with over 62k </a:t>
            </a:r>
            <a:r>
              <a:rPr lang="en-US" dirty="0">
                <a:solidFill>
                  <a:srgbClr val="1F2328"/>
                </a:solidFill>
                <a:latin typeface="Arial" panose="020B0604020202020204" pitchFamily="34" charset="0"/>
              </a:rPr>
              <a:t>CT, MRI, and PET volumes spanning 1K+ anatomical and pathological classes</a:t>
            </a:r>
          </a:p>
          <a:p>
            <a:endParaRPr lang="en-IN" dirty="0">
              <a:solidFill>
                <a:srgbClr val="1F2328"/>
              </a:solidFill>
              <a:latin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BB7CC8B9-25A8-BBEF-4461-8E8B2BA656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err="1"/>
              <a:t>VoxTell</a:t>
            </a:r>
            <a:r>
              <a:rPr lang="en-IN" dirty="0"/>
              <a:t> Foundation Model</a:t>
            </a:r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8576A638-8EF0-8C96-74E6-2B5CFEC36743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/>
        <p:txBody>
          <a:bodyPr>
            <a:normAutofit fontScale="25000" lnSpcReduction="20000"/>
          </a:bodyPr>
          <a:lstStyle/>
          <a:p>
            <a:r>
              <a:rPr lang="en-IN" sz="6400" dirty="0"/>
              <a:t>Free-text </a:t>
            </a:r>
            <a:r>
              <a:rPr lang="en-IN" sz="6400" dirty="0" err="1"/>
              <a:t>promptable</a:t>
            </a:r>
            <a:r>
              <a:rPr lang="en-IN" sz="6400" dirty="0"/>
              <a:t> 3D medical image segmentation architecture</a:t>
            </a:r>
          </a:p>
          <a:p>
            <a:endParaRPr lang="en-IN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BC727AB-4BBB-1098-42A0-C98EAB7C72CA}"/>
              </a:ext>
            </a:extLst>
          </p:cNvPr>
          <p:cNvSpPr>
            <a:spLocks noGrp="1"/>
          </p:cNvSpPr>
          <p:nvPr>
            <p:ph type="pic" sz="quarter" idx="39"/>
          </p:nvPr>
        </p:nvSpPr>
        <p:spPr/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AA21968-EA25-C1C2-5318-D38A818077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13296" y="1489077"/>
            <a:ext cx="9048100" cy="4711698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1EE5A1BD-D24A-5F63-CC12-75C40D8F8208}"/>
              </a:ext>
            </a:extLst>
          </p:cNvPr>
          <p:cNvSpPr txBox="1"/>
          <p:nvPr/>
        </p:nvSpPr>
        <p:spPr>
          <a:xfrm>
            <a:off x="443672" y="2499720"/>
            <a:ext cx="2775390" cy="13085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IN" sz="1600" b="0" i="0" u="none" strike="noStrike" kern="1200" cap="none" spc="0" normalizeH="0" baseline="0" noProof="0" dirty="0">
                <a:ln>
                  <a:noFill/>
                </a:ln>
                <a:solidFill>
                  <a:srgbClr val="1F2328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3D Vision-language model</a:t>
            </a:r>
          </a:p>
          <a:p>
            <a:pPr marL="285750" marR="0" lvl="0" indent="-28575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IN" sz="1600" b="0" i="0" u="none" strike="noStrike" kern="1200" cap="none" spc="0" normalizeH="0" baseline="0" noProof="0" dirty="0">
                <a:ln>
                  <a:noFill/>
                </a:ln>
                <a:solidFill>
                  <a:srgbClr val="1F2328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Multi-stage vision–language fusion </a:t>
            </a:r>
          </a:p>
        </p:txBody>
      </p:sp>
    </p:spTree>
    <p:extLst>
      <p:ext uri="{BB962C8B-B14F-4D97-AF65-F5344CB8AC3E}">
        <p14:creationId xmlns:p14="http://schemas.microsoft.com/office/powerpoint/2010/main" val="15519014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27F754-A8FB-12CB-E92C-A61FB917E0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ED3FF11A-ABD1-D0B7-01E2-66920AABE9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err="1"/>
              <a:t>LoRA</a:t>
            </a:r>
            <a:r>
              <a:rPr lang="en-IN" dirty="0"/>
              <a:t>-based Continual Adaptation</a:t>
            </a:r>
          </a:p>
        </p:txBody>
      </p:sp>
      <p:sp>
        <p:nvSpPr>
          <p:cNvPr id="8" name="Datumsplatzhalter 7">
            <a:extLst>
              <a:ext uri="{FF2B5EF4-FFF2-40B4-BE49-F238E27FC236}">
                <a16:creationId xmlns:a16="http://schemas.microsoft.com/office/drawing/2014/main" id="{0458347F-9C01-4ECD-BF82-5C88DE6B30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D89E98-54A4-43F9-9249-7D6B5CD88EDB}" type="datetime4">
              <a:rPr lang="de-DE" smtClean="0"/>
              <a:pPr/>
              <a:t>6. August 2026</a:t>
            </a:fld>
            <a:endParaRPr lang="de-DE" dirty="0"/>
          </a:p>
        </p:txBody>
      </p:sp>
      <p:sp>
        <p:nvSpPr>
          <p:cNvPr id="9" name="Fußzeilenplatzhalter 8">
            <a:extLst>
              <a:ext uri="{FF2B5EF4-FFF2-40B4-BE49-F238E27FC236}">
                <a16:creationId xmlns:a16="http://schemas.microsoft.com/office/drawing/2014/main" id="{AF2DFAC3-2EAB-351D-E8D9-CB31216267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Technische Fakultät</a:t>
            </a:r>
            <a:endParaRPr lang="de-DE" dirty="0"/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A7563C60-2D73-9A65-D9BC-3B2F01A16A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10</a:t>
            </a:fld>
            <a:endParaRPr lang="de-DE"/>
          </a:p>
        </p:txBody>
      </p:sp>
      <p:sp>
        <p:nvSpPr>
          <p:cNvPr id="22" name="Text Placeholder 21">
            <a:extLst>
              <a:ext uri="{FF2B5EF4-FFF2-40B4-BE49-F238E27FC236}">
                <a16:creationId xmlns:a16="http://schemas.microsoft.com/office/drawing/2014/main" id="{593AD54B-0A26-8070-7160-5E8A0B16814A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332399"/>
          </a:xfrm>
        </p:spPr>
        <p:txBody>
          <a:bodyPr/>
          <a:lstStyle/>
          <a:p>
            <a:r>
              <a:rPr lang="en-IN" dirty="0"/>
              <a:t>Parameter-efficient adaptation of </a:t>
            </a:r>
            <a:r>
              <a:rPr lang="en-IN" dirty="0" err="1"/>
              <a:t>VoxTell</a:t>
            </a:r>
            <a:r>
              <a:rPr lang="en-IN" dirty="0"/>
              <a:t> using low-rank updates</a:t>
            </a:r>
          </a:p>
          <a:p>
            <a:endParaRPr lang="en-IN" dirty="0"/>
          </a:p>
        </p:txBody>
      </p:sp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4EF129BA-FA14-F2E6-6221-2335C0BF23DB}"/>
              </a:ext>
            </a:extLst>
          </p:cNvPr>
          <p:cNvSpPr>
            <a:spLocks noGrp="1"/>
          </p:cNvSpPr>
          <p:nvPr>
            <p:ph type="pic" sz="quarter" idx="39"/>
          </p:nvPr>
        </p:nvSpPr>
        <p:spPr/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0D071218-6364-E924-5CFD-E8A926B1EF7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0011"/>
          <a:stretch>
            <a:fillRect/>
          </a:stretch>
        </p:blipFill>
        <p:spPr>
          <a:xfrm>
            <a:off x="1484603" y="1381539"/>
            <a:ext cx="6712502" cy="507932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2504BC7-F0AE-972B-2279-5858646D95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25940" y="1451849"/>
            <a:ext cx="2756159" cy="4814199"/>
          </a:xfrm>
          <a:prstGeom prst="rect">
            <a:avLst/>
          </a:prstGeom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FE237CC-D5B9-F105-0B27-6F20D57FE86E}"/>
              </a:ext>
            </a:extLst>
          </p:cNvPr>
          <p:cNvCxnSpPr/>
          <p:nvPr/>
        </p:nvCxnSpPr>
        <p:spPr>
          <a:xfrm>
            <a:off x="8398565" y="1451849"/>
            <a:ext cx="0" cy="4899255"/>
          </a:xfrm>
          <a:prstGeom prst="line">
            <a:avLst/>
          </a:prstGeom>
          <a:ln w="12700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317022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337D7F-B58E-BCDE-C129-1CC00F8B1A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3CB961D8-07AB-8978-4527-E395F9FAE4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Prompt-based Continual Adaptation</a:t>
            </a:r>
          </a:p>
        </p:txBody>
      </p:sp>
      <p:sp>
        <p:nvSpPr>
          <p:cNvPr id="8" name="Datumsplatzhalter 7">
            <a:extLst>
              <a:ext uri="{FF2B5EF4-FFF2-40B4-BE49-F238E27FC236}">
                <a16:creationId xmlns:a16="http://schemas.microsoft.com/office/drawing/2014/main" id="{D0C55575-B67B-0422-1539-9933CA2135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D89E98-54A4-43F9-9249-7D6B5CD88EDB}" type="datetime4">
              <a:rPr lang="de-DE" smtClean="0"/>
              <a:pPr/>
              <a:t>6. August 2026</a:t>
            </a:fld>
            <a:endParaRPr lang="de-DE" dirty="0"/>
          </a:p>
        </p:txBody>
      </p:sp>
      <p:sp>
        <p:nvSpPr>
          <p:cNvPr id="9" name="Fußzeilenplatzhalter 8">
            <a:extLst>
              <a:ext uri="{FF2B5EF4-FFF2-40B4-BE49-F238E27FC236}">
                <a16:creationId xmlns:a16="http://schemas.microsoft.com/office/drawing/2014/main" id="{30AFC42E-87CC-F309-927B-D32652CC2E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Technische Fakultät</a:t>
            </a:r>
            <a:endParaRPr lang="de-DE" dirty="0"/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CE053B70-43B6-DB36-7665-C1E5B3C0BB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11</a:t>
            </a:fld>
            <a:endParaRPr lang="de-DE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1F79FCD1-1E6D-D1CA-0763-5C09D518612B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332399"/>
          </a:xfrm>
        </p:spPr>
        <p:txBody>
          <a:bodyPr/>
          <a:lstStyle/>
          <a:p>
            <a:r>
              <a:rPr lang="en-IN" dirty="0"/>
              <a:t>Prompt learning for continual adaptation of </a:t>
            </a:r>
            <a:r>
              <a:rPr lang="en-IN" dirty="0" err="1"/>
              <a:t>VoxTell</a:t>
            </a:r>
            <a:endParaRPr lang="en-IN" dirty="0"/>
          </a:p>
          <a:p>
            <a:endParaRPr lang="en-IN" dirty="0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BC1D6F57-7D24-67A0-11C0-318A9430A7C5}"/>
              </a:ext>
            </a:extLst>
          </p:cNvPr>
          <p:cNvSpPr>
            <a:spLocks noGrp="1"/>
          </p:cNvSpPr>
          <p:nvPr>
            <p:ph type="pic" sz="quarter" idx="39"/>
          </p:nvPr>
        </p:nvSpPr>
        <p:spPr/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691D1A8B-08FD-E8BD-A866-EAC2448713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877" y="1590261"/>
            <a:ext cx="10445222" cy="45114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60700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E82BEA-152D-066B-3506-FA798550C9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734306DC-A7EB-4584-6E2B-5A29BF0565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Regularisation-based Continual Adaptation</a:t>
            </a:r>
          </a:p>
        </p:txBody>
      </p:sp>
      <p:sp>
        <p:nvSpPr>
          <p:cNvPr id="8" name="Datumsplatzhalter 7">
            <a:extLst>
              <a:ext uri="{FF2B5EF4-FFF2-40B4-BE49-F238E27FC236}">
                <a16:creationId xmlns:a16="http://schemas.microsoft.com/office/drawing/2014/main" id="{C6FFACF7-C0CB-C3B4-182E-5DEB3C199C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D89E98-54A4-43F9-9249-7D6B5CD88EDB}" type="datetime4">
              <a:rPr lang="de-DE" smtClean="0"/>
              <a:pPr/>
              <a:t>6. August 2026</a:t>
            </a:fld>
            <a:endParaRPr lang="de-DE" dirty="0"/>
          </a:p>
        </p:txBody>
      </p:sp>
      <p:sp>
        <p:nvSpPr>
          <p:cNvPr id="9" name="Fußzeilenplatzhalter 8">
            <a:extLst>
              <a:ext uri="{FF2B5EF4-FFF2-40B4-BE49-F238E27FC236}">
                <a16:creationId xmlns:a16="http://schemas.microsoft.com/office/drawing/2014/main" id="{AFB94258-27D2-8B78-7511-8E8D08767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Technische Fakultät</a:t>
            </a:r>
            <a:endParaRPr lang="de-DE" dirty="0"/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AF18645E-583E-4426-D326-EE25D5A6AB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12</a:t>
            </a:fld>
            <a:endParaRPr lang="de-DE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FDC06D9B-0AEC-E413-C513-45D83EEC4E95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9"/>
            <a:ext cx="7617015" cy="332400"/>
          </a:xfrm>
        </p:spPr>
        <p:txBody>
          <a:bodyPr/>
          <a:lstStyle/>
          <a:p>
            <a:r>
              <a:rPr lang="en-IN" dirty="0"/>
              <a:t>Knowledge-preserving optimization using Zero-Shot Continual Learning (ZSCL)</a:t>
            </a:r>
          </a:p>
          <a:p>
            <a:endParaRPr lang="en-IN" dirty="0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BA9CEDE6-2C60-2923-87CB-F02386BAFB6C}"/>
              </a:ext>
            </a:extLst>
          </p:cNvPr>
          <p:cNvSpPr>
            <a:spLocks noGrp="1"/>
          </p:cNvSpPr>
          <p:nvPr>
            <p:ph type="pic" sz="quarter" idx="39"/>
          </p:nvPr>
        </p:nvSpPr>
        <p:spPr/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E4626C6A-B4EC-25CE-CA78-7A272BA83C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190" y="1264630"/>
            <a:ext cx="10495722" cy="5259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9234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71590E-3546-2A2B-FC75-6575A81E0D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879E447E-3404-15D1-6390-1520709973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Datasets</a:t>
            </a:r>
          </a:p>
        </p:txBody>
      </p:sp>
      <p:sp>
        <p:nvSpPr>
          <p:cNvPr id="8" name="Datumsplatzhalter 7">
            <a:extLst>
              <a:ext uri="{FF2B5EF4-FFF2-40B4-BE49-F238E27FC236}">
                <a16:creationId xmlns:a16="http://schemas.microsoft.com/office/drawing/2014/main" id="{C23F023D-9572-AFF3-D610-85B1DCA3CD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D89E98-54A4-43F9-9249-7D6B5CD88EDB}" type="datetime4">
              <a:rPr lang="de-DE" smtClean="0"/>
              <a:pPr/>
              <a:t>6. August 2026</a:t>
            </a:fld>
            <a:endParaRPr lang="de-DE" dirty="0"/>
          </a:p>
        </p:txBody>
      </p:sp>
      <p:sp>
        <p:nvSpPr>
          <p:cNvPr id="9" name="Fußzeilenplatzhalter 8">
            <a:extLst>
              <a:ext uri="{FF2B5EF4-FFF2-40B4-BE49-F238E27FC236}">
                <a16:creationId xmlns:a16="http://schemas.microsoft.com/office/drawing/2014/main" id="{3B8700F9-E6D2-9101-7009-23832A3BB7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Technische Fakultät</a:t>
            </a:r>
            <a:endParaRPr lang="de-DE" dirty="0"/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889E6B48-8961-76B5-6DE1-A512FFEBFA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13</a:t>
            </a:fld>
            <a:endParaRPr lang="de-DE"/>
          </a:p>
        </p:txBody>
      </p:sp>
      <p:sp>
        <p:nvSpPr>
          <p:cNvPr id="39" name="Text Placeholder 38">
            <a:extLst>
              <a:ext uri="{FF2B5EF4-FFF2-40B4-BE49-F238E27FC236}">
                <a16:creationId xmlns:a16="http://schemas.microsoft.com/office/drawing/2014/main" id="{9F43FB71-D895-6991-E31B-BE18700E2DE7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332399"/>
          </a:xfrm>
        </p:spPr>
        <p:txBody>
          <a:bodyPr/>
          <a:lstStyle/>
          <a:p>
            <a:r>
              <a:rPr lang="en-IN" dirty="0"/>
              <a:t>Benchmark datasets for adaptation and retention evaluation</a:t>
            </a:r>
          </a:p>
          <a:p>
            <a:endParaRPr lang="en-IN" dirty="0"/>
          </a:p>
        </p:txBody>
      </p:sp>
      <p:sp>
        <p:nvSpPr>
          <p:cNvPr id="40" name="Picture Placeholder 39">
            <a:extLst>
              <a:ext uri="{FF2B5EF4-FFF2-40B4-BE49-F238E27FC236}">
                <a16:creationId xmlns:a16="http://schemas.microsoft.com/office/drawing/2014/main" id="{AA8D69BC-7380-5D1D-0972-F33BFFE44F40}"/>
              </a:ext>
            </a:extLst>
          </p:cNvPr>
          <p:cNvSpPr>
            <a:spLocks noGrp="1"/>
          </p:cNvSpPr>
          <p:nvPr>
            <p:ph type="pic" sz="quarter" idx="39"/>
          </p:nvPr>
        </p:nvSpPr>
        <p:spPr/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5417E14-6FA9-AF50-21C6-4C181A996BD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2011"/>
          <a:stretch>
            <a:fillRect/>
          </a:stretch>
        </p:blipFill>
        <p:spPr>
          <a:xfrm>
            <a:off x="9030053" y="1551076"/>
            <a:ext cx="2452046" cy="2123028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C799364-BC6F-6311-1BAD-257DDD3BA873}"/>
              </a:ext>
            </a:extLst>
          </p:cNvPr>
          <p:cNvSpPr txBox="1"/>
          <p:nvPr/>
        </p:nvSpPr>
        <p:spPr>
          <a:xfrm>
            <a:off x="630634" y="1550182"/>
            <a:ext cx="76891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lang="en-IN" sz="1600" b="1" i="0" dirty="0">
                <a:solidFill>
                  <a:srgbClr val="1F2328"/>
                </a:solidFill>
                <a:effectLst/>
              </a:rPr>
              <a:t>Training Dataset: </a:t>
            </a:r>
            <a:r>
              <a:rPr lang="en-IN" sz="1600" dirty="0">
                <a:solidFill>
                  <a:srgbClr val="1F2328"/>
                </a:solidFill>
              </a:rPr>
              <a:t>Stanford Knee MRI Multi-Task Evaluation (SKM-TEA)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AB462B2-CC62-00B5-3341-7805D8601E46}"/>
              </a:ext>
            </a:extLst>
          </p:cNvPr>
          <p:cNvSpPr txBox="1"/>
          <p:nvPr/>
        </p:nvSpPr>
        <p:spPr>
          <a:xfrm>
            <a:off x="630634" y="4220079"/>
            <a:ext cx="524510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buNone/>
            </a:pPr>
            <a:r>
              <a:rPr lang="en-IN" sz="1600" b="1" i="0" dirty="0">
                <a:solidFill>
                  <a:srgbClr val="1F2328"/>
                </a:solidFill>
                <a:effectLst/>
              </a:rPr>
              <a:t>Retention Dataset: </a:t>
            </a:r>
            <a:r>
              <a:rPr lang="en-IN" sz="1600" i="0" dirty="0" err="1">
                <a:solidFill>
                  <a:srgbClr val="1F2328"/>
                </a:solidFill>
                <a:effectLst/>
              </a:rPr>
              <a:t>AeroPath</a:t>
            </a:r>
            <a:endParaRPr lang="en-IN" sz="1600" i="0" dirty="0">
              <a:solidFill>
                <a:srgbClr val="1F2328"/>
              </a:solidFill>
              <a:effectLst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921869F-25EB-7293-0666-E0D70BED57A1}"/>
              </a:ext>
            </a:extLst>
          </p:cNvPr>
          <p:cNvSpPr txBox="1"/>
          <p:nvPr/>
        </p:nvSpPr>
        <p:spPr>
          <a:xfrm>
            <a:off x="828711" y="4637448"/>
            <a:ext cx="661289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b="0" i="0" dirty="0">
                <a:solidFill>
                  <a:srgbClr val="1F2328"/>
                </a:solidFill>
                <a:effectLst/>
              </a:rPr>
              <a:t>27 CTs with corresponding airways and lung annotations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sz="1600" b="0" i="0" dirty="0">
              <a:solidFill>
                <a:srgbClr val="1F2328"/>
              </a:solidFill>
              <a:effectLst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dirty="0">
                <a:solidFill>
                  <a:srgbClr val="1F2328"/>
                </a:solidFill>
              </a:rPr>
              <a:t>Used only Lung Annotations for the Retention Task</a:t>
            </a:r>
            <a:endParaRPr lang="en-IN" sz="1600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7DEEB276-6CFA-0837-F889-DE2E66B9074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0718" t="11044" r="53595" b="52819"/>
          <a:stretch>
            <a:fillRect/>
          </a:stretch>
        </p:blipFill>
        <p:spPr>
          <a:xfrm>
            <a:off x="9007470" y="4220079"/>
            <a:ext cx="2497211" cy="1868613"/>
          </a:xfrm>
          <a:prstGeom prst="rect">
            <a:avLst/>
          </a:prstGeom>
        </p:spPr>
      </p:pic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708BB5A1-D024-5D00-7F6D-27BD93D831BA}"/>
              </a:ext>
            </a:extLst>
          </p:cNvPr>
          <p:cNvCxnSpPr/>
          <p:nvPr/>
        </p:nvCxnSpPr>
        <p:spPr>
          <a:xfrm>
            <a:off x="518319" y="4023360"/>
            <a:ext cx="10963780" cy="0"/>
          </a:xfrm>
          <a:prstGeom prst="line">
            <a:avLst/>
          </a:prstGeom>
          <a:ln w="12700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AB64D8A7-CC94-B58E-866D-D4C9174BD2A0}"/>
              </a:ext>
            </a:extLst>
          </p:cNvPr>
          <p:cNvSpPr txBox="1"/>
          <p:nvPr/>
        </p:nvSpPr>
        <p:spPr>
          <a:xfrm>
            <a:off x="828711" y="2021141"/>
            <a:ext cx="7899242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b="0" i="0" dirty="0">
                <a:solidFill>
                  <a:srgbClr val="1F2328"/>
                </a:solidFill>
                <a:effectLst/>
              </a:rPr>
              <a:t>155 MRI </a:t>
            </a:r>
            <a:r>
              <a:rPr lang="en-IN" sz="1600" dirty="0">
                <a:solidFill>
                  <a:srgbClr val="1F2328"/>
                </a:solidFill>
              </a:rPr>
              <a:t>k</a:t>
            </a:r>
            <a:r>
              <a:rPr lang="en-IN" sz="1600" b="0" i="0" dirty="0">
                <a:solidFill>
                  <a:srgbClr val="1F2328"/>
                </a:solidFill>
                <a:effectLst/>
              </a:rPr>
              <a:t>nee </a:t>
            </a:r>
            <a:r>
              <a:rPr lang="en-IN" sz="1600" dirty="0">
                <a:solidFill>
                  <a:srgbClr val="1F2328"/>
                </a:solidFill>
              </a:rPr>
              <a:t>scans </a:t>
            </a:r>
            <a:r>
              <a:rPr lang="en-IN" sz="1600" b="0" i="0" dirty="0">
                <a:solidFill>
                  <a:srgbClr val="1F2328"/>
                </a:solidFill>
                <a:effectLst/>
              </a:rPr>
              <a:t>with segmentations of six tissues as follows: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sz="1600" b="0" i="0" dirty="0">
              <a:solidFill>
                <a:srgbClr val="1F2328"/>
              </a:solidFill>
              <a:effectLst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600" b="0" i="0" dirty="0">
                <a:solidFill>
                  <a:srgbClr val="1F2328"/>
                </a:solidFill>
                <a:effectLst/>
              </a:rPr>
              <a:t>Patellar Cartilage, Femoral Cartilage, Lateral Tibial Cartilage, Medial Meniscus, Lateral Meniscus, Medial Tibial Cartilage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IN" sz="1600" dirty="0">
              <a:solidFill>
                <a:srgbClr val="1F2328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dirty="0"/>
              <a:t>~161 slices/volume on average (25,000 slices / 155 scans)</a:t>
            </a:r>
            <a:endParaRPr lang="en-IN" sz="1600" b="0" i="0" dirty="0">
              <a:solidFill>
                <a:srgbClr val="1F2328"/>
              </a:solidFill>
              <a:effectLst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D2316D9-5790-F7FB-F082-B04AE5B51781}"/>
              </a:ext>
            </a:extLst>
          </p:cNvPr>
          <p:cNvSpPr txBox="1"/>
          <p:nvPr/>
        </p:nvSpPr>
        <p:spPr>
          <a:xfrm>
            <a:off x="9526300" y="3701129"/>
            <a:ext cx="214976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000" b="0" i="0" dirty="0">
                <a:solidFill>
                  <a:srgbClr val="222222"/>
                </a:solidFill>
                <a:effectLst/>
                <a:latin typeface="avenirnextltpro"/>
              </a:rPr>
              <a:t>Source: Desai, Arjun D., et al. </a:t>
            </a:r>
            <a:r>
              <a:rPr lang="en-IN" sz="1000" dirty="0">
                <a:solidFill>
                  <a:srgbClr val="222222"/>
                </a:solidFill>
                <a:latin typeface="avenirnextltpro"/>
              </a:rPr>
              <a:t>(2021)</a:t>
            </a:r>
            <a:endParaRPr lang="en-IN" sz="1000" dirty="0"/>
          </a:p>
        </p:txBody>
      </p:sp>
    </p:spTree>
    <p:extLst>
      <p:ext uri="{BB962C8B-B14F-4D97-AF65-F5344CB8AC3E}">
        <p14:creationId xmlns:p14="http://schemas.microsoft.com/office/powerpoint/2010/main" val="34081268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626D2B-15E8-01A1-3883-4F81E2E378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669DE043-4179-4896-4016-B65A7E0071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Experimental Protocol</a:t>
            </a:r>
          </a:p>
        </p:txBody>
      </p:sp>
      <p:sp>
        <p:nvSpPr>
          <p:cNvPr id="8" name="Datumsplatzhalter 7">
            <a:extLst>
              <a:ext uri="{FF2B5EF4-FFF2-40B4-BE49-F238E27FC236}">
                <a16:creationId xmlns:a16="http://schemas.microsoft.com/office/drawing/2014/main" id="{5D18A71F-B301-2C1C-22A1-D491C19281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D89E98-54A4-43F9-9249-7D6B5CD88EDB}" type="datetime4">
              <a:rPr lang="de-DE" smtClean="0"/>
              <a:pPr/>
              <a:t>6. August 2026</a:t>
            </a:fld>
            <a:endParaRPr lang="de-DE" dirty="0"/>
          </a:p>
        </p:txBody>
      </p:sp>
      <p:sp>
        <p:nvSpPr>
          <p:cNvPr id="9" name="Fußzeilenplatzhalter 8">
            <a:extLst>
              <a:ext uri="{FF2B5EF4-FFF2-40B4-BE49-F238E27FC236}">
                <a16:creationId xmlns:a16="http://schemas.microsoft.com/office/drawing/2014/main" id="{5C374E32-3C94-A4F9-997A-834FE8E401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Technische Fakultät</a:t>
            </a:r>
            <a:endParaRPr lang="de-DE" dirty="0"/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AEAFAC56-F902-FEC1-29FB-C6C6B541F3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14</a:t>
            </a:fld>
            <a:endParaRPr lang="de-DE"/>
          </a:p>
        </p:txBody>
      </p:sp>
      <p:sp>
        <p:nvSpPr>
          <p:cNvPr id="26" name="Text Placeholder 25">
            <a:extLst>
              <a:ext uri="{FF2B5EF4-FFF2-40B4-BE49-F238E27FC236}">
                <a16:creationId xmlns:a16="http://schemas.microsoft.com/office/drawing/2014/main" id="{6CCB163C-AD9F-7B6A-5442-A4FB98179440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332399"/>
          </a:xfrm>
        </p:spPr>
        <p:txBody>
          <a:bodyPr/>
          <a:lstStyle/>
          <a:p>
            <a:r>
              <a:rPr lang="en-IN" dirty="0"/>
              <a:t>Offline class-incremental benchmark and controlled training protocol</a:t>
            </a:r>
          </a:p>
          <a:p>
            <a:endParaRPr lang="en-IN" dirty="0"/>
          </a:p>
        </p:txBody>
      </p:sp>
      <p:sp>
        <p:nvSpPr>
          <p:cNvPr id="27" name="Picture Placeholder 26">
            <a:extLst>
              <a:ext uri="{FF2B5EF4-FFF2-40B4-BE49-F238E27FC236}">
                <a16:creationId xmlns:a16="http://schemas.microsoft.com/office/drawing/2014/main" id="{A08ABACD-DA5A-62D1-5C62-34E1B6D22C40}"/>
              </a:ext>
            </a:extLst>
          </p:cNvPr>
          <p:cNvSpPr>
            <a:spLocks noGrp="1"/>
          </p:cNvSpPr>
          <p:nvPr>
            <p:ph type="pic" sz="quarter" idx="39"/>
          </p:nvPr>
        </p:nvSpPr>
        <p:spPr/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D88FDD90-BC3B-8E1E-BBAD-6E94E35069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03950672"/>
              </p:ext>
            </p:extLst>
          </p:nvPr>
        </p:nvGraphicFramePr>
        <p:xfrm>
          <a:off x="583631" y="4585442"/>
          <a:ext cx="4287290" cy="158496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094254">
                  <a:extLst>
                    <a:ext uri="{9D8B030D-6E8A-4147-A177-3AD203B41FA5}">
                      <a16:colId xmlns:a16="http://schemas.microsoft.com/office/drawing/2014/main" val="2503898492"/>
                    </a:ext>
                  </a:extLst>
                </a:gridCol>
                <a:gridCol w="2193036">
                  <a:extLst>
                    <a:ext uri="{9D8B030D-6E8A-4147-A177-3AD203B41FA5}">
                      <a16:colId xmlns:a16="http://schemas.microsoft.com/office/drawing/2014/main" val="1592229441"/>
                    </a:ext>
                  </a:extLst>
                </a:gridCol>
              </a:tblGrid>
              <a:tr h="244530">
                <a:tc>
                  <a:txBody>
                    <a:bodyPr/>
                    <a:lstStyle/>
                    <a:p>
                      <a:r>
                        <a:rPr lang="en-IN" sz="1600" dirty="0"/>
                        <a:t>Configuration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600" dirty="0"/>
                        <a:t>Setting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0960689"/>
                  </a:ext>
                </a:extLst>
              </a:tr>
              <a:tr h="2835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dirty="0"/>
                        <a:t>Train / Val / Test Split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v-SE" sz="1600" dirty="0"/>
                        <a:t>108 / 23 / 24 volumes (Random)</a:t>
                      </a:r>
                      <a:endParaRPr lang="en-IN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43185430"/>
                  </a:ext>
                </a:extLst>
              </a:tr>
              <a:tr h="2835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dirty="0"/>
                        <a:t>Epochs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dirty="0"/>
                        <a:t>10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0025787"/>
                  </a:ext>
                </a:extLst>
              </a:tr>
              <a:tr h="2835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dirty="0"/>
                        <a:t>Patch Size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dirty="0"/>
                        <a:t>192 x 192 x 192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00027341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8B750705-5D47-625C-683F-32539BCC80C1}"/>
              </a:ext>
            </a:extLst>
          </p:cNvPr>
          <p:cNvSpPr txBox="1"/>
          <p:nvPr/>
        </p:nvSpPr>
        <p:spPr>
          <a:xfrm>
            <a:off x="583631" y="2640233"/>
            <a:ext cx="4074555" cy="205030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indent="0" algn="l" defTabSz="914400" rtl="0" eaLnBrk="1" fontAlgn="auto" latinLnBrk="0" hangingPunct="1"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r>
              <a:rPr lang="en-IN" sz="1600" b="1" dirty="0">
                <a:solidFill>
                  <a:prstClr val="black"/>
                </a:solidFill>
                <a:latin typeface="+mj-lt"/>
              </a:rPr>
              <a:t>Methods Compared:</a:t>
            </a:r>
          </a:p>
          <a:p>
            <a:pPr marL="285750" marR="0" indent="-285750" algn="l" defTabSz="914400" rtl="0" eaLnBrk="1" fontAlgn="auto" latinLnBrk="0" hangingPunct="1">
              <a:spcBef>
                <a:spcPts val="0"/>
              </a:spcBef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IN" sz="1600" dirty="0">
                <a:solidFill>
                  <a:prstClr val="black"/>
                </a:solidFill>
              </a:rPr>
              <a:t>Sequential Fine-tuning (baseline)</a:t>
            </a:r>
          </a:p>
          <a:p>
            <a:pPr marL="285750" marR="0" indent="-285750" algn="l" defTabSz="914400" rtl="0" eaLnBrk="1" fontAlgn="auto" latinLnBrk="0" hangingPunct="1">
              <a:spcBef>
                <a:spcPts val="0"/>
              </a:spcBef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IN" sz="1600" dirty="0"/>
              <a:t>Task Incremental </a:t>
            </a:r>
            <a:r>
              <a:rPr lang="en-IN" sz="1600" dirty="0" err="1"/>
              <a:t>LoRA</a:t>
            </a:r>
            <a:endParaRPr lang="en-IN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dirty="0"/>
              <a:t>Class Incremental </a:t>
            </a:r>
            <a:r>
              <a:rPr lang="en-IN" sz="1600" dirty="0" err="1"/>
              <a:t>LoRA</a:t>
            </a:r>
            <a:r>
              <a:rPr lang="en-IN" sz="1600" dirty="0"/>
              <a:t> (Shared </a:t>
            </a:r>
            <a:r>
              <a:rPr lang="en-IN" sz="1600" dirty="0" err="1"/>
              <a:t>LoRA</a:t>
            </a:r>
            <a:r>
              <a:rPr lang="en-IN" sz="1600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dirty="0"/>
              <a:t>Class Incremental </a:t>
            </a:r>
            <a:r>
              <a:rPr lang="en-IN" sz="1600" dirty="0" err="1"/>
              <a:t>LoRA</a:t>
            </a:r>
            <a:r>
              <a:rPr lang="en-IN" sz="1600" dirty="0"/>
              <a:t> with replay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dirty="0"/>
              <a:t>Prompt-based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dirty="0">
                <a:solidFill>
                  <a:prstClr val="black"/>
                </a:solidFill>
              </a:rPr>
              <a:t>Regularisation-based</a:t>
            </a:r>
          </a:p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en-IN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03C3A28F-0726-8853-2668-FBC34DB405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7953" y="1378417"/>
            <a:ext cx="6844385" cy="5117371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7072E612-0F12-C62D-277E-57FF114FE95C}"/>
              </a:ext>
            </a:extLst>
          </p:cNvPr>
          <p:cNvSpPr txBox="1"/>
          <p:nvPr/>
        </p:nvSpPr>
        <p:spPr>
          <a:xfrm>
            <a:off x="518317" y="1436049"/>
            <a:ext cx="7080813" cy="10464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indent="0" algn="l" defTabSz="914400" rtl="0" eaLnBrk="1" fontAlgn="auto" latinLnBrk="0" hangingPunct="1"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</a:pPr>
            <a:r>
              <a:rPr lang="en-IN" sz="1600" b="1" dirty="0">
                <a:solidFill>
                  <a:prstClr val="black"/>
                </a:solidFill>
                <a:latin typeface="+mj-lt"/>
              </a:rPr>
              <a:t>Continual Learning Task Order (SKM-TEA Dataset):</a:t>
            </a:r>
          </a:p>
          <a:p>
            <a:pPr lvl="1">
              <a:spcAft>
                <a:spcPts val="1200"/>
              </a:spcAft>
            </a:pPr>
            <a:r>
              <a:rPr lang="en-IN" sz="1600" dirty="0">
                <a:solidFill>
                  <a:prstClr val="black"/>
                </a:solidFill>
                <a:latin typeface="+mj-lt"/>
              </a:rPr>
              <a:t>Lateral Tibial </a:t>
            </a:r>
            <a:r>
              <a:rPr lang="en-IN" sz="1600" dirty="0">
                <a:solidFill>
                  <a:prstClr val="black"/>
                </a:solidFill>
                <a:latin typeface="+mj-lt"/>
                <a:sym typeface="Wingdings" panose="05000000000000000000" pitchFamily="2" charset="2"/>
              </a:rPr>
              <a:t> Medial Tibial  Femoral  Patellar  Medial Meniscus</a:t>
            </a:r>
            <a:endParaRPr lang="en-IN" sz="1600" dirty="0">
              <a:solidFill>
                <a:prstClr val="black"/>
              </a:solidFill>
              <a:latin typeface="+mj-lt"/>
            </a:endParaRPr>
          </a:p>
          <a:p>
            <a:pPr marL="0" marR="0" indent="0" algn="l" defTabSz="914400" rtl="0" eaLnBrk="1" fontAlgn="auto" latinLnBrk="0" hangingPunct="1"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en-IN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790F76F-EF4F-B2FB-8A39-083E6CEA57B3}"/>
              </a:ext>
            </a:extLst>
          </p:cNvPr>
          <p:cNvSpPr txBox="1"/>
          <p:nvPr/>
        </p:nvSpPr>
        <p:spPr>
          <a:xfrm>
            <a:off x="580627" y="2236268"/>
            <a:ext cx="6844385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indent="0" algn="l" defTabSz="914400" rtl="0" eaLnBrk="1" fontAlgn="auto" latinLnBrk="0" hangingPunct="1"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</a:pPr>
            <a:r>
              <a:rPr lang="en-IN" sz="1600" b="1" dirty="0">
                <a:solidFill>
                  <a:prstClr val="black"/>
                </a:solidFill>
                <a:latin typeface="+mj-lt"/>
              </a:rPr>
              <a:t>Retention Task: </a:t>
            </a:r>
            <a:r>
              <a:rPr lang="en-IN" sz="1600" dirty="0" err="1">
                <a:solidFill>
                  <a:prstClr val="black"/>
                </a:solidFill>
                <a:latin typeface="+mj-lt"/>
              </a:rPr>
              <a:t>AeroPath</a:t>
            </a:r>
            <a:r>
              <a:rPr lang="en-IN" sz="1600" dirty="0">
                <a:solidFill>
                  <a:prstClr val="black"/>
                </a:solidFill>
                <a:latin typeface="+mj-lt"/>
              </a:rPr>
              <a:t> Dataset</a:t>
            </a:r>
            <a:endParaRPr kumimoji="0" lang="en-IN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9488850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98A9C6-C70B-57E4-B8E4-02F9D38C81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78676323-1C7F-0FB5-47E3-0CD1BB0807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Evaluation Metrics</a:t>
            </a:r>
          </a:p>
        </p:txBody>
      </p:sp>
      <p:sp>
        <p:nvSpPr>
          <p:cNvPr id="8" name="Datumsplatzhalter 7">
            <a:extLst>
              <a:ext uri="{FF2B5EF4-FFF2-40B4-BE49-F238E27FC236}">
                <a16:creationId xmlns:a16="http://schemas.microsoft.com/office/drawing/2014/main" id="{437CC19F-0944-55C5-C29E-705C3F4CF7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D89E98-54A4-43F9-9249-7D6B5CD88EDB}" type="datetime4">
              <a:rPr lang="de-DE" smtClean="0"/>
              <a:pPr/>
              <a:t>6. August 2026</a:t>
            </a:fld>
            <a:endParaRPr lang="de-DE" dirty="0"/>
          </a:p>
        </p:txBody>
      </p:sp>
      <p:sp>
        <p:nvSpPr>
          <p:cNvPr id="9" name="Fußzeilenplatzhalter 8">
            <a:extLst>
              <a:ext uri="{FF2B5EF4-FFF2-40B4-BE49-F238E27FC236}">
                <a16:creationId xmlns:a16="http://schemas.microsoft.com/office/drawing/2014/main" id="{388B32D4-A68C-C65D-B360-8FF5496B2F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Technische Fakultät</a:t>
            </a:r>
            <a:endParaRPr lang="de-DE" dirty="0"/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1954BFC4-A9D4-22D6-55FE-09CC8568A4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15</a:t>
            </a:fld>
            <a:endParaRPr lang="de-DE"/>
          </a:p>
        </p:txBody>
      </p:sp>
      <p:sp>
        <p:nvSpPr>
          <p:cNvPr id="49" name="Text Placeholder 48">
            <a:extLst>
              <a:ext uri="{FF2B5EF4-FFF2-40B4-BE49-F238E27FC236}">
                <a16:creationId xmlns:a16="http://schemas.microsoft.com/office/drawing/2014/main" id="{17EF02A3-E5D5-480D-291A-FE0B2F6CC364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332399"/>
          </a:xfrm>
        </p:spPr>
        <p:txBody>
          <a:bodyPr/>
          <a:lstStyle/>
          <a:p>
            <a:r>
              <a:rPr lang="en-IN" dirty="0"/>
              <a:t>Quantifying adaptation, forgetting, transfer and retention drop</a:t>
            </a:r>
          </a:p>
          <a:p>
            <a:endParaRPr lang="en-IN" dirty="0"/>
          </a:p>
        </p:txBody>
      </p:sp>
      <p:sp>
        <p:nvSpPr>
          <p:cNvPr id="50" name="Picture Placeholder 49">
            <a:extLst>
              <a:ext uri="{FF2B5EF4-FFF2-40B4-BE49-F238E27FC236}">
                <a16:creationId xmlns:a16="http://schemas.microsoft.com/office/drawing/2014/main" id="{7B4929F5-181C-587A-E1E3-54C589483E82}"/>
              </a:ext>
            </a:extLst>
          </p:cNvPr>
          <p:cNvSpPr>
            <a:spLocks noGrp="1"/>
          </p:cNvSpPr>
          <p:nvPr>
            <p:ph type="pic" sz="quarter" idx="39"/>
          </p:nvPr>
        </p:nvSpPr>
        <p:spPr/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3222371C-15D7-2692-A08F-B19F49200C8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5690233"/>
              </p:ext>
            </p:extLst>
          </p:nvPr>
        </p:nvGraphicFramePr>
        <p:xfrm>
          <a:off x="518317" y="1610063"/>
          <a:ext cx="4215606" cy="347472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491456">
                  <a:extLst>
                    <a:ext uri="{9D8B030D-6E8A-4147-A177-3AD203B41FA5}">
                      <a16:colId xmlns:a16="http://schemas.microsoft.com/office/drawing/2014/main" val="1650068075"/>
                    </a:ext>
                  </a:extLst>
                </a:gridCol>
                <a:gridCol w="2019300">
                  <a:extLst>
                    <a:ext uri="{9D8B030D-6E8A-4147-A177-3AD203B41FA5}">
                      <a16:colId xmlns:a16="http://schemas.microsoft.com/office/drawing/2014/main" val="2160009539"/>
                    </a:ext>
                  </a:extLst>
                </a:gridCol>
                <a:gridCol w="704850">
                  <a:extLst>
                    <a:ext uri="{9D8B030D-6E8A-4147-A177-3AD203B41FA5}">
                      <a16:colId xmlns:a16="http://schemas.microsoft.com/office/drawing/2014/main" val="3024796957"/>
                    </a:ext>
                  </a:extLst>
                </a:gridCol>
              </a:tblGrid>
              <a:tr h="27397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dirty="0"/>
                        <a:t>Metric</a:t>
                      </a:r>
                      <a:endParaRPr lang="en-IN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dirty="0"/>
                        <a:t>Measures</a:t>
                      </a:r>
                      <a:endParaRPr lang="en-IN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dirty="0"/>
                        <a:t>Goal</a:t>
                      </a:r>
                      <a:endParaRPr lang="en-IN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98288678"/>
                  </a:ext>
                </a:extLst>
              </a:tr>
              <a:tr h="4728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dirty="0"/>
                        <a:t>Dice Similarity Coefficient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dirty="0"/>
                        <a:t>Segmentation accuracy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b="0" dirty="0"/>
                        <a:t>↑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31928236"/>
                  </a:ext>
                </a:extLst>
              </a:tr>
              <a:tr h="4728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dirty="0"/>
                        <a:t>Final Average Performance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dirty="0"/>
                        <a:t>Average Performance at the last task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dirty="0"/>
                        <a:t>↑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28495266"/>
                  </a:ext>
                </a:extLst>
              </a:tr>
              <a:tr h="4728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dirty="0"/>
                        <a:t>Final Forgetting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dirty="0"/>
                        <a:t>Knowledge loss over time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dirty="0"/>
                        <a:t>↓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41102531"/>
                  </a:ext>
                </a:extLst>
              </a:tr>
              <a:tr h="4728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dirty="0"/>
                        <a:t>Zero-Shot Transfer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dirty="0"/>
                        <a:t>Generalization to unseen tasks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600" dirty="0"/>
                        <a:t>↑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29887648"/>
                  </a:ext>
                </a:extLst>
              </a:tr>
              <a:tr h="4728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dirty="0"/>
                        <a:t>Retention Drop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dirty="0"/>
                        <a:t>Degradation of pretrained capability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dirty="0"/>
                        <a:t>↓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98559148"/>
                  </a:ext>
                </a:extLst>
              </a:tr>
            </a:tbl>
          </a:graphicData>
        </a:graphic>
      </p:graphicFrame>
      <p:pic>
        <p:nvPicPr>
          <p:cNvPr id="22" name="Picture 21">
            <a:extLst>
              <a:ext uri="{FF2B5EF4-FFF2-40B4-BE49-F238E27FC236}">
                <a16:creationId xmlns:a16="http://schemas.microsoft.com/office/drawing/2014/main" id="{0E5BDECD-1E6E-5E2D-F1D7-C950AC7046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093" r="8522" b="4453"/>
          <a:stretch>
            <a:fillRect/>
          </a:stretch>
        </p:blipFill>
        <p:spPr>
          <a:xfrm>
            <a:off x="5044484" y="1644206"/>
            <a:ext cx="6844385" cy="4426494"/>
          </a:xfrm>
          <a:prstGeom prst="rect">
            <a:avLst/>
          </a:prstGeom>
        </p:spPr>
      </p:pic>
      <p:sp>
        <p:nvSpPr>
          <p:cNvPr id="27" name="Rectangle 26">
            <a:extLst>
              <a:ext uri="{FF2B5EF4-FFF2-40B4-BE49-F238E27FC236}">
                <a16:creationId xmlns:a16="http://schemas.microsoft.com/office/drawing/2014/main" id="{26C37BBE-32DA-F8DC-732F-1F9A69C6D934}"/>
              </a:ext>
            </a:extLst>
          </p:cNvPr>
          <p:cNvSpPr/>
          <p:nvPr/>
        </p:nvSpPr>
        <p:spPr>
          <a:xfrm>
            <a:off x="9251373" y="5510455"/>
            <a:ext cx="424873" cy="53624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80000" rIns="180000" bIns="180000" rtlCol="0" anchor="ctr"/>
          <a:lstStyle/>
          <a:p>
            <a:pPr marL="0" marR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en-IN" sz="1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381B1F8-BF84-7B1E-4325-313D131AD9CF}"/>
              </a:ext>
            </a:extLst>
          </p:cNvPr>
          <p:cNvSpPr/>
          <p:nvPr/>
        </p:nvSpPr>
        <p:spPr>
          <a:xfrm>
            <a:off x="483221" y="5335619"/>
            <a:ext cx="4250702" cy="71107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80000" rIns="180000" bIns="180000" rtlCol="0" anchor="ctr"/>
          <a:lstStyle/>
          <a:p>
            <a:pPr marL="0" marR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en-IN" sz="1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02FCDEC0-8118-6E2F-C3D8-7C7933929F4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981"/>
          <a:stretch>
            <a:fillRect/>
          </a:stretch>
        </p:blipFill>
        <p:spPr>
          <a:xfrm>
            <a:off x="688635" y="5408706"/>
            <a:ext cx="3902415" cy="588468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6671119A-788B-9CB4-1ACC-C0F5E3467741}"/>
              </a:ext>
            </a:extLst>
          </p:cNvPr>
          <p:cNvSpPr txBox="1"/>
          <p:nvPr/>
        </p:nvSpPr>
        <p:spPr>
          <a:xfrm>
            <a:off x="9578109" y="6131204"/>
            <a:ext cx="212207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1000" dirty="0">
                <a:effectLst/>
              </a:rPr>
              <a:t>Source: Liu, Yuyang, et al. (2026)</a:t>
            </a:r>
          </a:p>
        </p:txBody>
      </p:sp>
    </p:spTree>
    <p:extLst>
      <p:ext uri="{BB962C8B-B14F-4D97-AF65-F5344CB8AC3E}">
        <p14:creationId xmlns:p14="http://schemas.microsoft.com/office/powerpoint/2010/main" val="389211239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C2AD8F-D349-BC73-5BEC-A60ED24601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4BBF45A5-45F3-0CFF-2D08-A407645AB3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Baseline Performance: Sequential Fine-Tuning</a:t>
            </a:r>
          </a:p>
        </p:txBody>
      </p:sp>
      <p:sp>
        <p:nvSpPr>
          <p:cNvPr id="8" name="Datumsplatzhalter 7">
            <a:extLst>
              <a:ext uri="{FF2B5EF4-FFF2-40B4-BE49-F238E27FC236}">
                <a16:creationId xmlns:a16="http://schemas.microsoft.com/office/drawing/2014/main" id="{0AC20526-A4FA-EE10-9011-1CA38DE7EF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D89E98-54A4-43F9-9249-7D6B5CD88EDB}" type="datetime4">
              <a:rPr lang="de-DE" smtClean="0"/>
              <a:pPr/>
              <a:t>6. August 2026</a:t>
            </a:fld>
            <a:endParaRPr lang="de-DE" dirty="0"/>
          </a:p>
        </p:txBody>
      </p:sp>
      <p:sp>
        <p:nvSpPr>
          <p:cNvPr id="9" name="Fußzeilenplatzhalter 8">
            <a:extLst>
              <a:ext uri="{FF2B5EF4-FFF2-40B4-BE49-F238E27FC236}">
                <a16:creationId xmlns:a16="http://schemas.microsoft.com/office/drawing/2014/main" id="{99300286-4A3F-0E25-103E-BA765518BC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Technische Fakultät</a:t>
            </a:r>
            <a:endParaRPr lang="de-DE" dirty="0"/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7BEED72D-46FA-A6C4-EB52-4673B4CD08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16</a:t>
            </a:fld>
            <a:endParaRPr lang="de-DE"/>
          </a:p>
        </p:txBody>
      </p:sp>
      <p:sp>
        <p:nvSpPr>
          <p:cNvPr id="37" name="Text Placeholder 36">
            <a:extLst>
              <a:ext uri="{FF2B5EF4-FFF2-40B4-BE49-F238E27FC236}">
                <a16:creationId xmlns:a16="http://schemas.microsoft.com/office/drawing/2014/main" id="{79B39899-E726-BFFB-8336-ED874937803B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332399"/>
          </a:xfrm>
        </p:spPr>
        <p:txBody>
          <a:bodyPr/>
          <a:lstStyle/>
          <a:p>
            <a:r>
              <a:rPr lang="en-IN" dirty="0"/>
              <a:t>Establishing the reference for continual learning evaluation</a:t>
            </a:r>
          </a:p>
          <a:p>
            <a:endParaRPr lang="en-IN" dirty="0"/>
          </a:p>
        </p:txBody>
      </p:sp>
      <p:sp>
        <p:nvSpPr>
          <p:cNvPr id="38" name="Picture Placeholder 37">
            <a:extLst>
              <a:ext uri="{FF2B5EF4-FFF2-40B4-BE49-F238E27FC236}">
                <a16:creationId xmlns:a16="http://schemas.microsoft.com/office/drawing/2014/main" id="{8969BAAD-06D1-5874-64F3-A984E409C446}"/>
              </a:ext>
            </a:extLst>
          </p:cNvPr>
          <p:cNvSpPr>
            <a:spLocks noGrp="1"/>
          </p:cNvSpPr>
          <p:nvPr>
            <p:ph type="pic" sz="quarter" idx="39"/>
          </p:nvPr>
        </p:nvSpPr>
        <p:spPr/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56A4E87-F568-1F08-17CE-343AAE6A20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32826690"/>
              </p:ext>
            </p:extLst>
          </p:nvPr>
        </p:nvGraphicFramePr>
        <p:xfrm>
          <a:off x="918516" y="2503909"/>
          <a:ext cx="6548430" cy="1978672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1087950">
                  <a:extLst>
                    <a:ext uri="{9D8B030D-6E8A-4147-A177-3AD203B41FA5}">
                      <a16:colId xmlns:a16="http://schemas.microsoft.com/office/drawing/2014/main" val="2316959904"/>
                    </a:ext>
                  </a:extLst>
                </a:gridCol>
                <a:gridCol w="1590390">
                  <a:extLst>
                    <a:ext uri="{9D8B030D-6E8A-4147-A177-3AD203B41FA5}">
                      <a16:colId xmlns:a16="http://schemas.microsoft.com/office/drawing/2014/main" val="2331293725"/>
                    </a:ext>
                  </a:extLst>
                </a:gridCol>
                <a:gridCol w="1441675">
                  <a:extLst>
                    <a:ext uri="{9D8B030D-6E8A-4147-A177-3AD203B41FA5}">
                      <a16:colId xmlns:a16="http://schemas.microsoft.com/office/drawing/2014/main" val="4064480913"/>
                    </a:ext>
                  </a:extLst>
                </a:gridCol>
                <a:gridCol w="1203648">
                  <a:extLst>
                    <a:ext uri="{9D8B030D-6E8A-4147-A177-3AD203B41FA5}">
                      <a16:colId xmlns:a16="http://schemas.microsoft.com/office/drawing/2014/main" val="2011177113"/>
                    </a:ext>
                  </a:extLst>
                </a:gridCol>
                <a:gridCol w="1224767">
                  <a:extLst>
                    <a:ext uri="{9D8B030D-6E8A-4147-A177-3AD203B41FA5}">
                      <a16:colId xmlns:a16="http://schemas.microsoft.com/office/drawing/2014/main" val="985909246"/>
                    </a:ext>
                  </a:extLst>
                </a:gridCol>
              </a:tblGrid>
              <a:tr h="867572">
                <a:tc>
                  <a:txBody>
                    <a:bodyPr/>
                    <a:lstStyle/>
                    <a:p>
                      <a:pPr algn="ctr"/>
                      <a:r>
                        <a:rPr lang="en-IN" sz="1600" dirty="0"/>
                        <a:t>Task Order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600" dirty="0"/>
                        <a:t>Final Average Performance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600" dirty="0"/>
                        <a:t>Forgetting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600" dirty="0"/>
                        <a:t>Transfer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600" dirty="0"/>
                        <a:t>Retention Drop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0769790"/>
                  </a:ext>
                </a:extLst>
              </a:tr>
              <a:tr h="555550">
                <a:tc>
                  <a:txBody>
                    <a:bodyPr/>
                    <a:lstStyle/>
                    <a:p>
                      <a:pPr algn="ctr"/>
                      <a:r>
                        <a:rPr lang="en-IN" sz="1600" b="0" dirty="0"/>
                        <a:t>Original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0.130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0.812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0.002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1.0</a:t>
                      </a: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3306504339"/>
                  </a:ext>
                </a:extLst>
              </a:tr>
              <a:tr h="555550">
                <a:tc>
                  <a:txBody>
                    <a:bodyPr/>
                    <a:lstStyle/>
                    <a:p>
                      <a:pPr algn="ctr"/>
                      <a:r>
                        <a:rPr lang="en-IN" sz="1600" b="0" dirty="0"/>
                        <a:t>Reverse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0.135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6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0.794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6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0.002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1.0</a:t>
                      </a: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335754898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685F22A7-D65A-0D85-48EA-EFB1C7610A2A}"/>
              </a:ext>
            </a:extLst>
          </p:cNvPr>
          <p:cNvSpPr txBox="1"/>
          <p:nvPr/>
        </p:nvSpPr>
        <p:spPr>
          <a:xfrm>
            <a:off x="8980146" y="2537343"/>
            <a:ext cx="2380661" cy="191180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R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tabLst/>
            </a:pPr>
            <a:r>
              <a:rPr lang="en-IN" sz="1600" dirty="0">
                <a:solidFill>
                  <a:prstClr val="black"/>
                </a:solidFill>
                <a:latin typeface="Arial"/>
              </a:rPr>
              <a:t>High Forgetting</a:t>
            </a:r>
            <a:br>
              <a:rPr lang="en-IN" sz="1600" dirty="0">
                <a:solidFill>
                  <a:prstClr val="black"/>
                </a:solidFill>
                <a:latin typeface="Arial"/>
              </a:rPr>
            </a:br>
            <a:endParaRPr lang="en-IN" sz="1600" dirty="0">
              <a:solidFill>
                <a:prstClr val="black"/>
              </a:solidFill>
              <a:latin typeface="Arial"/>
            </a:endParaRPr>
          </a:p>
          <a:p>
            <a:pPr marR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tabLst/>
            </a:pPr>
            <a:r>
              <a:rPr kumimoji="0" lang="en-I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Poor Zero-shot Transfer</a:t>
            </a:r>
            <a:br>
              <a:rPr kumimoji="0" lang="en-I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</a:br>
            <a:endParaRPr kumimoji="0" lang="en-I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R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tabLst/>
            </a:pPr>
            <a:r>
              <a:rPr lang="en-IN" sz="1600" dirty="0">
                <a:solidFill>
                  <a:prstClr val="black"/>
                </a:solidFill>
                <a:latin typeface="Arial"/>
              </a:rPr>
              <a:t>Poor Pre-trained Knowledge Retention</a:t>
            </a:r>
            <a:endParaRPr kumimoji="0" lang="en-I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035EE3-3423-F78C-026D-C80028E9D6B1}"/>
              </a:ext>
            </a:extLst>
          </p:cNvPr>
          <p:cNvSpPr txBox="1"/>
          <p:nvPr/>
        </p:nvSpPr>
        <p:spPr>
          <a:xfrm>
            <a:off x="8385319" y="2313251"/>
            <a:ext cx="59482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4000" dirty="0">
                <a:solidFill>
                  <a:srgbClr val="FF0000"/>
                </a:solidFill>
                <a:latin typeface="Arial"/>
                <a:sym typeface="Wingdings" panose="05000000000000000000" pitchFamily="2" charset="2"/>
              </a:rPr>
              <a:t></a:t>
            </a:r>
            <a:endParaRPr lang="en-IN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04A4FF1-92E8-1AA3-A803-BC3B27FE818A}"/>
              </a:ext>
            </a:extLst>
          </p:cNvPr>
          <p:cNvSpPr txBox="1"/>
          <p:nvPr/>
        </p:nvSpPr>
        <p:spPr>
          <a:xfrm>
            <a:off x="8385318" y="3021137"/>
            <a:ext cx="59482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4000" dirty="0">
                <a:solidFill>
                  <a:srgbClr val="FF0000"/>
                </a:solidFill>
                <a:latin typeface="Arial"/>
                <a:sym typeface="Wingdings" panose="05000000000000000000" pitchFamily="2" charset="2"/>
              </a:rPr>
              <a:t></a:t>
            </a:r>
            <a:endParaRPr lang="en-IN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5DB0C57-EB53-F5FF-EBE2-558D0EB8FB8F}"/>
              </a:ext>
            </a:extLst>
          </p:cNvPr>
          <p:cNvSpPr txBox="1"/>
          <p:nvPr/>
        </p:nvSpPr>
        <p:spPr>
          <a:xfrm>
            <a:off x="8385318" y="3836864"/>
            <a:ext cx="59482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4000" dirty="0">
                <a:solidFill>
                  <a:srgbClr val="FF0000"/>
                </a:solidFill>
                <a:latin typeface="Arial"/>
                <a:sym typeface="Wingdings" panose="05000000000000000000" pitchFamily="2" charset="2"/>
              </a:rPr>
              <a:t>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2826241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496EE2-AE78-F6EA-D977-D66922BBC1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08F68E5B-8FF9-57BE-0E4D-DC3E66E96D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18" y="301185"/>
            <a:ext cx="7183381" cy="332399"/>
          </a:xfrm>
        </p:spPr>
        <p:txBody>
          <a:bodyPr/>
          <a:lstStyle/>
          <a:p>
            <a:r>
              <a:rPr lang="en-IN" dirty="0"/>
              <a:t>Task Incremental </a:t>
            </a:r>
            <a:r>
              <a:rPr lang="en-IN" dirty="0" err="1"/>
              <a:t>LoRA</a:t>
            </a:r>
            <a:endParaRPr lang="en-IN" dirty="0"/>
          </a:p>
        </p:txBody>
      </p:sp>
      <p:sp>
        <p:nvSpPr>
          <p:cNvPr id="8" name="Datumsplatzhalter 7">
            <a:extLst>
              <a:ext uri="{FF2B5EF4-FFF2-40B4-BE49-F238E27FC236}">
                <a16:creationId xmlns:a16="http://schemas.microsoft.com/office/drawing/2014/main" id="{D9279969-D865-A0D0-962D-986FF74D15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D89E98-54A4-43F9-9249-7D6B5CD88EDB}" type="datetime4">
              <a:rPr lang="de-DE" smtClean="0"/>
              <a:pPr/>
              <a:t>6. August 2026</a:t>
            </a:fld>
            <a:endParaRPr lang="de-DE" dirty="0"/>
          </a:p>
        </p:txBody>
      </p:sp>
      <p:sp>
        <p:nvSpPr>
          <p:cNvPr id="9" name="Fußzeilenplatzhalter 8">
            <a:extLst>
              <a:ext uri="{FF2B5EF4-FFF2-40B4-BE49-F238E27FC236}">
                <a16:creationId xmlns:a16="http://schemas.microsoft.com/office/drawing/2014/main" id="{6DCE5D2A-6FDB-F868-A368-5011F0F91F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Technische Fakultät</a:t>
            </a:r>
            <a:endParaRPr lang="de-DE" dirty="0"/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83149404-410C-1C1A-6B69-0CC44A3745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17</a:t>
            </a:fld>
            <a:endParaRPr lang="de-DE"/>
          </a:p>
        </p:txBody>
      </p:sp>
      <p:sp>
        <p:nvSpPr>
          <p:cNvPr id="37" name="Text Placeholder 36">
            <a:extLst>
              <a:ext uri="{FF2B5EF4-FFF2-40B4-BE49-F238E27FC236}">
                <a16:creationId xmlns:a16="http://schemas.microsoft.com/office/drawing/2014/main" id="{B8702C9C-D7BF-C23C-5B5C-51DF8FF9DF90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/>
          <a:lstStyle/>
          <a:p>
            <a:r>
              <a:rPr lang="en-US" dirty="0"/>
              <a:t>TIL-</a:t>
            </a:r>
            <a:r>
              <a:rPr lang="en-US" dirty="0" err="1"/>
              <a:t>LoRA</a:t>
            </a:r>
            <a:r>
              <a:rPr lang="en-US" dirty="0"/>
              <a:t> has best performance but requires Task ID during Evaluation</a:t>
            </a:r>
            <a:endParaRPr lang="en-IN" dirty="0"/>
          </a:p>
        </p:txBody>
      </p:sp>
      <p:sp>
        <p:nvSpPr>
          <p:cNvPr id="38" name="Picture Placeholder 37">
            <a:extLst>
              <a:ext uri="{FF2B5EF4-FFF2-40B4-BE49-F238E27FC236}">
                <a16:creationId xmlns:a16="http://schemas.microsoft.com/office/drawing/2014/main" id="{84FC27F9-42C4-88D7-E196-EDA9CCE72A91}"/>
              </a:ext>
            </a:extLst>
          </p:cNvPr>
          <p:cNvSpPr>
            <a:spLocks noGrp="1"/>
          </p:cNvSpPr>
          <p:nvPr>
            <p:ph type="pic" sz="quarter" idx="39"/>
          </p:nvPr>
        </p:nvSpPr>
        <p:spPr/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9386B97-80B9-B37D-4FB9-88D76F06E1CA}"/>
              </a:ext>
            </a:extLst>
          </p:cNvPr>
          <p:cNvSpPr txBox="1"/>
          <p:nvPr/>
        </p:nvSpPr>
        <p:spPr>
          <a:xfrm>
            <a:off x="7987512" y="1630185"/>
            <a:ext cx="3688551" cy="454021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R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tabLst/>
            </a:pPr>
            <a:r>
              <a:rPr lang="en-IN" sz="1600" dirty="0">
                <a:solidFill>
                  <a:prstClr val="black"/>
                </a:solidFill>
                <a:latin typeface="Arial"/>
              </a:rPr>
              <a:t>Zero Forgetting</a:t>
            </a:r>
            <a:br>
              <a:rPr lang="en-IN" sz="1600" dirty="0">
                <a:solidFill>
                  <a:prstClr val="black"/>
                </a:solidFill>
                <a:latin typeface="Arial"/>
              </a:rPr>
            </a:br>
            <a:endParaRPr lang="en-IN" sz="1600" dirty="0">
              <a:solidFill>
                <a:prstClr val="black"/>
              </a:solidFill>
              <a:latin typeface="Arial"/>
            </a:endParaRPr>
          </a:p>
          <a:p>
            <a:pPr marR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tabLst/>
            </a:pPr>
            <a:r>
              <a:rPr kumimoji="0" lang="en-I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High Performance at rank = 8</a:t>
            </a:r>
            <a:endParaRPr lang="en-IN" sz="1600" dirty="0">
              <a:solidFill>
                <a:prstClr val="black"/>
              </a:solidFill>
              <a:latin typeface="Arial"/>
            </a:endParaRPr>
          </a:p>
          <a:p>
            <a:pPr marR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tabLst/>
            </a:pPr>
            <a:br>
              <a:rPr lang="en-IN" sz="1600" dirty="0">
                <a:solidFill>
                  <a:prstClr val="black"/>
                </a:solidFill>
                <a:latin typeface="Arial"/>
              </a:rPr>
            </a:br>
            <a:r>
              <a:rPr lang="en-IN" sz="1600" dirty="0">
                <a:solidFill>
                  <a:prstClr val="black"/>
                </a:solidFill>
                <a:latin typeface="Arial"/>
              </a:rPr>
              <a:t>Full Pre-trained Knowledge Retention</a:t>
            </a:r>
            <a:br>
              <a:rPr lang="en-IN" sz="1600" dirty="0">
                <a:solidFill>
                  <a:prstClr val="black"/>
                </a:solidFill>
                <a:latin typeface="Arial"/>
              </a:rPr>
            </a:br>
            <a:endParaRPr lang="en-IN" sz="1600" dirty="0">
              <a:solidFill>
                <a:prstClr val="black"/>
              </a:solidFill>
              <a:latin typeface="Arial"/>
            </a:endParaRPr>
          </a:p>
          <a:p>
            <a:pPr marR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tabLst/>
            </a:pPr>
            <a:r>
              <a:rPr lang="en-IN" sz="1600" dirty="0">
                <a:solidFill>
                  <a:prstClr val="black"/>
                </a:solidFill>
                <a:latin typeface="Arial"/>
              </a:rPr>
              <a:t>Low Task Order Sensitivity (Nearly same results for Reverse order as well)</a:t>
            </a:r>
          </a:p>
          <a:p>
            <a:pPr marR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tabLst/>
            </a:pPr>
            <a:br>
              <a:rPr lang="en-IN" sz="1600" noProof="0" dirty="0">
                <a:solidFill>
                  <a:prstClr val="black"/>
                </a:solidFill>
                <a:latin typeface="Arial"/>
              </a:rPr>
            </a:br>
            <a:r>
              <a:rPr lang="en-IN" sz="1600" noProof="0" dirty="0">
                <a:solidFill>
                  <a:prstClr val="black"/>
                </a:solidFill>
                <a:latin typeface="Arial"/>
              </a:rPr>
              <a:t>Requires Task ID during Evaluation</a:t>
            </a:r>
          </a:p>
          <a:p>
            <a:pPr>
              <a:lnSpc>
                <a:spcPct val="110000"/>
              </a:lnSpc>
              <a:spcAft>
                <a:spcPts val="1200"/>
              </a:spcAft>
            </a:pPr>
            <a:br>
              <a:rPr kumimoji="0" lang="en-IN" sz="1600" b="0" i="0" u="none" strike="noStrike" kern="1200" cap="none" spc="0" normalizeH="0" baseline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</a:br>
            <a:r>
              <a:rPr kumimoji="0" lang="en-IN" sz="1600" b="0" i="0" u="none" strike="noStrike" kern="1200" cap="none" spc="0" normalizeH="0" baseline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Storage space linearly scales with number of tasks (</a:t>
            </a:r>
            <a:r>
              <a:rPr kumimoji="0" lang="en-IN" sz="1600" b="0" i="0" u="none" strike="noStrike" kern="1200" cap="none" spc="0" normalizeH="0" baseline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LoRA</a:t>
            </a:r>
            <a:r>
              <a:rPr kumimoji="0" lang="en-IN" sz="1600" b="0" i="0" u="none" strike="noStrike" kern="1200" cap="none" spc="0" normalizeH="0" baseline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 with rank=</a:t>
            </a:r>
            <a:r>
              <a:rPr lang="en-IN" sz="1600" dirty="0">
                <a:solidFill>
                  <a:prstClr val="black"/>
                </a:solidFill>
              </a:rPr>
              <a:t>8 </a:t>
            </a:r>
            <a:r>
              <a:rPr lang="en-IN" sz="1600" dirty="0">
                <a:solidFill>
                  <a:prstClr val="black"/>
                </a:solidFill>
                <a:sym typeface="Wingdings" panose="05000000000000000000" pitchFamily="2" charset="2"/>
              </a:rPr>
              <a:t>has </a:t>
            </a:r>
            <a:r>
              <a:rPr lang="en-IN" sz="1600" b="1" dirty="0">
                <a:solidFill>
                  <a:prstClr val="black"/>
                </a:solidFill>
                <a:sym typeface="Wingdings" panose="05000000000000000000" pitchFamily="2" charset="2"/>
              </a:rPr>
              <a:t>393k</a:t>
            </a:r>
            <a:r>
              <a:rPr lang="en-IN" sz="1600" dirty="0">
                <a:solidFill>
                  <a:prstClr val="black"/>
                </a:solidFill>
                <a:sym typeface="Wingdings" panose="05000000000000000000" pitchFamily="2" charset="2"/>
              </a:rPr>
              <a:t> </a:t>
            </a:r>
            <a:r>
              <a:rPr lang="en-IN" sz="1600" dirty="0">
                <a:solidFill>
                  <a:prstClr val="black"/>
                </a:solidFill>
              </a:rPr>
              <a:t>parameters)</a:t>
            </a:r>
            <a:endParaRPr kumimoji="0" lang="en-I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8C22FB5-C917-6991-EC9B-8A2072B54D02}"/>
              </a:ext>
            </a:extLst>
          </p:cNvPr>
          <p:cNvSpPr txBox="1"/>
          <p:nvPr/>
        </p:nvSpPr>
        <p:spPr>
          <a:xfrm>
            <a:off x="7315658" y="1494321"/>
            <a:ext cx="56892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3200" dirty="0">
                <a:solidFill>
                  <a:srgbClr val="00B050"/>
                </a:solidFill>
                <a:latin typeface="Arial"/>
                <a:sym typeface="Wingdings" panose="05000000000000000000" pitchFamily="2" charset="2"/>
              </a:rPr>
              <a:t></a:t>
            </a:r>
            <a:endParaRPr lang="en-IN" dirty="0">
              <a:solidFill>
                <a:srgbClr val="00B050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964C229-3F36-DD5C-0C75-8E3E63D71261}"/>
              </a:ext>
            </a:extLst>
          </p:cNvPr>
          <p:cNvSpPr txBox="1"/>
          <p:nvPr/>
        </p:nvSpPr>
        <p:spPr>
          <a:xfrm>
            <a:off x="7315657" y="2236544"/>
            <a:ext cx="56892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3200" dirty="0">
                <a:solidFill>
                  <a:srgbClr val="00B050"/>
                </a:solidFill>
                <a:latin typeface="Arial"/>
                <a:sym typeface="Wingdings" panose="05000000000000000000" pitchFamily="2" charset="2"/>
              </a:rPr>
              <a:t></a:t>
            </a:r>
            <a:endParaRPr lang="en-IN" dirty="0">
              <a:solidFill>
                <a:srgbClr val="00B050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5168E80-14A7-114C-F8D6-851CBD7EF89B}"/>
              </a:ext>
            </a:extLst>
          </p:cNvPr>
          <p:cNvSpPr txBox="1"/>
          <p:nvPr/>
        </p:nvSpPr>
        <p:spPr>
          <a:xfrm>
            <a:off x="7315657" y="3020834"/>
            <a:ext cx="56892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3200" dirty="0">
                <a:solidFill>
                  <a:srgbClr val="00B050"/>
                </a:solidFill>
                <a:latin typeface="Arial"/>
                <a:sym typeface="Wingdings" panose="05000000000000000000" pitchFamily="2" charset="2"/>
              </a:rPr>
              <a:t></a:t>
            </a:r>
            <a:endParaRPr lang="en-IN" dirty="0">
              <a:solidFill>
                <a:srgbClr val="00B050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9192667-664B-C61F-F846-75A002557D2A}"/>
              </a:ext>
            </a:extLst>
          </p:cNvPr>
          <p:cNvSpPr txBox="1"/>
          <p:nvPr/>
        </p:nvSpPr>
        <p:spPr>
          <a:xfrm>
            <a:off x="7315657" y="4547667"/>
            <a:ext cx="56892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3200" dirty="0">
                <a:solidFill>
                  <a:srgbClr val="FF0000"/>
                </a:solidFill>
                <a:latin typeface="Arial"/>
                <a:sym typeface="Wingdings" panose="05000000000000000000" pitchFamily="2" charset="2"/>
              </a:rPr>
              <a:t></a:t>
            </a:r>
            <a:endParaRPr lang="en-IN" dirty="0">
              <a:solidFill>
                <a:srgbClr val="FF0000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3133F3F-3AAB-8AA0-4E37-98028A722F49}"/>
              </a:ext>
            </a:extLst>
          </p:cNvPr>
          <p:cNvSpPr txBox="1"/>
          <p:nvPr/>
        </p:nvSpPr>
        <p:spPr>
          <a:xfrm>
            <a:off x="7315657" y="5379175"/>
            <a:ext cx="56892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3200" dirty="0">
                <a:solidFill>
                  <a:srgbClr val="FF0000"/>
                </a:solidFill>
                <a:latin typeface="Arial"/>
                <a:sym typeface="Wingdings" panose="05000000000000000000" pitchFamily="2" charset="2"/>
              </a:rPr>
              <a:t></a:t>
            </a:r>
            <a:endParaRPr lang="en-IN" dirty="0">
              <a:solidFill>
                <a:srgbClr val="FF0000"/>
              </a:solidFill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EF08934-DAEB-4DEB-50D2-A9AC8B6D5E64}"/>
              </a:ext>
            </a:extLst>
          </p:cNvPr>
          <p:cNvSpPr txBox="1"/>
          <p:nvPr/>
        </p:nvSpPr>
        <p:spPr>
          <a:xfrm>
            <a:off x="7315657" y="3721490"/>
            <a:ext cx="56892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3200" dirty="0">
                <a:solidFill>
                  <a:srgbClr val="00B050"/>
                </a:solidFill>
                <a:latin typeface="Arial"/>
                <a:sym typeface="Wingdings" panose="05000000000000000000" pitchFamily="2" charset="2"/>
              </a:rPr>
              <a:t></a:t>
            </a:r>
            <a:endParaRPr lang="en-IN" dirty="0">
              <a:solidFill>
                <a:srgbClr val="00B050"/>
              </a:solidFill>
            </a:endParaRPr>
          </a:p>
        </p:txBody>
      </p:sp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id="{2D76D7E0-D677-1330-AE01-BDEEB09B9AF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47876979"/>
              </p:ext>
            </p:extLst>
          </p:nvPr>
        </p:nvGraphicFramePr>
        <p:xfrm>
          <a:off x="515937" y="1382322"/>
          <a:ext cx="6799720" cy="494851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92028350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D60551-9810-C72E-E39B-4289A6E373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9712645F-F385-907D-EF86-612F5E9D73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18" y="301185"/>
            <a:ext cx="7183381" cy="332399"/>
          </a:xfrm>
        </p:spPr>
        <p:txBody>
          <a:bodyPr/>
          <a:lstStyle/>
          <a:p>
            <a:r>
              <a:rPr lang="en-IN" dirty="0"/>
              <a:t>Class-Incremental </a:t>
            </a:r>
            <a:r>
              <a:rPr lang="en-IN" dirty="0" err="1"/>
              <a:t>LoRA</a:t>
            </a:r>
            <a:endParaRPr lang="en-IN" dirty="0"/>
          </a:p>
        </p:txBody>
      </p:sp>
      <p:sp>
        <p:nvSpPr>
          <p:cNvPr id="8" name="Datumsplatzhalter 7">
            <a:extLst>
              <a:ext uri="{FF2B5EF4-FFF2-40B4-BE49-F238E27FC236}">
                <a16:creationId xmlns:a16="http://schemas.microsoft.com/office/drawing/2014/main" id="{4475829B-6265-C0DB-3DA4-34B6D31CAD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D89E98-54A4-43F9-9249-7D6B5CD88EDB}" type="datetime4">
              <a:rPr lang="de-DE" smtClean="0"/>
              <a:pPr/>
              <a:t>6. August 2026</a:t>
            </a:fld>
            <a:endParaRPr lang="de-DE" dirty="0"/>
          </a:p>
        </p:txBody>
      </p:sp>
      <p:sp>
        <p:nvSpPr>
          <p:cNvPr id="9" name="Fußzeilenplatzhalter 8">
            <a:extLst>
              <a:ext uri="{FF2B5EF4-FFF2-40B4-BE49-F238E27FC236}">
                <a16:creationId xmlns:a16="http://schemas.microsoft.com/office/drawing/2014/main" id="{4F7D8C33-B8A5-887D-FBC3-6CE206FD75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Technische Fakultät</a:t>
            </a:r>
            <a:endParaRPr lang="de-DE" dirty="0"/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F13B484F-6498-DAD0-24A8-63B77C7809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18</a:t>
            </a:fld>
            <a:endParaRPr lang="de-DE"/>
          </a:p>
        </p:txBody>
      </p:sp>
      <p:sp>
        <p:nvSpPr>
          <p:cNvPr id="37" name="Text Placeholder 36">
            <a:extLst>
              <a:ext uri="{FF2B5EF4-FFF2-40B4-BE49-F238E27FC236}">
                <a16:creationId xmlns:a16="http://schemas.microsoft.com/office/drawing/2014/main" id="{7A161A54-2898-F9E2-4571-96EC4A3DF01C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/>
          <a:lstStyle/>
          <a:p>
            <a:r>
              <a:rPr lang="en-IN" dirty="0"/>
              <a:t>Shared </a:t>
            </a:r>
            <a:r>
              <a:rPr lang="en-IN" dirty="0" err="1"/>
              <a:t>LoRA</a:t>
            </a:r>
            <a:r>
              <a:rPr lang="en-IN" dirty="0"/>
              <a:t> Shows Severe Performance Collapse</a:t>
            </a:r>
          </a:p>
        </p:txBody>
      </p:sp>
      <p:sp>
        <p:nvSpPr>
          <p:cNvPr id="38" name="Picture Placeholder 37">
            <a:extLst>
              <a:ext uri="{FF2B5EF4-FFF2-40B4-BE49-F238E27FC236}">
                <a16:creationId xmlns:a16="http://schemas.microsoft.com/office/drawing/2014/main" id="{D1BBEEB1-CAB3-214F-0F5E-923CDEBBA497}"/>
              </a:ext>
            </a:extLst>
          </p:cNvPr>
          <p:cNvSpPr>
            <a:spLocks noGrp="1"/>
          </p:cNvSpPr>
          <p:nvPr>
            <p:ph type="pic" sz="quarter" idx="39"/>
          </p:nvPr>
        </p:nvSpPr>
        <p:spPr/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27CBBF9F-8629-BA95-195B-BEED7B9BA88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4284957"/>
              </p:ext>
            </p:extLst>
          </p:nvPr>
        </p:nvGraphicFramePr>
        <p:xfrm>
          <a:off x="600075" y="2004689"/>
          <a:ext cx="7620000" cy="3562698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286317">
                  <a:extLst>
                    <a:ext uri="{9D8B030D-6E8A-4147-A177-3AD203B41FA5}">
                      <a16:colId xmlns:a16="http://schemas.microsoft.com/office/drawing/2014/main" val="2316959904"/>
                    </a:ext>
                  </a:extLst>
                </a:gridCol>
                <a:gridCol w="1789986">
                  <a:extLst>
                    <a:ext uri="{9D8B030D-6E8A-4147-A177-3AD203B41FA5}">
                      <a16:colId xmlns:a16="http://schemas.microsoft.com/office/drawing/2014/main" val="2331293725"/>
                    </a:ext>
                  </a:extLst>
                </a:gridCol>
                <a:gridCol w="1244917">
                  <a:extLst>
                    <a:ext uri="{9D8B030D-6E8A-4147-A177-3AD203B41FA5}">
                      <a16:colId xmlns:a16="http://schemas.microsoft.com/office/drawing/2014/main" val="4064480913"/>
                    </a:ext>
                  </a:extLst>
                </a:gridCol>
                <a:gridCol w="1041591">
                  <a:extLst>
                    <a:ext uri="{9D8B030D-6E8A-4147-A177-3AD203B41FA5}">
                      <a16:colId xmlns:a16="http://schemas.microsoft.com/office/drawing/2014/main" val="2011177113"/>
                    </a:ext>
                  </a:extLst>
                </a:gridCol>
                <a:gridCol w="1257189">
                  <a:extLst>
                    <a:ext uri="{9D8B030D-6E8A-4147-A177-3AD203B41FA5}">
                      <a16:colId xmlns:a16="http://schemas.microsoft.com/office/drawing/2014/main" val="985909246"/>
                    </a:ext>
                  </a:extLst>
                </a:gridCol>
              </a:tblGrid>
              <a:tr h="749948">
                <a:tc>
                  <a:txBody>
                    <a:bodyPr/>
                    <a:lstStyle/>
                    <a:p>
                      <a:pPr algn="ctr"/>
                      <a:r>
                        <a:rPr lang="en-IN" sz="1600" dirty="0"/>
                        <a:t>Configuration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600" dirty="0"/>
                        <a:t>Final Average Performance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600" dirty="0"/>
                        <a:t>Forgetting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600" dirty="0"/>
                        <a:t>Transfer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600" dirty="0"/>
                        <a:t>Retention Drop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0769790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pPr algn="ctr"/>
                      <a:r>
                        <a:rPr lang="en-IN" sz="1600" dirty="0"/>
                        <a:t>Fine-Tuning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0.130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0.812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6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0.002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1.0</a:t>
                      </a: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249819678"/>
                  </a:ext>
                </a:extLst>
              </a:tr>
              <a:tr h="555550">
                <a:tc>
                  <a:txBody>
                    <a:bodyPr/>
                    <a:lstStyle/>
                    <a:p>
                      <a:pPr algn="ctr"/>
                      <a:r>
                        <a:rPr lang="en-IN" sz="1600" b="0" dirty="0"/>
                        <a:t>Rank 16 (Original)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0.000</a:t>
                      </a:r>
                    </a:p>
                  </a:txBody>
                  <a:tcPr marL="7620" marR="7620" marT="7620" marB="0" anchor="ctr">
                    <a:solidFill>
                      <a:srgbClr val="FFBDA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0.731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0.091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1.0</a:t>
                      </a: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3306504339"/>
                  </a:ext>
                </a:extLst>
              </a:tr>
              <a:tr h="555550">
                <a:tc>
                  <a:txBody>
                    <a:bodyPr/>
                    <a:lstStyle/>
                    <a:p>
                      <a:pPr algn="ctr"/>
                      <a:r>
                        <a:rPr lang="en-IN" sz="1600" b="0" dirty="0"/>
                        <a:t>Rank 128 (Original)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0.000</a:t>
                      </a:r>
                    </a:p>
                  </a:txBody>
                  <a:tcPr marL="7620" marR="7620" marT="7620" marB="0" anchor="ctr">
                    <a:solidFill>
                      <a:srgbClr val="FFBDA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0.670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0.202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1.0</a:t>
                      </a: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3357548987"/>
                  </a:ext>
                </a:extLst>
              </a:tr>
              <a:tr h="555550">
                <a:tc>
                  <a:txBody>
                    <a:bodyPr/>
                    <a:lstStyle/>
                    <a:p>
                      <a:pPr algn="ctr"/>
                      <a:r>
                        <a:rPr lang="en-IN" sz="1600" b="0" dirty="0"/>
                        <a:t>Rank 128 (Reverse)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0.178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0.443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0.102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1.0</a:t>
                      </a: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3690480846"/>
                  </a:ext>
                </a:extLst>
              </a:tr>
              <a:tr h="555550">
                <a:tc>
                  <a:txBody>
                    <a:bodyPr/>
                    <a:lstStyle/>
                    <a:p>
                      <a:pPr algn="ctr"/>
                      <a:r>
                        <a:rPr lang="en-IN" sz="1600" b="0" dirty="0"/>
                        <a:t>Rank 128 (Best Order)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0.195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0.569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0.201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0.774</a:t>
                      </a: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3470470116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A9B38EA1-40AC-A0A0-4614-36FFFEEC1E7A}"/>
              </a:ext>
            </a:extLst>
          </p:cNvPr>
          <p:cNvSpPr txBox="1"/>
          <p:nvPr/>
        </p:nvSpPr>
        <p:spPr>
          <a:xfrm>
            <a:off x="8754471" y="2888613"/>
            <a:ext cx="3041953" cy="179485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R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tabLst/>
            </a:pPr>
            <a:r>
              <a:rPr lang="en-IN" sz="1600" b="1" dirty="0">
                <a:solidFill>
                  <a:prstClr val="black"/>
                </a:solidFill>
                <a:latin typeface="Arial"/>
              </a:rPr>
              <a:t>Key Findings:</a:t>
            </a:r>
          </a:p>
          <a:p>
            <a:pPr marL="285750" indent="-285750">
              <a:lnSpc>
                <a:spcPct val="11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1600" dirty="0"/>
              <a:t>Last-task degeneration</a:t>
            </a:r>
          </a:p>
          <a:p>
            <a:pPr marL="285750" indent="-285750">
              <a:lnSpc>
                <a:spcPct val="11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1600" dirty="0"/>
              <a:t>Strong task-order sensitivity</a:t>
            </a:r>
          </a:p>
          <a:p>
            <a:pPr marL="285750" indent="-285750">
              <a:lnSpc>
                <a:spcPct val="11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1600" dirty="0"/>
              <a:t>Increasing rank improves performance and transfer</a:t>
            </a:r>
            <a:endParaRPr kumimoji="0" lang="en-I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8237293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B830F1-FC1B-5416-EAB6-B42FE59D1E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714F7ED9-6933-AE92-1F1F-B6BBCC4936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18" y="301185"/>
            <a:ext cx="7183381" cy="332399"/>
          </a:xfrm>
        </p:spPr>
        <p:txBody>
          <a:bodyPr/>
          <a:lstStyle/>
          <a:p>
            <a:r>
              <a:rPr lang="en-IN" dirty="0"/>
              <a:t>CIL-</a:t>
            </a:r>
            <a:r>
              <a:rPr lang="en-IN" dirty="0" err="1"/>
              <a:t>LoRA</a:t>
            </a:r>
            <a:r>
              <a:rPr lang="en-IN" dirty="0"/>
              <a:t> Failure Analysis</a:t>
            </a:r>
          </a:p>
        </p:txBody>
      </p:sp>
      <p:sp>
        <p:nvSpPr>
          <p:cNvPr id="8" name="Datumsplatzhalter 7">
            <a:extLst>
              <a:ext uri="{FF2B5EF4-FFF2-40B4-BE49-F238E27FC236}">
                <a16:creationId xmlns:a16="http://schemas.microsoft.com/office/drawing/2014/main" id="{931E2497-09AD-2B95-4642-2EAEA257EE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D89E98-54A4-43F9-9249-7D6B5CD88EDB}" type="datetime4">
              <a:rPr lang="de-DE" smtClean="0"/>
              <a:pPr/>
              <a:t>6. August 2026</a:t>
            </a:fld>
            <a:endParaRPr lang="de-DE" dirty="0"/>
          </a:p>
        </p:txBody>
      </p:sp>
      <p:sp>
        <p:nvSpPr>
          <p:cNvPr id="9" name="Fußzeilenplatzhalter 8">
            <a:extLst>
              <a:ext uri="{FF2B5EF4-FFF2-40B4-BE49-F238E27FC236}">
                <a16:creationId xmlns:a16="http://schemas.microsoft.com/office/drawing/2014/main" id="{89B0516F-90DB-ABEE-93C4-E7A8D97D9F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Technische Fakultät</a:t>
            </a:r>
            <a:endParaRPr lang="de-DE" dirty="0"/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2B9450DB-C38D-EC0E-C6F2-FBF2893E0A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19</a:t>
            </a:fld>
            <a:endParaRPr lang="de-DE"/>
          </a:p>
        </p:txBody>
      </p:sp>
      <p:sp>
        <p:nvSpPr>
          <p:cNvPr id="37" name="Text Placeholder 36">
            <a:extLst>
              <a:ext uri="{FF2B5EF4-FFF2-40B4-BE49-F238E27FC236}">
                <a16:creationId xmlns:a16="http://schemas.microsoft.com/office/drawing/2014/main" id="{82AF5281-5BE4-5B35-8A8C-4B4B753F9DDE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7991201" cy="520655"/>
          </a:xfrm>
        </p:spPr>
        <p:txBody>
          <a:bodyPr/>
          <a:lstStyle/>
          <a:p>
            <a:r>
              <a:rPr lang="en-IN" dirty="0"/>
              <a:t>Shared </a:t>
            </a:r>
            <a:r>
              <a:rPr lang="en-IN" dirty="0" err="1"/>
              <a:t>LoRA</a:t>
            </a:r>
            <a:r>
              <a:rPr lang="en-IN" dirty="0"/>
              <a:t> updates overwrite previous task knowledge, causing task interference</a:t>
            </a:r>
          </a:p>
        </p:txBody>
      </p:sp>
      <p:sp>
        <p:nvSpPr>
          <p:cNvPr id="38" name="Picture Placeholder 37">
            <a:extLst>
              <a:ext uri="{FF2B5EF4-FFF2-40B4-BE49-F238E27FC236}">
                <a16:creationId xmlns:a16="http://schemas.microsoft.com/office/drawing/2014/main" id="{A8432357-27B5-B1FC-627B-BDB211D61AA3}"/>
              </a:ext>
            </a:extLst>
          </p:cNvPr>
          <p:cNvSpPr>
            <a:spLocks noGrp="1"/>
          </p:cNvSpPr>
          <p:nvPr>
            <p:ph type="pic" sz="quarter" idx="39"/>
          </p:nvPr>
        </p:nvSpPr>
        <p:spPr/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84C6F477-5676-F598-EB60-00454C71ACB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5818016"/>
              </p:ext>
            </p:extLst>
          </p:nvPr>
        </p:nvGraphicFramePr>
        <p:xfrm>
          <a:off x="518317" y="2379174"/>
          <a:ext cx="5591902" cy="3456810"/>
        </p:xfrm>
        <a:graphic>
          <a:graphicData uri="http://schemas.openxmlformats.org/drawingml/2006/table">
            <a:tbl>
              <a:tblPr/>
              <a:tblGrid>
                <a:gridCol w="949832">
                  <a:extLst>
                    <a:ext uri="{9D8B030D-6E8A-4147-A177-3AD203B41FA5}">
                      <a16:colId xmlns:a16="http://schemas.microsoft.com/office/drawing/2014/main" val="243142045"/>
                    </a:ext>
                  </a:extLst>
                </a:gridCol>
                <a:gridCol w="929971">
                  <a:extLst>
                    <a:ext uri="{9D8B030D-6E8A-4147-A177-3AD203B41FA5}">
                      <a16:colId xmlns:a16="http://schemas.microsoft.com/office/drawing/2014/main" val="2606963503"/>
                    </a:ext>
                  </a:extLst>
                </a:gridCol>
                <a:gridCol w="688143">
                  <a:extLst>
                    <a:ext uri="{9D8B030D-6E8A-4147-A177-3AD203B41FA5}">
                      <a16:colId xmlns:a16="http://schemas.microsoft.com/office/drawing/2014/main" val="1789724868"/>
                    </a:ext>
                  </a:extLst>
                </a:gridCol>
                <a:gridCol w="717220">
                  <a:extLst>
                    <a:ext uri="{9D8B030D-6E8A-4147-A177-3AD203B41FA5}">
                      <a16:colId xmlns:a16="http://schemas.microsoft.com/office/drawing/2014/main" val="3187175135"/>
                    </a:ext>
                  </a:extLst>
                </a:gridCol>
                <a:gridCol w="755990">
                  <a:extLst>
                    <a:ext uri="{9D8B030D-6E8A-4147-A177-3AD203B41FA5}">
                      <a16:colId xmlns:a16="http://schemas.microsoft.com/office/drawing/2014/main" val="1393725666"/>
                    </a:ext>
                  </a:extLst>
                </a:gridCol>
                <a:gridCol w="717220">
                  <a:extLst>
                    <a:ext uri="{9D8B030D-6E8A-4147-A177-3AD203B41FA5}">
                      <a16:colId xmlns:a16="http://schemas.microsoft.com/office/drawing/2014/main" val="2597862109"/>
                    </a:ext>
                  </a:extLst>
                </a:gridCol>
                <a:gridCol w="833526">
                  <a:extLst>
                    <a:ext uri="{9D8B030D-6E8A-4147-A177-3AD203B41FA5}">
                      <a16:colId xmlns:a16="http://schemas.microsoft.com/office/drawing/2014/main" val="2481530409"/>
                    </a:ext>
                  </a:extLst>
                </a:gridCol>
              </a:tblGrid>
              <a:tr h="696438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Pretrained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Lateral Tibial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Medial Tibial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Femoral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Patellar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Medial Meniscus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58444600"/>
                  </a:ext>
                </a:extLst>
              </a:tr>
              <a:tr h="43328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Lateral Tibial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0.000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0.426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EA9D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0.296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C6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0.108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0.001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0.000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6C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7071295"/>
                  </a:ext>
                </a:extLst>
              </a:tr>
              <a:tr h="43328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Medial Tibial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0.000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0.240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C6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0.537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EA9D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0.175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0.001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0.000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6C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465883"/>
                  </a:ext>
                </a:extLst>
              </a:tr>
              <a:tr h="42906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Femoral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FFFFFF"/>
                          </a:solidFill>
                          <a:effectLst/>
                          <a:latin typeface="+mn-lt"/>
                        </a:rPr>
                        <a:t>0.684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0549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FFFFFF"/>
                          </a:solidFill>
                          <a:effectLst/>
                          <a:latin typeface="+mn-lt"/>
                        </a:rPr>
                        <a:t>0.638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0549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0.410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EA9D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FFFFFF"/>
                          </a:solidFill>
                          <a:effectLst/>
                          <a:latin typeface="+mn-lt"/>
                        </a:rPr>
                        <a:t>0.734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0549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0.006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0.000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6C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2901906"/>
                  </a:ext>
                </a:extLst>
              </a:tr>
              <a:tr h="42906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Patellar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0.000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0.001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0.000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0.001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FFFFFF"/>
                          </a:solidFill>
                          <a:effectLst/>
                          <a:latin typeface="+mn-lt"/>
                        </a:rPr>
                        <a:t>0.984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76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0.000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6C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357157"/>
                  </a:ext>
                </a:extLst>
              </a:tr>
              <a:tr h="4915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Medial Meniscus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0.000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0.041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0.043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0.082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0.001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0.000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6C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2100408"/>
                  </a:ext>
                </a:extLst>
              </a:tr>
              <a:tr h="54199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Aeropath</a:t>
                      </a: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 (Retention)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+mn-lt"/>
                        </a:rPr>
                        <a:t>0.979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76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FFFFFF"/>
                          </a:solidFill>
                          <a:effectLst/>
                          <a:latin typeface="+mn-lt"/>
                        </a:rPr>
                        <a:t>0.974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76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FFFFFF"/>
                          </a:solidFill>
                          <a:effectLst/>
                          <a:latin typeface="+mn-lt"/>
                        </a:rPr>
                        <a:t>0.881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76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+mn-lt"/>
                        </a:rPr>
                        <a:t>0.957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76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0.219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C6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0.000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6C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74841369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74C4EA4C-8A6A-D941-B512-41EF21AC04AB}"/>
              </a:ext>
            </a:extLst>
          </p:cNvPr>
          <p:cNvSpPr txBox="1"/>
          <p:nvPr/>
        </p:nvSpPr>
        <p:spPr>
          <a:xfrm>
            <a:off x="351698" y="1629005"/>
            <a:ext cx="563635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1600" dirty="0"/>
              <a:t>Dice coefficient heatmap evaluation matrix for CIL-</a:t>
            </a:r>
            <a:r>
              <a:rPr lang="en-IN" sz="1600" dirty="0" err="1"/>
              <a:t>LoRA</a:t>
            </a:r>
            <a:r>
              <a:rPr lang="en-IN" sz="1600" dirty="0"/>
              <a:t> (rank 128) with Original Task Order </a:t>
            </a:r>
            <a:endParaRPr lang="en-IN" dirty="0"/>
          </a:p>
        </p:txBody>
      </p:sp>
      <p:graphicFrame>
        <p:nvGraphicFramePr>
          <p:cNvPr id="15" name="Chart 14">
            <a:extLst>
              <a:ext uri="{FF2B5EF4-FFF2-40B4-BE49-F238E27FC236}">
                <a16:creationId xmlns:a16="http://schemas.microsoft.com/office/drawing/2014/main" id="{D2F1B457-757E-9A4F-955F-CA17E1440A7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52103568"/>
              </p:ext>
            </p:extLst>
          </p:nvPr>
        </p:nvGraphicFramePr>
        <p:xfrm>
          <a:off x="6203951" y="1593909"/>
          <a:ext cx="5762442" cy="408224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8" name="Rectangle 17">
            <a:extLst>
              <a:ext uri="{FF2B5EF4-FFF2-40B4-BE49-F238E27FC236}">
                <a16:creationId xmlns:a16="http://schemas.microsoft.com/office/drawing/2014/main" id="{1A3E0E2B-91CE-1AA6-9D84-CFB21BB2066E}"/>
              </a:ext>
            </a:extLst>
          </p:cNvPr>
          <p:cNvSpPr/>
          <p:nvPr/>
        </p:nvSpPr>
        <p:spPr>
          <a:xfrm flipH="1">
            <a:off x="8202652" y="6021556"/>
            <a:ext cx="76199" cy="9525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80000" rIns="180000" bIns="180000" rtlCol="0" anchor="ctr"/>
          <a:lstStyle/>
          <a:p>
            <a:pPr marL="0" marR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en-IN" sz="1400" b="0" i="0" u="none" strike="noStrike" kern="1200" cap="none" spc="0" normalizeH="0" baseline="0" noProof="0" dirty="0">
              <a:ln>
                <a:noFill/>
              </a:ln>
              <a:solidFill>
                <a:srgbClr val="041E42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FFC8954-B8F8-2124-C788-AFC183B2E66C}"/>
              </a:ext>
            </a:extLst>
          </p:cNvPr>
          <p:cNvSpPr/>
          <p:nvPr/>
        </p:nvSpPr>
        <p:spPr>
          <a:xfrm>
            <a:off x="9290598" y="6008214"/>
            <a:ext cx="76200" cy="9525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80000" rIns="180000" bIns="180000" rtlCol="0" anchor="ctr"/>
          <a:lstStyle/>
          <a:p>
            <a:pPr marL="0" marR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en-IN" sz="1400" b="0" i="0" u="none" strike="noStrike" kern="1200" cap="none" spc="0" normalizeH="0" baseline="0" noProof="0" dirty="0">
              <a:ln>
                <a:noFill/>
              </a:ln>
              <a:solidFill>
                <a:srgbClr val="041E42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A6664C3-5FA8-3104-50E8-0811AE912B73}"/>
              </a:ext>
            </a:extLst>
          </p:cNvPr>
          <p:cNvSpPr txBox="1"/>
          <p:nvPr/>
        </p:nvSpPr>
        <p:spPr>
          <a:xfrm>
            <a:off x="8374303" y="5959888"/>
            <a:ext cx="617157" cy="21858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</a:pPr>
            <a:r>
              <a:rPr kumimoji="0" lang="en-IN" sz="1400" b="0" i="0" u="none" strike="noStrike" kern="1200" cap="none" spc="0" normalizeH="0" baseline="0" noProof="0" dirty="0">
                <a:ln>
                  <a:noFill/>
                </a:ln>
                <a:solidFill>
                  <a:srgbClr val="041E42"/>
                </a:solidFill>
                <a:effectLst/>
                <a:uLnTx/>
                <a:uFillTx/>
                <a:ea typeface="+mn-ea"/>
                <a:cs typeface="+mn-cs"/>
              </a:rPr>
              <a:t>Original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21B323E-F959-85F9-45BC-EBF49CBECF34}"/>
              </a:ext>
            </a:extLst>
          </p:cNvPr>
          <p:cNvSpPr txBox="1"/>
          <p:nvPr/>
        </p:nvSpPr>
        <p:spPr>
          <a:xfrm>
            <a:off x="9471824" y="5959888"/>
            <a:ext cx="666849" cy="21858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</a:pPr>
            <a:r>
              <a:rPr kumimoji="0" lang="en-IN" sz="1400" b="0" i="0" u="none" strike="noStrike" kern="1200" cap="none" spc="0" normalizeH="0" baseline="0" noProof="0" dirty="0">
                <a:ln>
                  <a:noFill/>
                </a:ln>
                <a:solidFill>
                  <a:srgbClr val="041E42"/>
                </a:solidFill>
                <a:effectLst/>
                <a:uLnTx/>
                <a:uFillTx/>
                <a:ea typeface="+mn-ea"/>
                <a:cs typeface="+mn-cs"/>
              </a:rPr>
              <a:t>Reverse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18873EF0-9DE5-AE39-0FAD-128566FF6772}"/>
                  </a:ext>
                </a:extLst>
              </p:cNvPr>
              <p:cNvSpPr txBox="1"/>
              <p:nvPr/>
            </p:nvSpPr>
            <p:spPr>
              <a:xfrm>
                <a:off x="10699167" y="5299692"/>
                <a:ext cx="706732" cy="72186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0000"/>
                  </a:lnSpc>
                  <a:spcAft>
                    <a:spcPts val="12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IN" sz="1600" i="1" dirty="0" smtClean="0">
                              <a:solidFill>
                                <a:srgbClr val="041E42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IN" sz="1600" i="1" dirty="0">
                                  <a:solidFill>
                                    <a:srgbClr val="041E4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en-IN" sz="1600" i="1" dirty="0">
                                      <a:solidFill>
                                        <a:srgbClr val="041E42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IN" sz="1600" i="0" dirty="0">
                                      <a:solidFill>
                                        <a:srgbClr val="041E42"/>
                                      </a:solidFill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r>
                                    <a:rPr lang="en-IN" sz="1600" i="1" dirty="0">
                                      <a:solidFill>
                                        <a:srgbClr val="041E42"/>
                                      </a:solidFill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</m:d>
                            </m:e>
                            <m:sub>
                              <m:r>
                                <a:rPr lang="en-IN" sz="1600" i="1" dirty="0">
                                  <a:solidFill>
                                    <a:srgbClr val="041E42"/>
                                  </a:solidFill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IN" sz="1600" i="1" dirty="0">
                                  <a:solidFill>
                                    <a:srgbClr val="041E4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en-IN" sz="1600" i="1" dirty="0">
                                      <a:solidFill>
                                        <a:srgbClr val="041E42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IN" sz="1600" i="1" dirty="0">
                                      <a:solidFill>
                                        <a:srgbClr val="041E42"/>
                                      </a:solidFill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</m:d>
                            </m:e>
                            <m:sub>
                              <m:r>
                                <a:rPr lang="en-IN" sz="1600" i="1" dirty="0">
                                  <a:solidFill>
                                    <a:srgbClr val="041E42"/>
                                  </a:solidFill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kumimoji="0" lang="en-IN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041E42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18873EF0-9DE5-AE39-0FAD-128566FF67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99167" y="5299692"/>
                <a:ext cx="706732" cy="72186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1330938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040319-B21B-0F18-CC69-F575B92C9C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4800B2CE-3ADB-3AE0-9004-7E36807365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19" y="301185"/>
            <a:ext cx="7206456" cy="664797"/>
          </a:xfrm>
        </p:spPr>
        <p:txBody>
          <a:bodyPr/>
          <a:lstStyle/>
          <a:p>
            <a:r>
              <a:rPr lang="en-IN" dirty="0"/>
              <a:t>Replay-based Mitigation of CIL </a:t>
            </a:r>
            <a:r>
              <a:rPr lang="en-IN" dirty="0" err="1"/>
              <a:t>LoRA</a:t>
            </a:r>
            <a:r>
              <a:rPr lang="en-IN" dirty="0"/>
              <a:t> Interference</a:t>
            </a:r>
            <a:endParaRPr lang="en-IN" b="0" dirty="0"/>
          </a:p>
        </p:txBody>
      </p:sp>
      <p:sp>
        <p:nvSpPr>
          <p:cNvPr id="8" name="Datumsplatzhalter 7">
            <a:extLst>
              <a:ext uri="{FF2B5EF4-FFF2-40B4-BE49-F238E27FC236}">
                <a16:creationId xmlns:a16="http://schemas.microsoft.com/office/drawing/2014/main" id="{96867BB2-1FC8-9519-941B-AD1372EEF5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D89E98-54A4-43F9-9249-7D6B5CD88EDB}" type="datetime4">
              <a:rPr lang="de-DE" smtClean="0"/>
              <a:pPr/>
              <a:t>6. August 2026</a:t>
            </a:fld>
            <a:endParaRPr lang="de-DE" dirty="0"/>
          </a:p>
        </p:txBody>
      </p:sp>
      <p:sp>
        <p:nvSpPr>
          <p:cNvPr id="9" name="Fußzeilenplatzhalter 8">
            <a:extLst>
              <a:ext uri="{FF2B5EF4-FFF2-40B4-BE49-F238E27FC236}">
                <a16:creationId xmlns:a16="http://schemas.microsoft.com/office/drawing/2014/main" id="{5422818B-7390-B31C-3A0C-7A18D5DB83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Technische Fakultät</a:t>
            </a:r>
            <a:endParaRPr lang="de-DE" dirty="0"/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A976600C-F996-49DF-E2DA-9E32F4D08C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20</a:t>
            </a:fld>
            <a:endParaRPr lang="de-DE"/>
          </a:p>
        </p:txBody>
      </p:sp>
      <p:sp>
        <p:nvSpPr>
          <p:cNvPr id="37" name="Text Placeholder 36">
            <a:extLst>
              <a:ext uri="{FF2B5EF4-FFF2-40B4-BE49-F238E27FC236}">
                <a16:creationId xmlns:a16="http://schemas.microsoft.com/office/drawing/2014/main" id="{064CF690-C809-AB37-7700-99514159C139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/>
          <a:lstStyle/>
          <a:p>
            <a:r>
              <a:rPr lang="en-IN" dirty="0"/>
              <a:t>Reducing parameter drift by preserving previous task information</a:t>
            </a:r>
          </a:p>
        </p:txBody>
      </p:sp>
      <p:sp>
        <p:nvSpPr>
          <p:cNvPr id="38" name="Picture Placeholder 37">
            <a:extLst>
              <a:ext uri="{FF2B5EF4-FFF2-40B4-BE49-F238E27FC236}">
                <a16:creationId xmlns:a16="http://schemas.microsoft.com/office/drawing/2014/main" id="{624F0789-8B7B-A027-5F93-6B54F6C743ED}"/>
              </a:ext>
            </a:extLst>
          </p:cNvPr>
          <p:cNvSpPr>
            <a:spLocks noGrp="1"/>
          </p:cNvSpPr>
          <p:nvPr>
            <p:ph type="pic" sz="quarter" idx="39"/>
          </p:nvPr>
        </p:nvSpPr>
        <p:spPr/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176D143F-36B2-2324-D72F-BCE03CBDBD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8978453"/>
              </p:ext>
            </p:extLst>
          </p:nvPr>
        </p:nvGraphicFramePr>
        <p:xfrm>
          <a:off x="1169340" y="5214227"/>
          <a:ext cx="6091245" cy="113810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1156231">
                  <a:extLst>
                    <a:ext uri="{9D8B030D-6E8A-4147-A177-3AD203B41FA5}">
                      <a16:colId xmlns:a16="http://schemas.microsoft.com/office/drawing/2014/main" val="2316959904"/>
                    </a:ext>
                  </a:extLst>
                </a:gridCol>
                <a:gridCol w="1488473">
                  <a:extLst>
                    <a:ext uri="{9D8B030D-6E8A-4147-A177-3AD203B41FA5}">
                      <a16:colId xmlns:a16="http://schemas.microsoft.com/office/drawing/2014/main" val="2331293725"/>
                    </a:ext>
                  </a:extLst>
                </a:gridCol>
                <a:gridCol w="1190625">
                  <a:extLst>
                    <a:ext uri="{9D8B030D-6E8A-4147-A177-3AD203B41FA5}">
                      <a16:colId xmlns:a16="http://schemas.microsoft.com/office/drawing/2014/main" val="4064480913"/>
                    </a:ext>
                  </a:extLst>
                </a:gridCol>
                <a:gridCol w="1057275">
                  <a:extLst>
                    <a:ext uri="{9D8B030D-6E8A-4147-A177-3AD203B41FA5}">
                      <a16:colId xmlns:a16="http://schemas.microsoft.com/office/drawing/2014/main" val="2011177113"/>
                    </a:ext>
                  </a:extLst>
                </a:gridCol>
                <a:gridCol w="1198641">
                  <a:extLst>
                    <a:ext uri="{9D8B030D-6E8A-4147-A177-3AD203B41FA5}">
                      <a16:colId xmlns:a16="http://schemas.microsoft.com/office/drawing/2014/main" val="985909246"/>
                    </a:ext>
                  </a:extLst>
                </a:gridCol>
              </a:tblGrid>
              <a:tr h="484063">
                <a:tc>
                  <a:txBody>
                    <a:bodyPr/>
                    <a:lstStyle/>
                    <a:p>
                      <a:pPr algn="ctr"/>
                      <a:r>
                        <a:rPr lang="en-IN" sz="1400" dirty="0">
                          <a:latin typeface="+mn-lt"/>
                        </a:rPr>
                        <a:t>Task Order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400" dirty="0">
                          <a:latin typeface="+mn-lt"/>
                        </a:rPr>
                        <a:t>Final Average Performance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400" dirty="0">
                          <a:latin typeface="+mn-lt"/>
                        </a:rPr>
                        <a:t>Forgetting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400" dirty="0">
                          <a:latin typeface="+mn-lt"/>
                        </a:rPr>
                        <a:t>Transfer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400" dirty="0">
                          <a:latin typeface="+mn-lt"/>
                        </a:rPr>
                        <a:t>Retention Drop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0769790"/>
                  </a:ext>
                </a:extLst>
              </a:tr>
              <a:tr h="309970">
                <a:tc>
                  <a:txBody>
                    <a:bodyPr/>
                    <a:lstStyle/>
                    <a:p>
                      <a:pPr algn="ctr"/>
                      <a:r>
                        <a:rPr lang="en-IN" sz="1400" b="0" dirty="0">
                          <a:latin typeface="+mn-lt"/>
                        </a:rPr>
                        <a:t>Original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0.353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0.363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0.129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0.545</a:t>
                      </a: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3306504339"/>
                  </a:ext>
                </a:extLst>
              </a:tr>
              <a:tr h="309970">
                <a:tc>
                  <a:txBody>
                    <a:bodyPr/>
                    <a:lstStyle/>
                    <a:p>
                      <a:pPr algn="ctr"/>
                      <a:r>
                        <a:rPr lang="en-IN" sz="1400" b="0" dirty="0">
                          <a:latin typeface="+mn-lt"/>
                        </a:rPr>
                        <a:t>Reverse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0.516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0.158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0.114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0.255</a:t>
                      </a: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3357548987"/>
                  </a:ext>
                </a:extLst>
              </a:tr>
            </a:tbl>
          </a:graphicData>
        </a:graphic>
      </p:graphicFrame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07086640-4456-9C73-1B87-F6843B2AA55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150970998"/>
              </p:ext>
            </p:extLst>
          </p:nvPr>
        </p:nvGraphicFramePr>
        <p:xfrm>
          <a:off x="891457" y="1473590"/>
          <a:ext cx="6979991" cy="365661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4CBFF6B0-D261-3120-E496-2E0556594178}"/>
              </a:ext>
            </a:extLst>
          </p:cNvPr>
          <p:cNvSpPr txBox="1"/>
          <p:nvPr/>
        </p:nvSpPr>
        <p:spPr>
          <a:xfrm>
            <a:off x="8040096" y="2446821"/>
            <a:ext cx="56892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3200" dirty="0">
                <a:solidFill>
                  <a:srgbClr val="00B050"/>
                </a:solidFill>
                <a:latin typeface="Arial"/>
                <a:sym typeface="Wingdings" panose="05000000000000000000" pitchFamily="2" charset="2"/>
              </a:rPr>
              <a:t></a:t>
            </a:r>
            <a:endParaRPr lang="en-IN" dirty="0">
              <a:solidFill>
                <a:srgbClr val="00B05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0266321-E5AB-4DC9-E28F-FD7760A20E61}"/>
              </a:ext>
            </a:extLst>
          </p:cNvPr>
          <p:cNvSpPr txBox="1"/>
          <p:nvPr/>
        </p:nvSpPr>
        <p:spPr>
          <a:xfrm>
            <a:off x="8609017" y="2568135"/>
            <a:ext cx="3249607" cy="3421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200"/>
              </a:spcAft>
            </a:pPr>
            <a:r>
              <a:rPr lang="en-US" sz="1600" dirty="0"/>
              <a:t>Eliminates Last-task degeneration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F5E50D9-B584-9B17-EF88-5FAFC08BBA1E}"/>
              </a:ext>
            </a:extLst>
          </p:cNvPr>
          <p:cNvSpPr txBox="1"/>
          <p:nvPr/>
        </p:nvSpPr>
        <p:spPr>
          <a:xfrm>
            <a:off x="8059146" y="3018321"/>
            <a:ext cx="56892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3200" dirty="0">
                <a:solidFill>
                  <a:srgbClr val="00B050"/>
                </a:solidFill>
                <a:latin typeface="Arial"/>
                <a:sym typeface="Wingdings" panose="05000000000000000000" pitchFamily="2" charset="2"/>
              </a:rPr>
              <a:t></a:t>
            </a:r>
            <a:endParaRPr lang="en-IN" dirty="0">
              <a:solidFill>
                <a:srgbClr val="00B050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CCD3D45-EC85-BE71-B50B-90CE3A93F62D}"/>
              </a:ext>
            </a:extLst>
          </p:cNvPr>
          <p:cNvSpPr txBox="1"/>
          <p:nvPr/>
        </p:nvSpPr>
        <p:spPr>
          <a:xfrm>
            <a:off x="8628067" y="3139635"/>
            <a:ext cx="3249607" cy="3421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200"/>
              </a:spcAft>
            </a:pPr>
            <a:r>
              <a:rPr lang="en-US" sz="1600" dirty="0"/>
              <a:t>Reduces Forgetting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48A4F78-AABE-824A-D478-33C1856FBFBC}"/>
              </a:ext>
            </a:extLst>
          </p:cNvPr>
          <p:cNvSpPr txBox="1"/>
          <p:nvPr/>
        </p:nvSpPr>
        <p:spPr>
          <a:xfrm>
            <a:off x="8087721" y="3732696"/>
            <a:ext cx="56892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3200" dirty="0">
                <a:solidFill>
                  <a:srgbClr val="00B050"/>
                </a:solidFill>
                <a:latin typeface="Arial"/>
                <a:sym typeface="Wingdings" panose="05000000000000000000" pitchFamily="2" charset="2"/>
              </a:rPr>
              <a:t></a:t>
            </a:r>
            <a:endParaRPr lang="en-IN" dirty="0">
              <a:solidFill>
                <a:srgbClr val="00B050"/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814D4B8-7C89-7B75-7609-DB8BF6ECAFDF}"/>
              </a:ext>
            </a:extLst>
          </p:cNvPr>
          <p:cNvSpPr txBox="1"/>
          <p:nvPr/>
        </p:nvSpPr>
        <p:spPr>
          <a:xfrm>
            <a:off x="8656642" y="3701610"/>
            <a:ext cx="3249607" cy="612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200"/>
              </a:spcAft>
            </a:pPr>
            <a:r>
              <a:rPr lang="en-US" sz="1600" dirty="0"/>
              <a:t>Improves Pre-trained Knowledge Retention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96EA918-FEF3-E691-1159-E36C2CCB84B4}"/>
              </a:ext>
            </a:extLst>
          </p:cNvPr>
          <p:cNvSpPr txBox="1"/>
          <p:nvPr/>
        </p:nvSpPr>
        <p:spPr>
          <a:xfrm>
            <a:off x="8078195" y="4443304"/>
            <a:ext cx="56892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3200" dirty="0">
                <a:solidFill>
                  <a:srgbClr val="FF0000"/>
                </a:solidFill>
                <a:latin typeface="Arial"/>
                <a:sym typeface="Wingdings" panose="05000000000000000000" pitchFamily="2" charset="2"/>
              </a:rPr>
              <a:t></a:t>
            </a:r>
            <a:endParaRPr lang="en-IN" dirty="0">
              <a:solidFill>
                <a:srgbClr val="FF0000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E5AF7FC-C461-EA9E-53FD-A359BDB7235F}"/>
              </a:ext>
            </a:extLst>
          </p:cNvPr>
          <p:cNvSpPr txBox="1"/>
          <p:nvPr/>
        </p:nvSpPr>
        <p:spPr>
          <a:xfrm>
            <a:off x="8656642" y="4564618"/>
            <a:ext cx="3249607" cy="3421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200"/>
              </a:spcAft>
            </a:pPr>
            <a:r>
              <a:rPr lang="en-US" sz="1600" dirty="0"/>
              <a:t>Slight decrease in Transfer</a:t>
            </a:r>
          </a:p>
        </p:txBody>
      </p:sp>
    </p:spTree>
    <p:extLst>
      <p:ext uri="{BB962C8B-B14F-4D97-AF65-F5344CB8AC3E}">
        <p14:creationId xmlns:p14="http://schemas.microsoft.com/office/powerpoint/2010/main" val="41099906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5A6B3E-6C84-F806-ABD4-907DB093FE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A55EDE69-CA10-06A2-C703-3877E4CE37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18" y="301185"/>
            <a:ext cx="8131160" cy="664797"/>
          </a:xfrm>
        </p:spPr>
        <p:txBody>
          <a:bodyPr/>
          <a:lstStyle/>
          <a:p>
            <a:r>
              <a:rPr lang="en-IN" dirty="0"/>
              <a:t>Evaluation of Alternative Continual Learning Strategies</a:t>
            </a:r>
          </a:p>
        </p:txBody>
      </p:sp>
      <p:sp>
        <p:nvSpPr>
          <p:cNvPr id="8" name="Datumsplatzhalter 7">
            <a:extLst>
              <a:ext uri="{FF2B5EF4-FFF2-40B4-BE49-F238E27FC236}">
                <a16:creationId xmlns:a16="http://schemas.microsoft.com/office/drawing/2014/main" id="{095FB3A2-564B-66BB-9728-488C42BC3B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D89E98-54A4-43F9-9249-7D6B5CD88EDB}" type="datetime4">
              <a:rPr lang="de-DE" smtClean="0"/>
              <a:pPr/>
              <a:t>6. August 2026</a:t>
            </a:fld>
            <a:endParaRPr lang="de-DE" dirty="0"/>
          </a:p>
        </p:txBody>
      </p:sp>
      <p:sp>
        <p:nvSpPr>
          <p:cNvPr id="9" name="Fußzeilenplatzhalter 8">
            <a:extLst>
              <a:ext uri="{FF2B5EF4-FFF2-40B4-BE49-F238E27FC236}">
                <a16:creationId xmlns:a16="http://schemas.microsoft.com/office/drawing/2014/main" id="{7EA008E9-3A9C-9EDE-6F82-123B39D968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Technische Fakultät</a:t>
            </a:r>
            <a:endParaRPr lang="de-DE" dirty="0"/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A91133FB-9CB1-DA4B-DE1C-E4DD378182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21</a:t>
            </a:fld>
            <a:endParaRPr lang="de-DE"/>
          </a:p>
        </p:txBody>
      </p:sp>
      <p:sp>
        <p:nvSpPr>
          <p:cNvPr id="37" name="Text Placeholder 36">
            <a:extLst>
              <a:ext uri="{FF2B5EF4-FFF2-40B4-BE49-F238E27FC236}">
                <a16:creationId xmlns:a16="http://schemas.microsoft.com/office/drawing/2014/main" id="{180C9DEF-E73E-F1BB-4786-AE9CF1D19267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9387683" cy="520655"/>
          </a:xfrm>
        </p:spPr>
        <p:txBody>
          <a:bodyPr/>
          <a:lstStyle/>
          <a:p>
            <a:r>
              <a:rPr lang="en-IN" dirty="0"/>
              <a:t>Prompt-based and regularisation-based approaches provide limited improvement over fine-tuning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3B12C7F-EF12-1EEF-29D6-72E5429D109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4746206"/>
              </p:ext>
            </p:extLst>
          </p:nvPr>
        </p:nvGraphicFramePr>
        <p:xfrm>
          <a:off x="2286000" y="1687075"/>
          <a:ext cx="7620000" cy="2451598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286317">
                  <a:extLst>
                    <a:ext uri="{9D8B030D-6E8A-4147-A177-3AD203B41FA5}">
                      <a16:colId xmlns:a16="http://schemas.microsoft.com/office/drawing/2014/main" val="2316959904"/>
                    </a:ext>
                  </a:extLst>
                </a:gridCol>
                <a:gridCol w="1789986">
                  <a:extLst>
                    <a:ext uri="{9D8B030D-6E8A-4147-A177-3AD203B41FA5}">
                      <a16:colId xmlns:a16="http://schemas.microsoft.com/office/drawing/2014/main" val="2331293725"/>
                    </a:ext>
                  </a:extLst>
                </a:gridCol>
                <a:gridCol w="1244917">
                  <a:extLst>
                    <a:ext uri="{9D8B030D-6E8A-4147-A177-3AD203B41FA5}">
                      <a16:colId xmlns:a16="http://schemas.microsoft.com/office/drawing/2014/main" val="4064480913"/>
                    </a:ext>
                  </a:extLst>
                </a:gridCol>
                <a:gridCol w="1041591">
                  <a:extLst>
                    <a:ext uri="{9D8B030D-6E8A-4147-A177-3AD203B41FA5}">
                      <a16:colId xmlns:a16="http://schemas.microsoft.com/office/drawing/2014/main" val="2011177113"/>
                    </a:ext>
                  </a:extLst>
                </a:gridCol>
                <a:gridCol w="1257189">
                  <a:extLst>
                    <a:ext uri="{9D8B030D-6E8A-4147-A177-3AD203B41FA5}">
                      <a16:colId xmlns:a16="http://schemas.microsoft.com/office/drawing/2014/main" val="985909246"/>
                    </a:ext>
                  </a:extLst>
                </a:gridCol>
              </a:tblGrid>
              <a:tr h="749948">
                <a:tc>
                  <a:txBody>
                    <a:bodyPr/>
                    <a:lstStyle/>
                    <a:p>
                      <a:pPr algn="ctr"/>
                      <a:r>
                        <a:rPr lang="en-IN" sz="1600" dirty="0"/>
                        <a:t>Configuration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600" dirty="0"/>
                        <a:t>Final Average Performance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600" dirty="0"/>
                        <a:t>Forgetting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600" dirty="0"/>
                        <a:t>Transfer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600" dirty="0"/>
                        <a:t>Retention Drop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0769790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pPr algn="ctr"/>
                      <a:r>
                        <a:rPr lang="en-IN" sz="1600" dirty="0"/>
                        <a:t>Fine-Tuning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0.130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0.812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0.002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1.0</a:t>
                      </a: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249819678"/>
                  </a:ext>
                </a:extLst>
              </a:tr>
              <a:tr h="555550">
                <a:tc>
                  <a:txBody>
                    <a:bodyPr/>
                    <a:lstStyle/>
                    <a:p>
                      <a:pPr algn="ctr"/>
                      <a:r>
                        <a:rPr lang="en-IN" sz="1600" b="0" dirty="0"/>
                        <a:t>Prompt-based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0.115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0.753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0.044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1.0</a:t>
                      </a: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3690480846"/>
                  </a:ext>
                </a:extLst>
              </a:tr>
              <a:tr h="555550">
                <a:tc>
                  <a:txBody>
                    <a:bodyPr/>
                    <a:lstStyle/>
                    <a:p>
                      <a:pPr algn="ctr"/>
                      <a:r>
                        <a:rPr lang="en-IN" sz="1600" b="0" dirty="0"/>
                        <a:t>Regularisation-based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0.110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6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0.837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0.015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1.0</a:t>
                      </a: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3470470116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72362200-DE26-1456-4451-27137A21C95E}"/>
              </a:ext>
            </a:extLst>
          </p:cNvPr>
          <p:cNvSpPr txBox="1"/>
          <p:nvPr/>
        </p:nvSpPr>
        <p:spPr>
          <a:xfrm>
            <a:off x="1667288" y="4561987"/>
            <a:ext cx="56892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3200" dirty="0">
                <a:solidFill>
                  <a:srgbClr val="00B050"/>
                </a:solidFill>
                <a:latin typeface="Arial"/>
                <a:sym typeface="Wingdings" panose="05000000000000000000" pitchFamily="2" charset="2"/>
              </a:rPr>
              <a:t></a:t>
            </a:r>
            <a:endParaRPr lang="en-IN" dirty="0">
              <a:solidFill>
                <a:srgbClr val="00B05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CA01850-8ED0-46FE-2424-B2C2446776AC}"/>
              </a:ext>
            </a:extLst>
          </p:cNvPr>
          <p:cNvSpPr txBox="1"/>
          <p:nvPr/>
        </p:nvSpPr>
        <p:spPr>
          <a:xfrm>
            <a:off x="2351509" y="4669709"/>
            <a:ext cx="84906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Prompt-based adaptation provides marginal improvement over fine-tuning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94EF085-9293-1BF6-F7ED-57F79C7820C9}"/>
              </a:ext>
            </a:extLst>
          </p:cNvPr>
          <p:cNvSpPr txBox="1"/>
          <p:nvPr/>
        </p:nvSpPr>
        <p:spPr>
          <a:xfrm>
            <a:off x="2351509" y="5239108"/>
            <a:ext cx="81732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Regularisation-based approach does not prevent forgetting in this setting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992B644-A384-2B23-64E8-4B876B14A6EB}"/>
              </a:ext>
            </a:extLst>
          </p:cNvPr>
          <p:cNvSpPr txBox="1"/>
          <p:nvPr/>
        </p:nvSpPr>
        <p:spPr>
          <a:xfrm>
            <a:off x="1667288" y="5131386"/>
            <a:ext cx="56892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3200" dirty="0">
                <a:solidFill>
                  <a:srgbClr val="FF0000"/>
                </a:solidFill>
                <a:latin typeface="Arial"/>
                <a:sym typeface="Wingdings" panose="05000000000000000000" pitchFamily="2" charset="2"/>
              </a:rPr>
              <a:t></a:t>
            </a:r>
            <a:endParaRPr lang="en-IN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4420397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19D8C7-7C9F-CA8A-3EF9-954F617287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5BF87BD7-0552-1D53-F69C-9D0F4E44DE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17" y="301185"/>
            <a:ext cx="8093837" cy="332399"/>
          </a:xfrm>
        </p:spPr>
        <p:txBody>
          <a:bodyPr/>
          <a:lstStyle/>
          <a:p>
            <a:r>
              <a:rPr lang="en-IN" dirty="0"/>
              <a:t>Few-Shot Adaptation: Evaluating the Best Trade-off</a:t>
            </a:r>
          </a:p>
        </p:txBody>
      </p:sp>
      <p:sp>
        <p:nvSpPr>
          <p:cNvPr id="8" name="Datumsplatzhalter 7">
            <a:extLst>
              <a:ext uri="{FF2B5EF4-FFF2-40B4-BE49-F238E27FC236}">
                <a16:creationId xmlns:a16="http://schemas.microsoft.com/office/drawing/2014/main" id="{4A6BF8BA-9402-5DB2-2AA8-1B5EE42818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D89E98-54A4-43F9-9249-7D6B5CD88EDB}" type="datetime4">
              <a:rPr lang="de-DE" smtClean="0"/>
              <a:pPr/>
              <a:t>6. August 2026</a:t>
            </a:fld>
            <a:endParaRPr lang="de-DE" dirty="0"/>
          </a:p>
        </p:txBody>
      </p:sp>
      <p:sp>
        <p:nvSpPr>
          <p:cNvPr id="9" name="Fußzeilenplatzhalter 8">
            <a:extLst>
              <a:ext uri="{FF2B5EF4-FFF2-40B4-BE49-F238E27FC236}">
                <a16:creationId xmlns:a16="http://schemas.microsoft.com/office/drawing/2014/main" id="{D9078B73-2B60-25FD-C8A4-3BB767088D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Technische Fakultät</a:t>
            </a:r>
            <a:endParaRPr lang="de-DE" dirty="0"/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68CBDA5E-F098-0236-979E-EA159BCF11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22</a:t>
            </a:fld>
            <a:endParaRPr lang="de-DE"/>
          </a:p>
        </p:txBody>
      </p:sp>
      <p:sp>
        <p:nvSpPr>
          <p:cNvPr id="37" name="Text Placeholder 36">
            <a:extLst>
              <a:ext uri="{FF2B5EF4-FFF2-40B4-BE49-F238E27FC236}">
                <a16:creationId xmlns:a16="http://schemas.microsoft.com/office/drawing/2014/main" id="{4FEAA3C5-A7F2-9A87-5D1B-A6A50A413157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6" y="687598"/>
            <a:ext cx="9358605" cy="520655"/>
          </a:xfrm>
        </p:spPr>
        <p:txBody>
          <a:bodyPr/>
          <a:lstStyle/>
          <a:p>
            <a:r>
              <a:rPr lang="en-IN" dirty="0"/>
              <a:t>Replay mitigates forgetting in the task-agnostic setting, but few-shot adaptation remains challenging</a:t>
            </a:r>
          </a:p>
        </p:txBody>
      </p:sp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id="{863B8B4A-5908-A207-0315-B8AD73D6624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93290917"/>
              </p:ext>
            </p:extLst>
          </p:nvPr>
        </p:nvGraphicFramePr>
        <p:xfrm>
          <a:off x="518318" y="1520890"/>
          <a:ext cx="5291544" cy="4268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6" name="Chart 15">
            <a:extLst>
              <a:ext uri="{FF2B5EF4-FFF2-40B4-BE49-F238E27FC236}">
                <a16:creationId xmlns:a16="http://schemas.microsoft.com/office/drawing/2014/main" id="{DA27991C-9EC9-6BC9-4A56-9E232E33CEF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639252449"/>
              </p:ext>
            </p:extLst>
          </p:nvPr>
        </p:nvGraphicFramePr>
        <p:xfrm>
          <a:off x="5988051" y="1520890"/>
          <a:ext cx="5685632" cy="4268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216784031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2FB670-C388-A089-1F88-F4F582660B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3A1F6F41-FE29-F0D7-43E0-ADFDD953FB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17" y="301185"/>
            <a:ext cx="8093837" cy="664797"/>
          </a:xfrm>
        </p:spPr>
        <p:txBody>
          <a:bodyPr/>
          <a:lstStyle/>
          <a:p>
            <a:r>
              <a:rPr lang="en-IN" dirty="0"/>
              <a:t>Overall Comparison of Continual Learning Approaches</a:t>
            </a:r>
          </a:p>
        </p:txBody>
      </p:sp>
      <p:sp>
        <p:nvSpPr>
          <p:cNvPr id="8" name="Datumsplatzhalter 7">
            <a:extLst>
              <a:ext uri="{FF2B5EF4-FFF2-40B4-BE49-F238E27FC236}">
                <a16:creationId xmlns:a16="http://schemas.microsoft.com/office/drawing/2014/main" id="{00CB5F23-8C7A-F488-2E18-3C9A583E33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D89E98-54A4-43F9-9249-7D6B5CD88EDB}" type="datetime4">
              <a:rPr lang="de-DE" smtClean="0"/>
              <a:pPr/>
              <a:t>6. August 2026</a:t>
            </a:fld>
            <a:endParaRPr lang="de-DE" dirty="0"/>
          </a:p>
        </p:txBody>
      </p:sp>
      <p:sp>
        <p:nvSpPr>
          <p:cNvPr id="9" name="Fußzeilenplatzhalter 8">
            <a:extLst>
              <a:ext uri="{FF2B5EF4-FFF2-40B4-BE49-F238E27FC236}">
                <a16:creationId xmlns:a16="http://schemas.microsoft.com/office/drawing/2014/main" id="{E26BDE05-CE9C-6499-277D-39B4B8E0B2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Technische Fakultät</a:t>
            </a:r>
            <a:endParaRPr lang="de-DE" dirty="0"/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83FCDFED-1CEC-A9D4-1EDD-A75FB30DC6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23</a:t>
            </a:fld>
            <a:endParaRPr lang="de-DE"/>
          </a:p>
        </p:txBody>
      </p:sp>
      <p:sp>
        <p:nvSpPr>
          <p:cNvPr id="37" name="Text Placeholder 36">
            <a:extLst>
              <a:ext uri="{FF2B5EF4-FFF2-40B4-BE49-F238E27FC236}">
                <a16:creationId xmlns:a16="http://schemas.microsoft.com/office/drawing/2014/main" id="{FD5C6E41-2001-7774-ADD6-4FA2A7985806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8373756" cy="520655"/>
          </a:xfrm>
        </p:spPr>
        <p:txBody>
          <a:bodyPr/>
          <a:lstStyle/>
          <a:p>
            <a:r>
              <a:rPr lang="en-IN" dirty="0"/>
              <a:t>Trade-off between performance, retention, and parameter efficiency across approaches</a:t>
            </a:r>
          </a:p>
        </p:txBody>
      </p:sp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id="{53D06700-3DAD-77CC-2E37-5D980AE9206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00850352"/>
              </p:ext>
            </p:extLst>
          </p:nvPr>
        </p:nvGraphicFramePr>
        <p:xfrm>
          <a:off x="349524" y="1709315"/>
          <a:ext cx="7680051" cy="434787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4A66C781-2052-CEA4-00C5-DE1F6B0F4F54}"/>
              </a:ext>
            </a:extLst>
          </p:cNvPr>
          <p:cNvSpPr txBox="1"/>
          <p:nvPr/>
        </p:nvSpPr>
        <p:spPr>
          <a:xfrm>
            <a:off x="8062116" y="2220982"/>
            <a:ext cx="378035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/>
              <a:t>TIL-</a:t>
            </a:r>
            <a:r>
              <a:rPr lang="en-IN" b="1" dirty="0" err="1"/>
              <a:t>LoRA</a:t>
            </a:r>
            <a:r>
              <a:rPr lang="en-IN" b="1" dirty="0"/>
              <a:t>:</a:t>
            </a:r>
            <a:r>
              <a:rPr lang="en-IN" dirty="0"/>
              <a:t> </a:t>
            </a:r>
            <a:br>
              <a:rPr lang="en-IN" dirty="0"/>
            </a:br>
            <a:r>
              <a:rPr lang="en-IN" dirty="0"/>
              <a:t>Best performance, </a:t>
            </a:r>
          </a:p>
          <a:p>
            <a:r>
              <a:rPr lang="en-IN" dirty="0"/>
              <a:t>but requires task-specific adapters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8ED50DA-9827-807F-6D9A-8F9D25E346E6}"/>
              </a:ext>
            </a:extLst>
          </p:cNvPr>
          <p:cNvSpPr txBox="1"/>
          <p:nvPr/>
        </p:nvSpPr>
        <p:spPr>
          <a:xfrm>
            <a:off x="8062116" y="3290500"/>
            <a:ext cx="392033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/>
              <a:t>CIL-</a:t>
            </a:r>
            <a:r>
              <a:rPr lang="en-IN" b="1" dirty="0" err="1"/>
              <a:t>LoRA</a:t>
            </a:r>
            <a:r>
              <a:rPr lang="en-IN" b="1" dirty="0"/>
              <a:t>:</a:t>
            </a:r>
            <a:r>
              <a:rPr lang="en-IN" dirty="0"/>
              <a:t> </a:t>
            </a:r>
            <a:br>
              <a:rPr lang="en-IN" dirty="0"/>
            </a:br>
            <a:r>
              <a:rPr lang="en-IN" dirty="0"/>
              <a:t>Suffers from interference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DB4DCF9-F53C-B94E-62A8-52EFBD7EA7A5}"/>
              </a:ext>
            </a:extLst>
          </p:cNvPr>
          <p:cNvSpPr txBox="1"/>
          <p:nvPr/>
        </p:nvSpPr>
        <p:spPr>
          <a:xfrm>
            <a:off x="8062116" y="4083020"/>
            <a:ext cx="357856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/>
              <a:t>CIL-</a:t>
            </a:r>
            <a:r>
              <a:rPr lang="en-IN" b="1" dirty="0" err="1"/>
              <a:t>LoRA</a:t>
            </a:r>
            <a:r>
              <a:rPr lang="en-IN" b="1" dirty="0"/>
              <a:t> + Replay:</a:t>
            </a:r>
            <a:r>
              <a:rPr lang="en-IN" dirty="0"/>
              <a:t> </a:t>
            </a:r>
            <a:br>
              <a:rPr lang="en-IN" dirty="0"/>
            </a:br>
            <a:r>
              <a:rPr lang="en-IN" dirty="0"/>
              <a:t>Closes the gap while maintaining a shared adapter</a:t>
            </a:r>
          </a:p>
        </p:txBody>
      </p:sp>
    </p:spTree>
    <p:extLst>
      <p:ext uri="{BB962C8B-B14F-4D97-AF65-F5344CB8AC3E}">
        <p14:creationId xmlns:p14="http://schemas.microsoft.com/office/powerpoint/2010/main" val="317704261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045317-66D1-F352-6C07-F2B7363A74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3CFA867E-1933-30AA-BF9B-C48B58C88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17" y="301185"/>
            <a:ext cx="8093837" cy="332399"/>
          </a:xfrm>
        </p:spPr>
        <p:txBody>
          <a:bodyPr/>
          <a:lstStyle/>
          <a:p>
            <a:r>
              <a:rPr lang="en-IN" dirty="0"/>
              <a:t>Limitations &amp; Future Work</a:t>
            </a:r>
          </a:p>
        </p:txBody>
      </p:sp>
      <p:sp>
        <p:nvSpPr>
          <p:cNvPr id="8" name="Datumsplatzhalter 7">
            <a:extLst>
              <a:ext uri="{FF2B5EF4-FFF2-40B4-BE49-F238E27FC236}">
                <a16:creationId xmlns:a16="http://schemas.microsoft.com/office/drawing/2014/main" id="{A3DF85F3-58EB-2A79-E672-5051F3CE97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D89E98-54A4-43F9-9249-7D6B5CD88EDB}" type="datetime4">
              <a:rPr lang="de-DE" smtClean="0"/>
              <a:pPr/>
              <a:t>12. August 2026</a:t>
            </a:fld>
            <a:endParaRPr lang="de-DE" dirty="0"/>
          </a:p>
        </p:txBody>
      </p:sp>
      <p:sp>
        <p:nvSpPr>
          <p:cNvPr id="9" name="Fußzeilenplatzhalter 8">
            <a:extLst>
              <a:ext uri="{FF2B5EF4-FFF2-40B4-BE49-F238E27FC236}">
                <a16:creationId xmlns:a16="http://schemas.microsoft.com/office/drawing/2014/main" id="{F188EEF1-B379-105A-FD06-FE4590965B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Technische Fakultät</a:t>
            </a:r>
            <a:endParaRPr lang="de-DE" dirty="0"/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F98ACA83-5E7A-A086-DDB2-62E7429BE2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24</a:t>
            </a:fld>
            <a:endParaRPr lang="de-DE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D776876-0E2D-A291-6009-335D922CDD2F}"/>
              </a:ext>
            </a:extLst>
          </p:cNvPr>
          <p:cNvSpPr txBox="1"/>
          <p:nvPr/>
        </p:nvSpPr>
        <p:spPr>
          <a:xfrm>
            <a:off x="518317" y="1504280"/>
            <a:ext cx="8425542" cy="194873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</a:pPr>
            <a:r>
              <a:rPr kumimoji="0" lang="en-IN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Limitations:</a:t>
            </a:r>
          </a:p>
          <a:p>
            <a:pPr marL="342900" indent="-342900">
              <a:lnSpc>
                <a:spcPct val="11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IN" sz="1600" dirty="0"/>
              <a:t>Few-shot CIL remains challenging</a:t>
            </a:r>
          </a:p>
          <a:p>
            <a:pPr marL="342900" indent="-342900">
              <a:lnSpc>
                <a:spcPct val="11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IN" sz="1600" dirty="0"/>
              <a:t>Limited replay exploration</a:t>
            </a:r>
          </a:p>
          <a:p>
            <a:pPr marL="342900" indent="-342900">
              <a:lnSpc>
                <a:spcPct val="11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IN" sz="1600" dirty="0"/>
              <a:t>Limited task and sequence diversity</a:t>
            </a:r>
          </a:p>
          <a:p>
            <a:pPr marL="342900" indent="-342900">
              <a:lnSpc>
                <a:spcPct val="11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IN" sz="1600" dirty="0"/>
              <a:t>Computational constraints limited broader hyperparameter exploration</a:t>
            </a:r>
            <a:endParaRPr kumimoji="0" lang="en-IN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F584979-D44D-BC56-0736-0197CF1C9F98}"/>
              </a:ext>
            </a:extLst>
          </p:cNvPr>
          <p:cNvSpPr txBox="1"/>
          <p:nvPr/>
        </p:nvSpPr>
        <p:spPr>
          <a:xfrm>
            <a:off x="518317" y="3815231"/>
            <a:ext cx="11000791" cy="228729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</a:pPr>
            <a:r>
              <a:rPr kumimoji="0" lang="en-IN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Future Work:</a:t>
            </a:r>
          </a:p>
          <a:p>
            <a:pPr marL="285750" indent="-285750">
              <a:lnSpc>
                <a:spcPct val="11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IN" sz="1600" dirty="0"/>
              <a:t>Improve few-shot CIL adaptation: Investigate replay strategies specifically designed for highly data-constrained adaptation.</a:t>
            </a:r>
          </a:p>
          <a:p>
            <a:pPr marL="285750" indent="-285750">
              <a:lnSpc>
                <a:spcPct val="11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IN" sz="1600" dirty="0"/>
              <a:t>Adaptive replay strategies: Dynamic allocation of replay samples rather than using a fixed replay fraction</a:t>
            </a:r>
          </a:p>
          <a:p>
            <a:pPr marL="285750" indent="-285750">
              <a:lnSpc>
                <a:spcPct val="11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IN" sz="1600" dirty="0"/>
              <a:t>Larger and more diverse task sequences</a:t>
            </a:r>
          </a:p>
          <a:p>
            <a:pPr marL="285750" indent="-285750">
              <a:lnSpc>
                <a:spcPct val="11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IN" sz="1600" dirty="0"/>
              <a:t>Explore adaptive </a:t>
            </a:r>
            <a:r>
              <a:rPr lang="en-IN" sz="1600" dirty="0" err="1"/>
              <a:t>LoRA</a:t>
            </a:r>
            <a:r>
              <a:rPr lang="en-IN" sz="1600" dirty="0"/>
              <a:t> allocation, dynamic adapters, or mixture-of-</a:t>
            </a:r>
            <a:r>
              <a:rPr lang="en-IN" sz="1600" dirty="0" err="1"/>
              <a:t>LoRA</a:t>
            </a:r>
            <a:r>
              <a:rPr lang="en-IN" sz="1600" dirty="0"/>
              <a:t> approaches</a:t>
            </a:r>
            <a:endParaRPr kumimoji="0" lang="en-IN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3375736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AB0F57-C301-715F-316A-FD89C85D7B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B2B4CBF0-A108-6E33-2F28-9EEFFFCDF8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17" y="301185"/>
            <a:ext cx="8093837" cy="332399"/>
          </a:xfrm>
        </p:spPr>
        <p:txBody>
          <a:bodyPr/>
          <a:lstStyle/>
          <a:p>
            <a:r>
              <a:rPr lang="en-IN" dirty="0"/>
              <a:t>Conclusion</a:t>
            </a:r>
          </a:p>
        </p:txBody>
      </p:sp>
      <p:sp>
        <p:nvSpPr>
          <p:cNvPr id="8" name="Datumsplatzhalter 7">
            <a:extLst>
              <a:ext uri="{FF2B5EF4-FFF2-40B4-BE49-F238E27FC236}">
                <a16:creationId xmlns:a16="http://schemas.microsoft.com/office/drawing/2014/main" id="{502D5D45-A7AF-6E57-2A90-1E45008AA1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D89E98-54A4-43F9-9249-7D6B5CD88EDB}" type="datetime4">
              <a:rPr lang="de-DE" smtClean="0"/>
              <a:pPr/>
              <a:t>12. August 2026</a:t>
            </a:fld>
            <a:endParaRPr lang="de-DE" dirty="0"/>
          </a:p>
        </p:txBody>
      </p:sp>
      <p:sp>
        <p:nvSpPr>
          <p:cNvPr id="9" name="Fußzeilenplatzhalter 8">
            <a:extLst>
              <a:ext uri="{FF2B5EF4-FFF2-40B4-BE49-F238E27FC236}">
                <a16:creationId xmlns:a16="http://schemas.microsoft.com/office/drawing/2014/main" id="{1DDC6B73-095F-3197-5C0C-DD0D515F29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Technische Fakultät</a:t>
            </a:r>
            <a:endParaRPr lang="de-DE" dirty="0"/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A12F599A-C715-10C4-1706-55596F2B30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25</a:t>
            </a:fld>
            <a:endParaRPr lang="de-DE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F7A95A1-53D7-E0BE-E1D7-50195A7D37B5}"/>
              </a:ext>
            </a:extLst>
          </p:cNvPr>
          <p:cNvSpPr txBox="1"/>
          <p:nvPr/>
        </p:nvSpPr>
        <p:spPr>
          <a:xfrm>
            <a:off x="518317" y="1539114"/>
            <a:ext cx="11377900" cy="238578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IN" sz="1600" b="1" dirty="0"/>
              <a:t>Key Findings: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IN" sz="1600" b="1" dirty="0"/>
              <a:t>TIL-</a:t>
            </a:r>
            <a:r>
              <a:rPr lang="en-IN" sz="1600" b="1" dirty="0" err="1"/>
              <a:t>LoRA</a:t>
            </a:r>
            <a:r>
              <a:rPr lang="en-IN" sz="1600" b="1" dirty="0"/>
              <a:t>:</a:t>
            </a:r>
            <a:r>
              <a:rPr lang="en-IN" sz="1600" dirty="0"/>
              <a:t> Strong adaptation and no forgetting, but requires task ID. </a:t>
            </a:r>
          </a:p>
          <a:p>
            <a:pPr marL="285750" lvl="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IN" sz="1600" b="1" dirty="0"/>
              <a:t>CIL-</a:t>
            </a:r>
            <a:r>
              <a:rPr lang="en-IN" sz="1600" b="1" dirty="0" err="1"/>
              <a:t>LoRA</a:t>
            </a:r>
            <a:r>
              <a:rPr lang="en-IN" sz="1600" b="1" dirty="0"/>
              <a:t>:</a:t>
            </a:r>
            <a:r>
              <a:rPr lang="en-IN" sz="1600" dirty="0"/>
              <a:t> Task-ID independent, but suffers from severe interference and forgetting. </a:t>
            </a:r>
          </a:p>
          <a:p>
            <a:pPr marL="285750" lvl="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IN" sz="1600" b="1" dirty="0"/>
              <a:t>CIL-</a:t>
            </a:r>
            <a:r>
              <a:rPr lang="en-IN" sz="1600" b="1" dirty="0" err="1"/>
              <a:t>LoRA</a:t>
            </a:r>
            <a:r>
              <a:rPr lang="en-IN" sz="1600" b="1" dirty="0"/>
              <a:t> + Replay:</a:t>
            </a:r>
            <a:r>
              <a:rPr lang="en-IN" sz="1600" dirty="0"/>
              <a:t> Best adaptation–retention trade-off in the full-data setting. </a:t>
            </a:r>
          </a:p>
          <a:p>
            <a:pPr marL="285750" lvl="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IN" sz="1600" b="1" dirty="0"/>
              <a:t>Few-shot CIL:</a:t>
            </a:r>
            <a:r>
              <a:rPr lang="en-IN" sz="1600" dirty="0"/>
              <a:t> Replay improves retention but does not maintain strong adaptation performance.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CD3EE86-6D24-8B6C-FABA-3D244D01473B}"/>
              </a:ext>
            </a:extLst>
          </p:cNvPr>
          <p:cNvSpPr txBox="1"/>
          <p:nvPr/>
        </p:nvSpPr>
        <p:spPr>
          <a:xfrm>
            <a:off x="534884" y="5008335"/>
            <a:ext cx="11046035" cy="83099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IN" sz="1600" dirty="0"/>
              <a:t>Parameter-efficient adaptation combined with replay is a promising approach for task-ID-independent continual adaptation of free-text </a:t>
            </a:r>
            <a:r>
              <a:rPr lang="en-IN" sz="1600" dirty="0" err="1"/>
              <a:t>promptable</a:t>
            </a:r>
            <a:r>
              <a:rPr lang="en-IN" sz="1600" dirty="0"/>
              <a:t> 3D medical segmentation models, but further work is required to achieve robust few-shot performance. &lt;Mention the </a:t>
            </a:r>
            <a:r>
              <a:rPr lang="en-IN" sz="1600"/>
              <a:t>further work&gt;</a:t>
            </a:r>
            <a:endParaRPr lang="en-IN" sz="160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36EEABD-8610-D1E5-3D10-E504499DBB95}"/>
              </a:ext>
            </a:extLst>
          </p:cNvPr>
          <p:cNvSpPr/>
          <p:nvPr/>
        </p:nvSpPr>
        <p:spPr>
          <a:xfrm>
            <a:off x="425554" y="4751671"/>
            <a:ext cx="11340892" cy="121059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80000" rIns="180000" bIns="180000" rtlCol="0" anchor="ctr"/>
          <a:lstStyle/>
          <a:p>
            <a:pPr marL="0" marR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en-IN" sz="1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F60B39A-88CE-B7E8-CE67-73E06A37A35D}"/>
              </a:ext>
            </a:extLst>
          </p:cNvPr>
          <p:cNvSpPr/>
          <p:nvPr/>
        </p:nvSpPr>
        <p:spPr>
          <a:xfrm>
            <a:off x="729164" y="4420210"/>
            <a:ext cx="3768191" cy="518627"/>
          </a:xfrm>
          <a:prstGeom prst="rect">
            <a:avLst/>
          </a:prstGeom>
          <a:solidFill>
            <a:srgbClr val="2F586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80000" rIns="180000" bIns="180000" rtlCol="0" anchor="ctr"/>
          <a:lstStyle/>
          <a:p>
            <a:pPr marL="0" marR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</a:pPr>
            <a:r>
              <a:rPr lang="en-IN" sz="1600" b="1" noProof="0" dirty="0">
                <a:solidFill>
                  <a:schemeClr val="bg1"/>
                </a:solidFill>
                <a:latin typeface="Arial"/>
              </a:rPr>
              <a:t>Answer to Research Question</a:t>
            </a:r>
            <a:endParaRPr kumimoji="0" lang="en-IN" sz="1600" b="1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358711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476644-AE2E-5DC6-2ED8-F566F2449C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8F9DC18E-1185-2F5A-16CD-0677F16685E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9" name="Bildplatzhalter 8" descr="Ein Bild, das Text, Geschirr enthält.&#10;&#10;Automatisch generierte Beschreibung">
            <a:extLst>
              <a:ext uri="{FF2B5EF4-FFF2-40B4-BE49-F238E27FC236}">
                <a16:creationId xmlns:a16="http://schemas.microsoft.com/office/drawing/2014/main" id="{1F9C7164-4ABF-88C5-64B6-A158485EBAF2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875" b="11875"/>
          <a:stretch/>
        </p:blipFill>
        <p:spPr>
          <a:xfrm>
            <a:off x="0" y="1628775"/>
            <a:ext cx="12192000" cy="5229226"/>
          </a:xfrm>
        </p:spPr>
      </p:pic>
      <p:sp>
        <p:nvSpPr>
          <p:cNvPr id="12" name="Textplatzhalter 11">
            <a:extLst>
              <a:ext uri="{FF2B5EF4-FFF2-40B4-BE49-F238E27FC236}">
                <a16:creationId xmlns:a16="http://schemas.microsoft.com/office/drawing/2014/main" id="{CC1A202F-BAA2-2030-EC30-594B3EFA5C4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18317" y="2647985"/>
            <a:ext cx="11157745" cy="1562031"/>
          </a:xfrm>
        </p:spPr>
        <p:txBody>
          <a:bodyPr/>
          <a:lstStyle/>
          <a:p>
            <a:r>
              <a:rPr lang="de-DE" dirty="0"/>
              <a:t>Thank you</a:t>
            </a:r>
          </a:p>
          <a:p>
            <a:r>
              <a:rPr lang="de-DE" dirty="0"/>
              <a:t>For your Attention!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7F39603-EF8D-27AE-5DAF-B736DE6FAAB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</p:sp>
    </p:spTree>
    <p:extLst>
      <p:ext uri="{BB962C8B-B14F-4D97-AF65-F5344CB8AC3E}">
        <p14:creationId xmlns:p14="http://schemas.microsoft.com/office/powerpoint/2010/main" val="191192486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8EF60C-FD02-EE17-8458-11B821C918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FA7B5C00-BA04-7FC1-3960-A75A29E62F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Baseline Performance: Sequential Fine-Tuning</a:t>
            </a:r>
          </a:p>
        </p:txBody>
      </p:sp>
      <p:sp>
        <p:nvSpPr>
          <p:cNvPr id="8" name="Datumsplatzhalter 7">
            <a:extLst>
              <a:ext uri="{FF2B5EF4-FFF2-40B4-BE49-F238E27FC236}">
                <a16:creationId xmlns:a16="http://schemas.microsoft.com/office/drawing/2014/main" id="{0DE67749-6058-A057-6C96-22F13466B0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D89E98-54A4-43F9-9249-7D6B5CD88EDB}" type="datetime4">
              <a:rPr lang="de-DE" smtClean="0"/>
              <a:pPr/>
              <a:t>6. August 2026</a:t>
            </a:fld>
            <a:endParaRPr lang="de-DE" dirty="0"/>
          </a:p>
        </p:txBody>
      </p:sp>
      <p:sp>
        <p:nvSpPr>
          <p:cNvPr id="9" name="Fußzeilenplatzhalter 8">
            <a:extLst>
              <a:ext uri="{FF2B5EF4-FFF2-40B4-BE49-F238E27FC236}">
                <a16:creationId xmlns:a16="http://schemas.microsoft.com/office/drawing/2014/main" id="{7A1563CB-4737-939E-664E-1C39BF7EC3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Technische Fakultät</a:t>
            </a:r>
            <a:endParaRPr lang="de-DE" dirty="0"/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F3B23132-34B1-20F4-9033-DCEA050210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27</a:t>
            </a:fld>
            <a:endParaRPr lang="de-DE"/>
          </a:p>
        </p:txBody>
      </p:sp>
      <p:sp>
        <p:nvSpPr>
          <p:cNvPr id="37" name="Text Placeholder 36">
            <a:extLst>
              <a:ext uri="{FF2B5EF4-FFF2-40B4-BE49-F238E27FC236}">
                <a16:creationId xmlns:a16="http://schemas.microsoft.com/office/drawing/2014/main" id="{05EF2A88-1D11-14E7-03B3-ACF077AAB7F6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332399"/>
          </a:xfrm>
        </p:spPr>
        <p:txBody>
          <a:bodyPr/>
          <a:lstStyle/>
          <a:p>
            <a:r>
              <a:rPr lang="en-IN" dirty="0"/>
              <a:t>Establishing the reference for continual learning evaluation</a:t>
            </a:r>
          </a:p>
          <a:p>
            <a:endParaRPr lang="en-IN" dirty="0"/>
          </a:p>
        </p:txBody>
      </p:sp>
      <p:sp>
        <p:nvSpPr>
          <p:cNvPr id="38" name="Picture Placeholder 37">
            <a:extLst>
              <a:ext uri="{FF2B5EF4-FFF2-40B4-BE49-F238E27FC236}">
                <a16:creationId xmlns:a16="http://schemas.microsoft.com/office/drawing/2014/main" id="{C2BF2849-1234-0CDA-3690-704D4DBABCA0}"/>
              </a:ext>
            </a:extLst>
          </p:cNvPr>
          <p:cNvSpPr>
            <a:spLocks noGrp="1"/>
          </p:cNvSpPr>
          <p:nvPr>
            <p:ph type="pic" sz="quarter" idx="39"/>
          </p:nvPr>
        </p:nvSpPr>
        <p:spPr/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A310307-4B79-7116-F697-EEB2286ECA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0832425"/>
              </p:ext>
            </p:extLst>
          </p:nvPr>
        </p:nvGraphicFramePr>
        <p:xfrm>
          <a:off x="518319" y="2243017"/>
          <a:ext cx="8595864" cy="374300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43211">
                  <a:extLst>
                    <a:ext uri="{9D8B030D-6E8A-4147-A177-3AD203B41FA5}">
                      <a16:colId xmlns:a16="http://schemas.microsoft.com/office/drawing/2014/main" val="234834347"/>
                    </a:ext>
                  </a:extLst>
                </a:gridCol>
                <a:gridCol w="1101124">
                  <a:extLst>
                    <a:ext uri="{9D8B030D-6E8A-4147-A177-3AD203B41FA5}">
                      <a16:colId xmlns:a16="http://schemas.microsoft.com/office/drawing/2014/main" val="2056590576"/>
                    </a:ext>
                  </a:extLst>
                </a:gridCol>
                <a:gridCol w="1310886">
                  <a:extLst>
                    <a:ext uri="{9D8B030D-6E8A-4147-A177-3AD203B41FA5}">
                      <a16:colId xmlns:a16="http://schemas.microsoft.com/office/drawing/2014/main" val="3330814310"/>
                    </a:ext>
                  </a:extLst>
                </a:gridCol>
                <a:gridCol w="1285073">
                  <a:extLst>
                    <a:ext uri="{9D8B030D-6E8A-4147-A177-3AD203B41FA5}">
                      <a16:colId xmlns:a16="http://schemas.microsoft.com/office/drawing/2014/main" val="2046389111"/>
                    </a:ext>
                  </a:extLst>
                </a:gridCol>
                <a:gridCol w="1147630">
                  <a:extLst>
                    <a:ext uri="{9D8B030D-6E8A-4147-A177-3AD203B41FA5}">
                      <a16:colId xmlns:a16="http://schemas.microsoft.com/office/drawing/2014/main" val="2787742289"/>
                    </a:ext>
                  </a:extLst>
                </a:gridCol>
                <a:gridCol w="1135797">
                  <a:extLst>
                    <a:ext uri="{9D8B030D-6E8A-4147-A177-3AD203B41FA5}">
                      <a16:colId xmlns:a16="http://schemas.microsoft.com/office/drawing/2014/main" val="2682989068"/>
                    </a:ext>
                  </a:extLst>
                </a:gridCol>
                <a:gridCol w="1172143">
                  <a:extLst>
                    <a:ext uri="{9D8B030D-6E8A-4147-A177-3AD203B41FA5}">
                      <a16:colId xmlns:a16="http://schemas.microsoft.com/office/drawing/2014/main" val="2717655805"/>
                    </a:ext>
                  </a:extLst>
                </a:gridCol>
              </a:tblGrid>
              <a:tr h="5347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Train </a:t>
                      </a: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  <a:sym typeface="Wingdings" panose="05000000000000000000" pitchFamily="2" charset="2"/>
                        </a:rPr>
                        <a:t>/ Test  </a:t>
                      </a: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 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Pretrained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Lateral Tibial Cartilage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Medial Tibial Cartilage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Femoral Cartilage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Patellar Cartilage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Medial Meniscus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90528004"/>
                  </a:ext>
                </a:extLst>
              </a:tr>
              <a:tr h="5347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Lateral Tibial Cartilage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0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 dirty="0">
                          <a:solidFill>
                            <a:schemeClr val="bg1"/>
                          </a:solidFill>
                          <a:effectLst/>
                        </a:rPr>
                        <a:t>0.712</a:t>
                      </a:r>
                      <a:endParaRPr lang="en-IN" sz="1400" b="0" i="0" u="none" strike="noStrike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0.007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0.003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0.000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0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8128910"/>
                  </a:ext>
                </a:extLst>
              </a:tr>
              <a:tr h="5347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Medial Tibial Cartilage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0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0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 dirty="0">
                          <a:solidFill>
                            <a:schemeClr val="bg1"/>
                          </a:solidFill>
                          <a:effectLst/>
                        </a:rPr>
                        <a:t>0.803</a:t>
                      </a:r>
                      <a:endParaRPr lang="en-IN" sz="1400" b="0" i="0" u="none" strike="noStrike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0.004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0.000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0.008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1438933"/>
                  </a:ext>
                </a:extLst>
              </a:tr>
              <a:tr h="5347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Femoral Cartilage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0.684</a:t>
                      </a:r>
                      <a:endParaRPr lang="en-IN" sz="14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0.001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0.003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 dirty="0">
                          <a:solidFill>
                            <a:schemeClr val="bg1"/>
                          </a:solidFill>
                          <a:effectLst/>
                        </a:rPr>
                        <a:t>0.752</a:t>
                      </a:r>
                      <a:endParaRPr lang="en-IN" sz="1400" b="0" i="0" u="none" strike="noStrike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0.002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0.003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85246837"/>
                  </a:ext>
                </a:extLst>
              </a:tr>
              <a:tr h="5347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Patellar Cartilage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0.000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0.001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0.000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0.003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 dirty="0">
                          <a:solidFill>
                            <a:schemeClr val="bg1"/>
                          </a:solidFill>
                          <a:effectLst/>
                        </a:rPr>
                        <a:t>0.993</a:t>
                      </a:r>
                      <a:endParaRPr lang="en-IN" sz="1400" b="0" i="0" u="none" strike="noStrike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0.000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90221321"/>
                  </a:ext>
                </a:extLst>
              </a:tr>
              <a:tr h="5347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Medial Meniscus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0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0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0.015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0.003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0.001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0.641</a:t>
                      </a:r>
                      <a:endParaRPr lang="en-IN" sz="14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1047210"/>
                  </a:ext>
                </a:extLst>
              </a:tr>
              <a:tr h="5347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Aeropath</a:t>
                      </a: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 (Retention)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 dirty="0">
                          <a:solidFill>
                            <a:schemeClr val="bg1"/>
                          </a:solidFill>
                          <a:effectLst/>
                        </a:rPr>
                        <a:t>0.979</a:t>
                      </a:r>
                      <a:endParaRPr lang="en-IN" sz="1400" b="0" i="0" u="none" strike="noStrike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0.002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0.001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0.006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0.217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0.000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03392624"/>
                  </a:ext>
                </a:extLst>
              </a:tr>
            </a:tbl>
          </a:graphicData>
        </a:graphic>
      </p:graphicFrame>
      <p:sp>
        <p:nvSpPr>
          <p:cNvPr id="21" name="TextBox 20">
            <a:extLst>
              <a:ext uri="{FF2B5EF4-FFF2-40B4-BE49-F238E27FC236}">
                <a16:creationId xmlns:a16="http://schemas.microsoft.com/office/drawing/2014/main" id="{8FBA0162-628E-237F-890E-3B099BE259F5}"/>
              </a:ext>
            </a:extLst>
          </p:cNvPr>
          <p:cNvSpPr txBox="1"/>
          <p:nvPr/>
        </p:nvSpPr>
        <p:spPr>
          <a:xfrm>
            <a:off x="518319" y="1455069"/>
            <a:ext cx="828211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1600" dirty="0"/>
              <a:t>Full-dataset baseline results: Dice coefficient heatmap matrix for sequential fine-tuning across trained (rows) and tested (columns) tasks.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0286444-3927-D766-93F7-1AE05C04309E}"/>
              </a:ext>
            </a:extLst>
          </p:cNvPr>
          <p:cNvSpPr txBox="1"/>
          <p:nvPr/>
        </p:nvSpPr>
        <p:spPr>
          <a:xfrm>
            <a:off x="9417378" y="3008174"/>
            <a:ext cx="2554664" cy="194873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10000"/>
              </a:lnSpc>
              <a:spcAft>
                <a:spcPts val="1200"/>
              </a:spcAft>
            </a:pPr>
            <a:r>
              <a:rPr lang="en-IN" sz="1600" dirty="0" err="1"/>
              <a:t>A</a:t>
            </a:r>
            <a:r>
              <a:rPr lang="en-IN" sz="1600" baseline="-25000" dirty="0" err="1"/>
              <a:t>Medial</a:t>
            </a:r>
            <a:r>
              <a:rPr lang="en-IN" sz="1600" baseline="-25000" dirty="0"/>
              <a:t> Meniscus</a:t>
            </a:r>
            <a:r>
              <a:rPr lang="en-IN" sz="1600" dirty="0">
                <a:solidFill>
                  <a:prstClr val="black"/>
                </a:solidFill>
              </a:rPr>
              <a:t> = 0.13</a:t>
            </a:r>
          </a:p>
          <a:p>
            <a:pPr>
              <a:lnSpc>
                <a:spcPct val="110000"/>
              </a:lnSpc>
              <a:spcAft>
                <a:spcPts val="1200"/>
              </a:spcAft>
            </a:pPr>
            <a:r>
              <a:rPr lang="en-IN" sz="1600" dirty="0" err="1"/>
              <a:t>F</a:t>
            </a:r>
            <a:r>
              <a:rPr lang="en-IN" sz="1600" baseline="-25000" dirty="0" err="1"/>
              <a:t>Medial</a:t>
            </a:r>
            <a:r>
              <a:rPr lang="en-IN" sz="1600" baseline="-25000" dirty="0"/>
              <a:t> Meniscus</a:t>
            </a:r>
            <a:r>
              <a:rPr lang="en-IN" sz="1600" baseline="-25000" dirty="0">
                <a:solidFill>
                  <a:prstClr val="black"/>
                </a:solidFill>
              </a:rPr>
              <a:t> </a:t>
            </a:r>
            <a:r>
              <a:rPr lang="en-IN" sz="1600" dirty="0">
                <a:solidFill>
                  <a:prstClr val="black"/>
                </a:solidFill>
              </a:rPr>
              <a:t>= 0.812</a:t>
            </a:r>
            <a:endParaRPr lang="en-IN" sz="1600" dirty="0">
              <a:solidFill>
                <a:prstClr val="black"/>
              </a:solidFill>
              <a:latin typeface="Arial"/>
            </a:endParaRPr>
          </a:p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</a:pPr>
            <a:r>
              <a:rPr kumimoji="0" lang="en-I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Avg. Transfer = 0.002</a:t>
            </a:r>
          </a:p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</a:pPr>
            <a:r>
              <a:rPr lang="en-IN" sz="1600" dirty="0" err="1">
                <a:solidFill>
                  <a:prstClr val="black"/>
                </a:solidFill>
                <a:latin typeface="Arial"/>
              </a:rPr>
              <a:t>Avg</a:t>
            </a:r>
            <a:r>
              <a:rPr lang="en-IN" sz="1600" dirty="0">
                <a:solidFill>
                  <a:prstClr val="black"/>
                </a:solidFill>
                <a:latin typeface="Arial"/>
              </a:rPr>
              <a:t> Retention Drop = 0.934</a:t>
            </a:r>
          </a:p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lang="en-IN" sz="1600" dirty="0">
              <a:solidFill>
                <a:prstClr val="black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2380214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F2E350-CD27-2597-804C-5DE6EF16BB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22E11606-0A97-0317-5DD1-A5E516A8F5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Baseline Performance: Sequential Fine-Tuning</a:t>
            </a:r>
          </a:p>
        </p:txBody>
      </p:sp>
      <p:sp>
        <p:nvSpPr>
          <p:cNvPr id="8" name="Datumsplatzhalter 7">
            <a:extLst>
              <a:ext uri="{FF2B5EF4-FFF2-40B4-BE49-F238E27FC236}">
                <a16:creationId xmlns:a16="http://schemas.microsoft.com/office/drawing/2014/main" id="{1C0F012E-56AF-B3EA-1299-B6A58B96FF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D89E98-54A4-43F9-9249-7D6B5CD88EDB}" type="datetime4">
              <a:rPr lang="de-DE" smtClean="0"/>
              <a:pPr/>
              <a:t>6. August 2026</a:t>
            </a:fld>
            <a:endParaRPr lang="de-DE" dirty="0"/>
          </a:p>
        </p:txBody>
      </p:sp>
      <p:sp>
        <p:nvSpPr>
          <p:cNvPr id="9" name="Fußzeilenplatzhalter 8">
            <a:extLst>
              <a:ext uri="{FF2B5EF4-FFF2-40B4-BE49-F238E27FC236}">
                <a16:creationId xmlns:a16="http://schemas.microsoft.com/office/drawing/2014/main" id="{E64969FF-C7F4-BC8B-83D3-EB242C6C4E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Technische Fakultät</a:t>
            </a:r>
            <a:endParaRPr lang="de-DE" dirty="0"/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83553A4D-B6A5-0034-B88B-8C3BF427BF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28</a:t>
            </a:fld>
            <a:endParaRPr lang="de-DE"/>
          </a:p>
        </p:txBody>
      </p:sp>
      <p:sp>
        <p:nvSpPr>
          <p:cNvPr id="37" name="Text Placeholder 36">
            <a:extLst>
              <a:ext uri="{FF2B5EF4-FFF2-40B4-BE49-F238E27FC236}">
                <a16:creationId xmlns:a16="http://schemas.microsoft.com/office/drawing/2014/main" id="{6C92DD7A-CE72-C91F-EE71-269D31E19409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332399"/>
          </a:xfrm>
        </p:spPr>
        <p:txBody>
          <a:bodyPr/>
          <a:lstStyle/>
          <a:p>
            <a:r>
              <a:rPr lang="en-IN" dirty="0"/>
              <a:t>Establishing the reference for continual learning evaluation</a:t>
            </a:r>
          </a:p>
          <a:p>
            <a:endParaRPr lang="en-IN" dirty="0"/>
          </a:p>
        </p:txBody>
      </p:sp>
      <p:sp>
        <p:nvSpPr>
          <p:cNvPr id="38" name="Picture Placeholder 37">
            <a:extLst>
              <a:ext uri="{FF2B5EF4-FFF2-40B4-BE49-F238E27FC236}">
                <a16:creationId xmlns:a16="http://schemas.microsoft.com/office/drawing/2014/main" id="{740477F6-AAE1-BF7A-6EBE-AC2B80E84742}"/>
              </a:ext>
            </a:extLst>
          </p:cNvPr>
          <p:cNvSpPr>
            <a:spLocks noGrp="1"/>
          </p:cNvSpPr>
          <p:nvPr>
            <p:ph type="pic" sz="quarter" idx="39"/>
          </p:nvPr>
        </p:nvSpPr>
        <p:spPr/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2DD29309-6A79-C5B0-4721-FFB118964E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63190489"/>
              </p:ext>
            </p:extLst>
          </p:nvPr>
        </p:nvGraphicFramePr>
        <p:xfrm>
          <a:off x="518319" y="2243017"/>
          <a:ext cx="8595864" cy="374300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43211">
                  <a:extLst>
                    <a:ext uri="{9D8B030D-6E8A-4147-A177-3AD203B41FA5}">
                      <a16:colId xmlns:a16="http://schemas.microsoft.com/office/drawing/2014/main" val="234834347"/>
                    </a:ext>
                  </a:extLst>
                </a:gridCol>
                <a:gridCol w="1101124">
                  <a:extLst>
                    <a:ext uri="{9D8B030D-6E8A-4147-A177-3AD203B41FA5}">
                      <a16:colId xmlns:a16="http://schemas.microsoft.com/office/drawing/2014/main" val="2056590576"/>
                    </a:ext>
                  </a:extLst>
                </a:gridCol>
                <a:gridCol w="1310886">
                  <a:extLst>
                    <a:ext uri="{9D8B030D-6E8A-4147-A177-3AD203B41FA5}">
                      <a16:colId xmlns:a16="http://schemas.microsoft.com/office/drawing/2014/main" val="3330814310"/>
                    </a:ext>
                  </a:extLst>
                </a:gridCol>
                <a:gridCol w="1285073">
                  <a:extLst>
                    <a:ext uri="{9D8B030D-6E8A-4147-A177-3AD203B41FA5}">
                      <a16:colId xmlns:a16="http://schemas.microsoft.com/office/drawing/2014/main" val="2046389111"/>
                    </a:ext>
                  </a:extLst>
                </a:gridCol>
                <a:gridCol w="1147630">
                  <a:extLst>
                    <a:ext uri="{9D8B030D-6E8A-4147-A177-3AD203B41FA5}">
                      <a16:colId xmlns:a16="http://schemas.microsoft.com/office/drawing/2014/main" val="2787742289"/>
                    </a:ext>
                  </a:extLst>
                </a:gridCol>
                <a:gridCol w="1135797">
                  <a:extLst>
                    <a:ext uri="{9D8B030D-6E8A-4147-A177-3AD203B41FA5}">
                      <a16:colId xmlns:a16="http://schemas.microsoft.com/office/drawing/2014/main" val="2682989068"/>
                    </a:ext>
                  </a:extLst>
                </a:gridCol>
                <a:gridCol w="1172143">
                  <a:extLst>
                    <a:ext uri="{9D8B030D-6E8A-4147-A177-3AD203B41FA5}">
                      <a16:colId xmlns:a16="http://schemas.microsoft.com/office/drawing/2014/main" val="2717655805"/>
                    </a:ext>
                  </a:extLst>
                </a:gridCol>
              </a:tblGrid>
              <a:tr h="5347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Train </a:t>
                      </a: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  <a:sym typeface="Wingdings" panose="05000000000000000000" pitchFamily="2" charset="2"/>
                        </a:rPr>
                        <a:t>/ Test  </a:t>
                      </a: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 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Pretrained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Medial Meniscus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Patellar Cartilage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Femoral Cartilage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Medial Tibial Cartilage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Lateral Tibial Cartilage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90528004"/>
                  </a:ext>
                </a:extLst>
              </a:tr>
              <a:tr h="53471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Medial Meniscus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0.814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0.014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8128910"/>
                  </a:ext>
                </a:extLst>
              </a:tr>
              <a:tr h="53471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Patellar Cartilage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0.998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0.003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1438933"/>
                  </a:ext>
                </a:extLst>
              </a:tr>
              <a:tr h="5347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Femoral Cartilage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0.684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0.003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0.002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0.707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0.002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0.008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85246837"/>
                  </a:ext>
                </a:extLst>
              </a:tr>
              <a:tr h="53471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Medial Tibial Cartilage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0.011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0.670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0.002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90221321"/>
                  </a:ext>
                </a:extLst>
              </a:tr>
              <a:tr h="53471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Lateral Tibial Cartilage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0.002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0.006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0.666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1047210"/>
                  </a:ext>
                </a:extLst>
              </a:tr>
              <a:tr h="5347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Aeropath</a:t>
                      </a: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 (Retention)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0.979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0.261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03392624"/>
                  </a:ext>
                </a:extLst>
              </a:tr>
            </a:tbl>
          </a:graphicData>
        </a:graphic>
      </p:graphicFrame>
      <p:sp>
        <p:nvSpPr>
          <p:cNvPr id="21" name="TextBox 20">
            <a:extLst>
              <a:ext uri="{FF2B5EF4-FFF2-40B4-BE49-F238E27FC236}">
                <a16:creationId xmlns:a16="http://schemas.microsoft.com/office/drawing/2014/main" id="{F9EE3B2D-2B2C-E533-ED63-48B9289CCF5A}"/>
              </a:ext>
            </a:extLst>
          </p:cNvPr>
          <p:cNvSpPr txBox="1"/>
          <p:nvPr/>
        </p:nvSpPr>
        <p:spPr>
          <a:xfrm>
            <a:off x="518319" y="1455069"/>
            <a:ext cx="828211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1600" dirty="0"/>
              <a:t>Full-dataset baseline results: Dice coefficient heatmap matrix for sequential fine-tuning across trained (rows) and tested (columns) tasks (Reversed)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4041EE6-F12A-ECDA-5F39-6DBFBC7A9C0A}"/>
              </a:ext>
            </a:extLst>
          </p:cNvPr>
          <p:cNvSpPr txBox="1"/>
          <p:nvPr/>
        </p:nvSpPr>
        <p:spPr>
          <a:xfrm>
            <a:off x="9417378" y="3008174"/>
            <a:ext cx="2554664" cy="194873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10000"/>
              </a:lnSpc>
              <a:spcAft>
                <a:spcPts val="1200"/>
              </a:spcAft>
            </a:pPr>
            <a:r>
              <a:rPr lang="en-IN" sz="1600" dirty="0" err="1"/>
              <a:t>A</a:t>
            </a:r>
            <a:r>
              <a:rPr lang="en-IN" sz="1600" baseline="-25000" dirty="0" err="1"/>
              <a:t>Medial</a:t>
            </a:r>
            <a:r>
              <a:rPr lang="en-IN" sz="1600" baseline="-25000" dirty="0"/>
              <a:t> Meniscus</a:t>
            </a:r>
            <a:r>
              <a:rPr lang="en-IN" sz="1600" dirty="0">
                <a:solidFill>
                  <a:prstClr val="black"/>
                </a:solidFill>
              </a:rPr>
              <a:t> = 0.135</a:t>
            </a:r>
          </a:p>
          <a:p>
            <a:pPr>
              <a:lnSpc>
                <a:spcPct val="110000"/>
              </a:lnSpc>
              <a:spcAft>
                <a:spcPts val="1200"/>
              </a:spcAft>
            </a:pPr>
            <a:r>
              <a:rPr lang="en-IN" sz="1600" dirty="0" err="1"/>
              <a:t>F</a:t>
            </a:r>
            <a:r>
              <a:rPr lang="en-IN" sz="1600" baseline="-25000" dirty="0" err="1"/>
              <a:t>Medial</a:t>
            </a:r>
            <a:r>
              <a:rPr lang="en-IN" sz="1600" baseline="-25000" dirty="0"/>
              <a:t> Meniscus</a:t>
            </a:r>
            <a:r>
              <a:rPr lang="en-IN" sz="1600" baseline="-25000" dirty="0">
                <a:solidFill>
                  <a:prstClr val="black"/>
                </a:solidFill>
              </a:rPr>
              <a:t> </a:t>
            </a:r>
            <a:r>
              <a:rPr lang="en-IN" sz="1600" dirty="0">
                <a:solidFill>
                  <a:prstClr val="black"/>
                </a:solidFill>
              </a:rPr>
              <a:t>= 0.794</a:t>
            </a:r>
            <a:endParaRPr lang="en-IN" sz="1600" dirty="0">
              <a:solidFill>
                <a:prstClr val="black"/>
              </a:solidFill>
              <a:latin typeface="Arial"/>
            </a:endParaRPr>
          </a:p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</a:pPr>
            <a:r>
              <a:rPr kumimoji="0" lang="en-I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Avg. Transfer = 0.002</a:t>
            </a:r>
          </a:p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</a:pPr>
            <a:r>
              <a:rPr lang="en-IN" sz="1600" dirty="0" err="1">
                <a:solidFill>
                  <a:prstClr val="black"/>
                </a:solidFill>
                <a:latin typeface="Arial"/>
              </a:rPr>
              <a:t>Avg</a:t>
            </a:r>
            <a:r>
              <a:rPr lang="en-IN" sz="1600" dirty="0">
                <a:solidFill>
                  <a:prstClr val="black"/>
                </a:solidFill>
                <a:latin typeface="Arial"/>
              </a:rPr>
              <a:t> Retention Drop = 0.927</a:t>
            </a:r>
          </a:p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lang="en-IN" sz="1600" dirty="0">
              <a:solidFill>
                <a:prstClr val="black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09997555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3E60B4-4665-CDE8-855B-E566029268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43A6C5D6-53A7-3098-9345-E3A37DC601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18" y="301185"/>
            <a:ext cx="7183381" cy="332399"/>
          </a:xfrm>
        </p:spPr>
        <p:txBody>
          <a:bodyPr/>
          <a:lstStyle/>
          <a:p>
            <a:r>
              <a:rPr lang="en-IN" dirty="0"/>
              <a:t>Task Incremental </a:t>
            </a:r>
            <a:r>
              <a:rPr lang="en-IN" dirty="0" err="1"/>
              <a:t>LoRA</a:t>
            </a:r>
            <a:r>
              <a:rPr lang="en-IN" dirty="0"/>
              <a:t> CL Performance</a:t>
            </a:r>
          </a:p>
        </p:txBody>
      </p:sp>
      <p:sp>
        <p:nvSpPr>
          <p:cNvPr id="8" name="Datumsplatzhalter 7">
            <a:extLst>
              <a:ext uri="{FF2B5EF4-FFF2-40B4-BE49-F238E27FC236}">
                <a16:creationId xmlns:a16="http://schemas.microsoft.com/office/drawing/2014/main" id="{A58735B1-5D0F-F356-4BF2-218D412966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D89E98-54A4-43F9-9249-7D6B5CD88EDB}" type="datetime4">
              <a:rPr lang="de-DE" smtClean="0"/>
              <a:pPr/>
              <a:t>6. August 2026</a:t>
            </a:fld>
            <a:endParaRPr lang="de-DE" dirty="0"/>
          </a:p>
        </p:txBody>
      </p:sp>
      <p:sp>
        <p:nvSpPr>
          <p:cNvPr id="9" name="Fußzeilenplatzhalter 8">
            <a:extLst>
              <a:ext uri="{FF2B5EF4-FFF2-40B4-BE49-F238E27FC236}">
                <a16:creationId xmlns:a16="http://schemas.microsoft.com/office/drawing/2014/main" id="{F2C3CA3C-1584-4926-FCD7-DFF6E380D4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Technische Fakultät</a:t>
            </a:r>
            <a:endParaRPr lang="de-DE" dirty="0"/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A3526CB0-6355-3060-2CB7-F55D93C6B8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29</a:t>
            </a:fld>
            <a:endParaRPr lang="de-DE"/>
          </a:p>
        </p:txBody>
      </p:sp>
      <p:sp>
        <p:nvSpPr>
          <p:cNvPr id="37" name="Text Placeholder 36">
            <a:extLst>
              <a:ext uri="{FF2B5EF4-FFF2-40B4-BE49-F238E27FC236}">
                <a16:creationId xmlns:a16="http://schemas.microsoft.com/office/drawing/2014/main" id="{902092C6-FF49-3C5E-CA2F-2AC97D98DA97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/>
          <a:lstStyle/>
          <a:p>
            <a:r>
              <a:rPr lang="en-US" dirty="0"/>
              <a:t>Evaluation matrix and results for Task-specific </a:t>
            </a:r>
            <a:r>
              <a:rPr lang="en-US" dirty="0" err="1"/>
              <a:t>LoRA</a:t>
            </a:r>
            <a:r>
              <a:rPr lang="en-US" dirty="0"/>
              <a:t> for </a:t>
            </a:r>
            <a:r>
              <a:rPr lang="en-US" dirty="0" err="1"/>
              <a:t>Voxtell</a:t>
            </a:r>
            <a:endParaRPr lang="en-IN" dirty="0"/>
          </a:p>
        </p:txBody>
      </p:sp>
      <p:sp>
        <p:nvSpPr>
          <p:cNvPr id="38" name="Picture Placeholder 37">
            <a:extLst>
              <a:ext uri="{FF2B5EF4-FFF2-40B4-BE49-F238E27FC236}">
                <a16:creationId xmlns:a16="http://schemas.microsoft.com/office/drawing/2014/main" id="{87FAC45D-1D01-8E08-BC33-2A6823C65F1E}"/>
              </a:ext>
            </a:extLst>
          </p:cNvPr>
          <p:cNvSpPr>
            <a:spLocks noGrp="1"/>
          </p:cNvSpPr>
          <p:nvPr>
            <p:ph type="pic" sz="quarter" idx="39"/>
          </p:nvPr>
        </p:nvSpPr>
        <p:spPr/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A17B1B0-911F-DE04-1872-BE1BCEC9E7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98614117"/>
              </p:ext>
            </p:extLst>
          </p:nvPr>
        </p:nvGraphicFramePr>
        <p:xfrm>
          <a:off x="518319" y="2243017"/>
          <a:ext cx="8595864" cy="374300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43211">
                  <a:extLst>
                    <a:ext uri="{9D8B030D-6E8A-4147-A177-3AD203B41FA5}">
                      <a16:colId xmlns:a16="http://schemas.microsoft.com/office/drawing/2014/main" val="234834347"/>
                    </a:ext>
                  </a:extLst>
                </a:gridCol>
                <a:gridCol w="1101124">
                  <a:extLst>
                    <a:ext uri="{9D8B030D-6E8A-4147-A177-3AD203B41FA5}">
                      <a16:colId xmlns:a16="http://schemas.microsoft.com/office/drawing/2014/main" val="2056590576"/>
                    </a:ext>
                  </a:extLst>
                </a:gridCol>
                <a:gridCol w="1310886">
                  <a:extLst>
                    <a:ext uri="{9D8B030D-6E8A-4147-A177-3AD203B41FA5}">
                      <a16:colId xmlns:a16="http://schemas.microsoft.com/office/drawing/2014/main" val="3330814310"/>
                    </a:ext>
                  </a:extLst>
                </a:gridCol>
                <a:gridCol w="1285073">
                  <a:extLst>
                    <a:ext uri="{9D8B030D-6E8A-4147-A177-3AD203B41FA5}">
                      <a16:colId xmlns:a16="http://schemas.microsoft.com/office/drawing/2014/main" val="2046389111"/>
                    </a:ext>
                  </a:extLst>
                </a:gridCol>
                <a:gridCol w="1147630">
                  <a:extLst>
                    <a:ext uri="{9D8B030D-6E8A-4147-A177-3AD203B41FA5}">
                      <a16:colId xmlns:a16="http://schemas.microsoft.com/office/drawing/2014/main" val="2787742289"/>
                    </a:ext>
                  </a:extLst>
                </a:gridCol>
                <a:gridCol w="1135797">
                  <a:extLst>
                    <a:ext uri="{9D8B030D-6E8A-4147-A177-3AD203B41FA5}">
                      <a16:colId xmlns:a16="http://schemas.microsoft.com/office/drawing/2014/main" val="2682989068"/>
                    </a:ext>
                  </a:extLst>
                </a:gridCol>
                <a:gridCol w="1172143">
                  <a:extLst>
                    <a:ext uri="{9D8B030D-6E8A-4147-A177-3AD203B41FA5}">
                      <a16:colId xmlns:a16="http://schemas.microsoft.com/office/drawing/2014/main" val="2717655805"/>
                    </a:ext>
                  </a:extLst>
                </a:gridCol>
              </a:tblGrid>
              <a:tr h="5347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Train </a:t>
                      </a: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  <a:sym typeface="Wingdings" panose="05000000000000000000" pitchFamily="2" charset="2"/>
                        </a:rPr>
                        <a:t>/ Test  </a:t>
                      </a: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 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Pretrained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Lateral Tibial Cartilage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Medial Tibial Cartilage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Femoral Cartilage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Patellar Cartilage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Medial Meniscus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90528004"/>
                  </a:ext>
                </a:extLst>
              </a:tr>
              <a:tr h="5347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Lateral Tibial Cartilage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0.523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0.090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0.002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8128910"/>
                  </a:ext>
                </a:extLst>
              </a:tr>
              <a:tr h="5347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Medial Tibial Cartilage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0.261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0.516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0.093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1438933"/>
                  </a:ext>
                </a:extLst>
              </a:tr>
              <a:tr h="5347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Femoral Cartilage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0.684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0.598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0.488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0.748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0.006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3A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0.619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5246837"/>
                  </a:ext>
                </a:extLst>
              </a:tr>
              <a:tr h="5347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Patellar Cartilage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0.980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90221321"/>
                  </a:ext>
                </a:extLst>
              </a:tr>
              <a:tr h="5347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Medial Meniscus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0.029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0.077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0.526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1047210"/>
                  </a:ext>
                </a:extLst>
              </a:tr>
              <a:tr h="5347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Aeropath</a:t>
                      </a: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 (Retention)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0.979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0.925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0.899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0.980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0.229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0.915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3392624"/>
                  </a:ext>
                </a:extLst>
              </a:tr>
            </a:tbl>
          </a:graphicData>
        </a:graphic>
      </p:graphicFrame>
      <p:sp>
        <p:nvSpPr>
          <p:cNvPr id="21" name="TextBox 20">
            <a:extLst>
              <a:ext uri="{FF2B5EF4-FFF2-40B4-BE49-F238E27FC236}">
                <a16:creationId xmlns:a16="http://schemas.microsoft.com/office/drawing/2014/main" id="{091ECC0A-5DE8-7484-F541-6A602D792037}"/>
              </a:ext>
            </a:extLst>
          </p:cNvPr>
          <p:cNvSpPr txBox="1"/>
          <p:nvPr/>
        </p:nvSpPr>
        <p:spPr>
          <a:xfrm>
            <a:off x="518319" y="1455069"/>
            <a:ext cx="828211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1600" dirty="0"/>
              <a:t>Dice coefficient heatmap matrix for Task Specific </a:t>
            </a:r>
            <a:r>
              <a:rPr lang="en-IN" sz="1600" dirty="0" err="1"/>
              <a:t>LoRA</a:t>
            </a:r>
            <a:r>
              <a:rPr lang="en-IN" sz="1600" dirty="0"/>
              <a:t> (rank=8) CL across trained (rows) and tested (columns) tasks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62683C8-A038-1547-8E47-E188A0888D48}"/>
              </a:ext>
            </a:extLst>
          </p:cNvPr>
          <p:cNvSpPr txBox="1"/>
          <p:nvPr/>
        </p:nvSpPr>
        <p:spPr>
          <a:xfrm>
            <a:off x="9417378" y="3008174"/>
            <a:ext cx="2554664" cy="194873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10000"/>
              </a:lnSpc>
              <a:spcAft>
                <a:spcPts val="1200"/>
              </a:spcAft>
            </a:pPr>
            <a:r>
              <a:rPr lang="en-IN" sz="1600" dirty="0" err="1"/>
              <a:t>A</a:t>
            </a:r>
            <a:r>
              <a:rPr lang="en-IN" sz="1600" baseline="-25000" dirty="0" err="1"/>
              <a:t>Medial</a:t>
            </a:r>
            <a:r>
              <a:rPr lang="en-IN" sz="1600" baseline="-25000" dirty="0"/>
              <a:t> Meniscus</a:t>
            </a:r>
            <a:r>
              <a:rPr lang="en-IN" sz="1600" dirty="0">
                <a:solidFill>
                  <a:prstClr val="black"/>
                </a:solidFill>
              </a:rPr>
              <a:t> = 0.248</a:t>
            </a:r>
          </a:p>
          <a:p>
            <a:pPr>
              <a:lnSpc>
                <a:spcPct val="110000"/>
              </a:lnSpc>
              <a:spcAft>
                <a:spcPts val="1200"/>
              </a:spcAft>
            </a:pPr>
            <a:r>
              <a:rPr lang="en-IN" sz="1600" dirty="0" err="1"/>
              <a:t>F</a:t>
            </a:r>
            <a:r>
              <a:rPr lang="en-IN" sz="1600" baseline="-25000" dirty="0" err="1"/>
              <a:t>Medial</a:t>
            </a:r>
            <a:r>
              <a:rPr lang="en-IN" sz="1600" baseline="-25000" dirty="0"/>
              <a:t> Meniscus</a:t>
            </a:r>
            <a:r>
              <a:rPr lang="en-IN" sz="1600" baseline="-25000" dirty="0">
                <a:solidFill>
                  <a:prstClr val="black"/>
                </a:solidFill>
              </a:rPr>
              <a:t> </a:t>
            </a:r>
            <a:r>
              <a:rPr lang="en-IN" sz="1600" dirty="0">
                <a:solidFill>
                  <a:prstClr val="black"/>
                </a:solidFill>
              </a:rPr>
              <a:t>= 0.513</a:t>
            </a:r>
            <a:endParaRPr lang="en-IN" sz="1600" dirty="0">
              <a:solidFill>
                <a:prstClr val="black"/>
              </a:solidFill>
              <a:latin typeface="Arial"/>
            </a:endParaRPr>
          </a:p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</a:pPr>
            <a:r>
              <a:rPr kumimoji="0" lang="en-I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Avg. Transfer = 0.208</a:t>
            </a:r>
          </a:p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</a:pPr>
            <a:r>
              <a:rPr lang="en-IN" sz="1600" dirty="0" err="1">
                <a:solidFill>
                  <a:prstClr val="black"/>
                </a:solidFill>
                <a:latin typeface="Arial"/>
              </a:rPr>
              <a:t>Avg</a:t>
            </a:r>
            <a:r>
              <a:rPr lang="en-IN" sz="1600" dirty="0">
                <a:solidFill>
                  <a:prstClr val="black"/>
                </a:solidFill>
                <a:latin typeface="Arial"/>
              </a:rPr>
              <a:t> Retention Drop = 0.190</a:t>
            </a:r>
          </a:p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lang="en-IN" sz="1600" dirty="0">
              <a:solidFill>
                <a:prstClr val="black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71056509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AAEB7B-C4DA-916D-4FEC-87E502B077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12459A2C-F390-4CFB-5C80-E7C92FF438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18" y="301185"/>
            <a:ext cx="7183381" cy="332399"/>
          </a:xfrm>
        </p:spPr>
        <p:txBody>
          <a:bodyPr/>
          <a:lstStyle/>
          <a:p>
            <a:r>
              <a:rPr lang="en-IN" dirty="0"/>
              <a:t>Task Incremental </a:t>
            </a:r>
            <a:r>
              <a:rPr lang="en-IN" dirty="0" err="1"/>
              <a:t>LoRA</a:t>
            </a:r>
            <a:r>
              <a:rPr lang="en-IN" dirty="0"/>
              <a:t> CL Performance</a:t>
            </a:r>
          </a:p>
        </p:txBody>
      </p:sp>
      <p:sp>
        <p:nvSpPr>
          <p:cNvPr id="8" name="Datumsplatzhalter 7">
            <a:extLst>
              <a:ext uri="{FF2B5EF4-FFF2-40B4-BE49-F238E27FC236}">
                <a16:creationId xmlns:a16="http://schemas.microsoft.com/office/drawing/2014/main" id="{78E2275B-9626-8199-5846-7211AF2178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D89E98-54A4-43F9-9249-7D6B5CD88EDB}" type="datetime4">
              <a:rPr lang="de-DE" smtClean="0"/>
              <a:pPr/>
              <a:t>6. August 2026</a:t>
            </a:fld>
            <a:endParaRPr lang="de-DE" dirty="0"/>
          </a:p>
        </p:txBody>
      </p:sp>
      <p:sp>
        <p:nvSpPr>
          <p:cNvPr id="9" name="Fußzeilenplatzhalter 8">
            <a:extLst>
              <a:ext uri="{FF2B5EF4-FFF2-40B4-BE49-F238E27FC236}">
                <a16:creationId xmlns:a16="http://schemas.microsoft.com/office/drawing/2014/main" id="{4A21D4E1-A361-EDEB-D076-D1D842171F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Technische Fakultät</a:t>
            </a:r>
            <a:endParaRPr lang="de-DE" dirty="0"/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CBB9B3B3-D29C-17AA-DE9D-39B2CDBB46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30</a:t>
            </a:fld>
            <a:endParaRPr lang="de-DE"/>
          </a:p>
        </p:txBody>
      </p:sp>
      <p:sp>
        <p:nvSpPr>
          <p:cNvPr id="37" name="Text Placeholder 36">
            <a:extLst>
              <a:ext uri="{FF2B5EF4-FFF2-40B4-BE49-F238E27FC236}">
                <a16:creationId xmlns:a16="http://schemas.microsoft.com/office/drawing/2014/main" id="{E1F72AD0-90F5-F6FD-F8BA-B9E1B44CE417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/>
          <a:lstStyle/>
          <a:p>
            <a:r>
              <a:rPr lang="en-US" dirty="0"/>
              <a:t>Evaluation matrix and results for Task-specific </a:t>
            </a:r>
            <a:r>
              <a:rPr lang="en-US" dirty="0" err="1"/>
              <a:t>LoRA</a:t>
            </a:r>
            <a:r>
              <a:rPr lang="en-US" dirty="0"/>
              <a:t> for </a:t>
            </a:r>
            <a:r>
              <a:rPr lang="en-US" dirty="0" err="1"/>
              <a:t>Voxtell</a:t>
            </a:r>
            <a:endParaRPr lang="en-IN" dirty="0"/>
          </a:p>
        </p:txBody>
      </p:sp>
      <p:sp>
        <p:nvSpPr>
          <p:cNvPr id="38" name="Picture Placeholder 37">
            <a:extLst>
              <a:ext uri="{FF2B5EF4-FFF2-40B4-BE49-F238E27FC236}">
                <a16:creationId xmlns:a16="http://schemas.microsoft.com/office/drawing/2014/main" id="{1F1C6C5D-B9BA-F024-E233-16A3D19402A0}"/>
              </a:ext>
            </a:extLst>
          </p:cNvPr>
          <p:cNvSpPr>
            <a:spLocks noGrp="1"/>
          </p:cNvSpPr>
          <p:nvPr>
            <p:ph type="pic" sz="quarter" idx="39"/>
          </p:nvPr>
        </p:nvSpPr>
        <p:spPr/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691AB535-918E-7577-2E4A-7B63795353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4604962"/>
              </p:ext>
            </p:extLst>
          </p:nvPr>
        </p:nvGraphicFramePr>
        <p:xfrm>
          <a:off x="518319" y="2243017"/>
          <a:ext cx="8595864" cy="374300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43211">
                  <a:extLst>
                    <a:ext uri="{9D8B030D-6E8A-4147-A177-3AD203B41FA5}">
                      <a16:colId xmlns:a16="http://schemas.microsoft.com/office/drawing/2014/main" val="234834347"/>
                    </a:ext>
                  </a:extLst>
                </a:gridCol>
                <a:gridCol w="1101124">
                  <a:extLst>
                    <a:ext uri="{9D8B030D-6E8A-4147-A177-3AD203B41FA5}">
                      <a16:colId xmlns:a16="http://schemas.microsoft.com/office/drawing/2014/main" val="2056590576"/>
                    </a:ext>
                  </a:extLst>
                </a:gridCol>
                <a:gridCol w="1310886">
                  <a:extLst>
                    <a:ext uri="{9D8B030D-6E8A-4147-A177-3AD203B41FA5}">
                      <a16:colId xmlns:a16="http://schemas.microsoft.com/office/drawing/2014/main" val="3330814310"/>
                    </a:ext>
                  </a:extLst>
                </a:gridCol>
                <a:gridCol w="1285073">
                  <a:extLst>
                    <a:ext uri="{9D8B030D-6E8A-4147-A177-3AD203B41FA5}">
                      <a16:colId xmlns:a16="http://schemas.microsoft.com/office/drawing/2014/main" val="2046389111"/>
                    </a:ext>
                  </a:extLst>
                </a:gridCol>
                <a:gridCol w="1147630">
                  <a:extLst>
                    <a:ext uri="{9D8B030D-6E8A-4147-A177-3AD203B41FA5}">
                      <a16:colId xmlns:a16="http://schemas.microsoft.com/office/drawing/2014/main" val="2787742289"/>
                    </a:ext>
                  </a:extLst>
                </a:gridCol>
                <a:gridCol w="1135797">
                  <a:extLst>
                    <a:ext uri="{9D8B030D-6E8A-4147-A177-3AD203B41FA5}">
                      <a16:colId xmlns:a16="http://schemas.microsoft.com/office/drawing/2014/main" val="2682989068"/>
                    </a:ext>
                  </a:extLst>
                </a:gridCol>
                <a:gridCol w="1172143">
                  <a:extLst>
                    <a:ext uri="{9D8B030D-6E8A-4147-A177-3AD203B41FA5}">
                      <a16:colId xmlns:a16="http://schemas.microsoft.com/office/drawing/2014/main" val="2717655805"/>
                    </a:ext>
                  </a:extLst>
                </a:gridCol>
              </a:tblGrid>
              <a:tr h="5347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Train </a:t>
                      </a: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  <a:sym typeface="Wingdings" panose="05000000000000000000" pitchFamily="2" charset="2"/>
                        </a:rPr>
                        <a:t>/ Test  </a:t>
                      </a: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 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Pretrained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Lateral Tibial Cartilage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Medial Tibial Cartilage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Femoral Cartilage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Patellar Cartilage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Medial Meniscus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90528004"/>
                  </a:ext>
                </a:extLst>
              </a:tr>
              <a:tr h="5347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Lateral Tibial Cartilage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0.024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0.020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0.014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8128910"/>
                  </a:ext>
                </a:extLst>
              </a:tr>
              <a:tr h="5347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Medial Tibial Cartilage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0.024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0.198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0.077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1438933"/>
                  </a:ext>
                </a:extLst>
              </a:tr>
              <a:tr h="5347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Femoral Cartilage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0.684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0.696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0.683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0.714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0.006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3A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0.687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5246837"/>
                  </a:ext>
                </a:extLst>
              </a:tr>
              <a:tr h="5347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Patellar Cartilage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0.987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90221321"/>
                  </a:ext>
                </a:extLst>
              </a:tr>
              <a:tr h="5347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Medial Meniscus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0.003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0.024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0.198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1047210"/>
                  </a:ext>
                </a:extLst>
              </a:tr>
              <a:tr h="5347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Aeropath</a:t>
                      </a: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 (Retention)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0.979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0.979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0.979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0.981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0.220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0.976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3392624"/>
                  </a:ext>
                </a:extLst>
              </a:tr>
            </a:tbl>
          </a:graphicData>
        </a:graphic>
      </p:graphicFrame>
      <p:sp>
        <p:nvSpPr>
          <p:cNvPr id="21" name="TextBox 20">
            <a:extLst>
              <a:ext uri="{FF2B5EF4-FFF2-40B4-BE49-F238E27FC236}">
                <a16:creationId xmlns:a16="http://schemas.microsoft.com/office/drawing/2014/main" id="{97686960-B85D-5373-1A62-BA2F07042044}"/>
              </a:ext>
            </a:extLst>
          </p:cNvPr>
          <p:cNvSpPr txBox="1"/>
          <p:nvPr/>
        </p:nvSpPr>
        <p:spPr>
          <a:xfrm>
            <a:off x="518319" y="1455069"/>
            <a:ext cx="828211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1600" dirty="0"/>
              <a:t>Dice coefficient heatmap matrix for Task Specific </a:t>
            </a:r>
            <a:r>
              <a:rPr lang="en-IN" sz="1600" dirty="0" err="1"/>
              <a:t>LoRA</a:t>
            </a:r>
            <a:r>
              <a:rPr lang="en-IN" sz="1600" dirty="0"/>
              <a:t> (rank=128) CL across trained (rows) and tested (columns) tasks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98E4CF5-428D-8206-B265-09EC5CE8725B}"/>
              </a:ext>
            </a:extLst>
          </p:cNvPr>
          <p:cNvSpPr txBox="1"/>
          <p:nvPr/>
        </p:nvSpPr>
        <p:spPr>
          <a:xfrm>
            <a:off x="9417378" y="3008174"/>
            <a:ext cx="2554664" cy="194873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10000"/>
              </a:lnSpc>
              <a:spcAft>
                <a:spcPts val="1200"/>
              </a:spcAft>
            </a:pPr>
            <a:r>
              <a:rPr lang="en-IN" sz="1600" dirty="0" err="1"/>
              <a:t>A</a:t>
            </a:r>
            <a:r>
              <a:rPr lang="en-IN" sz="1600" baseline="-25000" dirty="0" err="1"/>
              <a:t>Medial</a:t>
            </a:r>
            <a:r>
              <a:rPr lang="en-IN" sz="1600" baseline="-25000" dirty="0"/>
              <a:t> Meniscus</a:t>
            </a:r>
            <a:r>
              <a:rPr lang="en-IN" sz="1600" dirty="0">
                <a:solidFill>
                  <a:prstClr val="black"/>
                </a:solidFill>
              </a:rPr>
              <a:t> = 0.195</a:t>
            </a:r>
          </a:p>
          <a:p>
            <a:pPr>
              <a:lnSpc>
                <a:spcPct val="110000"/>
              </a:lnSpc>
              <a:spcAft>
                <a:spcPts val="1200"/>
              </a:spcAft>
            </a:pPr>
            <a:r>
              <a:rPr lang="en-IN" sz="1600" dirty="0" err="1"/>
              <a:t>F</a:t>
            </a:r>
            <a:r>
              <a:rPr lang="en-IN" sz="1600" baseline="-25000" dirty="0" err="1"/>
              <a:t>Medial</a:t>
            </a:r>
            <a:r>
              <a:rPr lang="en-IN" sz="1600" baseline="-25000" dirty="0"/>
              <a:t> Meniscus</a:t>
            </a:r>
            <a:r>
              <a:rPr lang="en-IN" sz="1600" baseline="-25000" dirty="0">
                <a:solidFill>
                  <a:prstClr val="black"/>
                </a:solidFill>
              </a:rPr>
              <a:t> </a:t>
            </a:r>
            <a:r>
              <a:rPr lang="en-IN" sz="1600" dirty="0">
                <a:solidFill>
                  <a:prstClr val="black"/>
                </a:solidFill>
              </a:rPr>
              <a:t>= 0.286</a:t>
            </a:r>
            <a:endParaRPr lang="en-IN" sz="1600" dirty="0">
              <a:solidFill>
                <a:prstClr val="black"/>
              </a:solidFill>
              <a:latin typeface="Arial"/>
            </a:endParaRPr>
          </a:p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</a:pPr>
            <a:r>
              <a:rPr kumimoji="0" lang="en-I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Avg. Transfer = 0.180</a:t>
            </a:r>
          </a:p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</a:pPr>
            <a:r>
              <a:rPr lang="en-IN" sz="1600" dirty="0" err="1">
                <a:solidFill>
                  <a:prstClr val="black"/>
                </a:solidFill>
                <a:latin typeface="Arial"/>
              </a:rPr>
              <a:t>Avg</a:t>
            </a:r>
            <a:r>
              <a:rPr lang="en-IN" sz="1600" dirty="0">
                <a:solidFill>
                  <a:prstClr val="black"/>
                </a:solidFill>
                <a:latin typeface="Arial"/>
              </a:rPr>
              <a:t> Retention Drop = 0.152</a:t>
            </a:r>
          </a:p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lang="en-IN" sz="1600" dirty="0">
              <a:solidFill>
                <a:prstClr val="black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39001833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2F44C7-0CC0-1C4B-D02A-C78C217B0A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B88E7EC3-F48E-32DB-6F36-8BF519D6DC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18" y="301185"/>
            <a:ext cx="7183381" cy="332399"/>
          </a:xfrm>
        </p:spPr>
        <p:txBody>
          <a:bodyPr/>
          <a:lstStyle/>
          <a:p>
            <a:r>
              <a:rPr lang="en-IN" dirty="0"/>
              <a:t>Task Incremental </a:t>
            </a:r>
            <a:r>
              <a:rPr lang="en-IN" dirty="0" err="1"/>
              <a:t>LoRA</a:t>
            </a:r>
            <a:r>
              <a:rPr lang="en-IN" dirty="0"/>
              <a:t> CL Performance</a:t>
            </a:r>
          </a:p>
        </p:txBody>
      </p:sp>
      <p:sp>
        <p:nvSpPr>
          <p:cNvPr id="8" name="Datumsplatzhalter 7">
            <a:extLst>
              <a:ext uri="{FF2B5EF4-FFF2-40B4-BE49-F238E27FC236}">
                <a16:creationId xmlns:a16="http://schemas.microsoft.com/office/drawing/2014/main" id="{67C76AF6-4DFA-089B-78A0-9D6BEAF571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D89E98-54A4-43F9-9249-7D6B5CD88EDB}" type="datetime4">
              <a:rPr lang="de-DE" smtClean="0"/>
              <a:pPr/>
              <a:t>6. August 2026</a:t>
            </a:fld>
            <a:endParaRPr lang="de-DE" dirty="0"/>
          </a:p>
        </p:txBody>
      </p:sp>
      <p:sp>
        <p:nvSpPr>
          <p:cNvPr id="9" name="Fußzeilenplatzhalter 8">
            <a:extLst>
              <a:ext uri="{FF2B5EF4-FFF2-40B4-BE49-F238E27FC236}">
                <a16:creationId xmlns:a16="http://schemas.microsoft.com/office/drawing/2014/main" id="{3AE2EAC0-339B-654D-2907-6CF1E5AB33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Technische Fakultät</a:t>
            </a:r>
            <a:endParaRPr lang="de-DE" dirty="0"/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59B17ACE-BEA7-B1CD-5FCE-3643602FB4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31</a:t>
            </a:fld>
            <a:endParaRPr lang="de-DE"/>
          </a:p>
        </p:txBody>
      </p:sp>
      <p:sp>
        <p:nvSpPr>
          <p:cNvPr id="37" name="Text Placeholder 36">
            <a:extLst>
              <a:ext uri="{FF2B5EF4-FFF2-40B4-BE49-F238E27FC236}">
                <a16:creationId xmlns:a16="http://schemas.microsoft.com/office/drawing/2014/main" id="{EB36C7E8-DD47-7800-D650-1086D8FCB73A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/>
          <a:lstStyle/>
          <a:p>
            <a:r>
              <a:rPr lang="en-US" dirty="0"/>
              <a:t>Evaluation matrix and results for Task-specific </a:t>
            </a:r>
            <a:r>
              <a:rPr lang="en-US" dirty="0" err="1"/>
              <a:t>LoRA</a:t>
            </a:r>
            <a:r>
              <a:rPr lang="en-US" dirty="0"/>
              <a:t> for </a:t>
            </a:r>
            <a:r>
              <a:rPr lang="en-US" dirty="0" err="1"/>
              <a:t>Voxtell</a:t>
            </a:r>
            <a:endParaRPr lang="en-IN" dirty="0"/>
          </a:p>
        </p:txBody>
      </p:sp>
      <p:sp>
        <p:nvSpPr>
          <p:cNvPr id="38" name="Picture Placeholder 37">
            <a:extLst>
              <a:ext uri="{FF2B5EF4-FFF2-40B4-BE49-F238E27FC236}">
                <a16:creationId xmlns:a16="http://schemas.microsoft.com/office/drawing/2014/main" id="{3A7B0B03-A605-B50A-91F4-13495CBD854A}"/>
              </a:ext>
            </a:extLst>
          </p:cNvPr>
          <p:cNvSpPr>
            <a:spLocks noGrp="1"/>
          </p:cNvSpPr>
          <p:nvPr>
            <p:ph type="pic" sz="quarter" idx="39"/>
          </p:nvPr>
        </p:nvSpPr>
        <p:spPr/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D8B88A8E-E632-530B-35B2-D8A720E63D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79279552"/>
              </p:ext>
            </p:extLst>
          </p:nvPr>
        </p:nvGraphicFramePr>
        <p:xfrm>
          <a:off x="518319" y="2243017"/>
          <a:ext cx="8595864" cy="374300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43211">
                  <a:extLst>
                    <a:ext uri="{9D8B030D-6E8A-4147-A177-3AD203B41FA5}">
                      <a16:colId xmlns:a16="http://schemas.microsoft.com/office/drawing/2014/main" val="234834347"/>
                    </a:ext>
                  </a:extLst>
                </a:gridCol>
                <a:gridCol w="1101124">
                  <a:extLst>
                    <a:ext uri="{9D8B030D-6E8A-4147-A177-3AD203B41FA5}">
                      <a16:colId xmlns:a16="http://schemas.microsoft.com/office/drawing/2014/main" val="2056590576"/>
                    </a:ext>
                  </a:extLst>
                </a:gridCol>
                <a:gridCol w="1310886">
                  <a:extLst>
                    <a:ext uri="{9D8B030D-6E8A-4147-A177-3AD203B41FA5}">
                      <a16:colId xmlns:a16="http://schemas.microsoft.com/office/drawing/2014/main" val="3330814310"/>
                    </a:ext>
                  </a:extLst>
                </a:gridCol>
                <a:gridCol w="1285073">
                  <a:extLst>
                    <a:ext uri="{9D8B030D-6E8A-4147-A177-3AD203B41FA5}">
                      <a16:colId xmlns:a16="http://schemas.microsoft.com/office/drawing/2014/main" val="2046389111"/>
                    </a:ext>
                  </a:extLst>
                </a:gridCol>
                <a:gridCol w="1147630">
                  <a:extLst>
                    <a:ext uri="{9D8B030D-6E8A-4147-A177-3AD203B41FA5}">
                      <a16:colId xmlns:a16="http://schemas.microsoft.com/office/drawing/2014/main" val="2787742289"/>
                    </a:ext>
                  </a:extLst>
                </a:gridCol>
                <a:gridCol w="1135797">
                  <a:extLst>
                    <a:ext uri="{9D8B030D-6E8A-4147-A177-3AD203B41FA5}">
                      <a16:colId xmlns:a16="http://schemas.microsoft.com/office/drawing/2014/main" val="2682989068"/>
                    </a:ext>
                  </a:extLst>
                </a:gridCol>
                <a:gridCol w="1172143">
                  <a:extLst>
                    <a:ext uri="{9D8B030D-6E8A-4147-A177-3AD203B41FA5}">
                      <a16:colId xmlns:a16="http://schemas.microsoft.com/office/drawing/2014/main" val="2717655805"/>
                    </a:ext>
                  </a:extLst>
                </a:gridCol>
              </a:tblGrid>
              <a:tr h="5347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Train </a:t>
                      </a: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  <a:sym typeface="Wingdings" panose="05000000000000000000" pitchFamily="2" charset="2"/>
                        </a:rPr>
                        <a:t>/ Test  </a:t>
                      </a: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 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Pretrained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Medial Meniscus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Patellar Cartilage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Femoral Cartilage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Medial Tibial Cartilage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Lateral Tibial Cartilage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90528004"/>
                  </a:ext>
                </a:extLst>
              </a:tr>
              <a:tr h="53471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Medial Meniscus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0.512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0.077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0.029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8128910"/>
                  </a:ext>
                </a:extLst>
              </a:tr>
              <a:tr h="53471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Patellar Cartilage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0.980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1438933"/>
                  </a:ext>
                </a:extLst>
              </a:tr>
              <a:tr h="5347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Femoral Cartilage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0.684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0.644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0.006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3A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0.748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0.488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0.490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5246837"/>
                  </a:ext>
                </a:extLst>
              </a:tr>
              <a:tr h="53471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Medial Tibial Cartilage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0.105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0.516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0.241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90221321"/>
                  </a:ext>
                </a:extLst>
              </a:tr>
              <a:tr h="53471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Lateral Tibial Cartilage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0.003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0.090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0.599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1047210"/>
                  </a:ext>
                </a:extLst>
              </a:tr>
              <a:tr h="5347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Aeropath</a:t>
                      </a: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 (Retention)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0.979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0.960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0.229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0.980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0.899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0.943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3392624"/>
                  </a:ext>
                </a:extLst>
              </a:tr>
            </a:tbl>
          </a:graphicData>
        </a:graphic>
      </p:graphicFrame>
      <p:sp>
        <p:nvSpPr>
          <p:cNvPr id="21" name="TextBox 20">
            <a:extLst>
              <a:ext uri="{FF2B5EF4-FFF2-40B4-BE49-F238E27FC236}">
                <a16:creationId xmlns:a16="http://schemas.microsoft.com/office/drawing/2014/main" id="{84F16942-2BD2-FB69-55F8-03D0A5F0F896}"/>
              </a:ext>
            </a:extLst>
          </p:cNvPr>
          <p:cNvSpPr txBox="1"/>
          <p:nvPr/>
        </p:nvSpPr>
        <p:spPr>
          <a:xfrm>
            <a:off x="518319" y="1455069"/>
            <a:ext cx="828211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1600" dirty="0"/>
              <a:t>Dice coefficient heatmap matrix for Task Specific </a:t>
            </a:r>
            <a:r>
              <a:rPr lang="en-IN" sz="1600" dirty="0" err="1"/>
              <a:t>LoRA</a:t>
            </a:r>
            <a:r>
              <a:rPr lang="en-IN" sz="1600" dirty="0"/>
              <a:t> CL across trained (rows) and tested (columns) tasks (Reversed)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5BDA0C7-5A45-30AD-D1BA-00D600AD5F92}"/>
              </a:ext>
            </a:extLst>
          </p:cNvPr>
          <p:cNvSpPr txBox="1"/>
          <p:nvPr/>
        </p:nvSpPr>
        <p:spPr>
          <a:xfrm>
            <a:off x="9417378" y="3008174"/>
            <a:ext cx="2554664" cy="194873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10000"/>
              </a:lnSpc>
              <a:spcAft>
                <a:spcPts val="1200"/>
              </a:spcAft>
            </a:pPr>
            <a:r>
              <a:rPr lang="en-IN" sz="1600" dirty="0" err="1"/>
              <a:t>A</a:t>
            </a:r>
            <a:r>
              <a:rPr lang="en-IN" sz="1600" baseline="-25000" dirty="0" err="1"/>
              <a:t>Medial</a:t>
            </a:r>
            <a:r>
              <a:rPr lang="en-IN" sz="1600" baseline="-25000" dirty="0"/>
              <a:t> Meniscus</a:t>
            </a:r>
            <a:r>
              <a:rPr lang="en-IN" sz="1600" dirty="0">
                <a:solidFill>
                  <a:prstClr val="black"/>
                </a:solidFill>
              </a:rPr>
              <a:t> = 0.271</a:t>
            </a:r>
          </a:p>
          <a:p>
            <a:pPr>
              <a:lnSpc>
                <a:spcPct val="110000"/>
              </a:lnSpc>
              <a:spcAft>
                <a:spcPts val="1200"/>
              </a:spcAft>
            </a:pPr>
            <a:r>
              <a:rPr lang="en-IN" sz="1600" dirty="0" err="1"/>
              <a:t>F</a:t>
            </a:r>
            <a:r>
              <a:rPr lang="en-IN" sz="1600" baseline="-25000" dirty="0" err="1"/>
              <a:t>Medial</a:t>
            </a:r>
            <a:r>
              <a:rPr lang="en-IN" sz="1600" baseline="-25000" dirty="0"/>
              <a:t> Meniscus</a:t>
            </a:r>
            <a:r>
              <a:rPr lang="en-IN" sz="1600" baseline="-25000" dirty="0">
                <a:solidFill>
                  <a:prstClr val="black"/>
                </a:solidFill>
              </a:rPr>
              <a:t> </a:t>
            </a:r>
            <a:r>
              <a:rPr lang="en-IN" sz="1600" dirty="0">
                <a:solidFill>
                  <a:prstClr val="black"/>
                </a:solidFill>
              </a:rPr>
              <a:t>= 0.499</a:t>
            </a:r>
            <a:endParaRPr lang="en-IN" sz="1600" dirty="0">
              <a:solidFill>
                <a:prstClr val="black"/>
              </a:solidFill>
              <a:latin typeface="Arial"/>
            </a:endParaRPr>
          </a:p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</a:pPr>
            <a:r>
              <a:rPr kumimoji="0" lang="en-I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Avg. Transfer = 0.096</a:t>
            </a:r>
          </a:p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</a:pPr>
            <a:r>
              <a:rPr lang="en-IN" sz="1600" dirty="0" err="1">
                <a:solidFill>
                  <a:prstClr val="black"/>
                </a:solidFill>
                <a:latin typeface="Arial"/>
              </a:rPr>
              <a:t>Avg</a:t>
            </a:r>
            <a:r>
              <a:rPr lang="en-IN" sz="1600" dirty="0">
                <a:solidFill>
                  <a:prstClr val="black"/>
                </a:solidFill>
                <a:latin typeface="Arial"/>
              </a:rPr>
              <a:t> Retention Drop = 0.177</a:t>
            </a:r>
          </a:p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lang="en-IN" sz="1600" dirty="0">
              <a:solidFill>
                <a:prstClr val="black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0270978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F17455-E986-9DF6-D4F8-D54D390BA2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3C701B82-2ED0-39E2-FA1A-AC361BB9BB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18" y="301185"/>
            <a:ext cx="7054057" cy="332399"/>
          </a:xfrm>
        </p:spPr>
        <p:txBody>
          <a:bodyPr/>
          <a:lstStyle/>
          <a:p>
            <a:r>
              <a:rPr lang="en-IN" dirty="0"/>
              <a:t>Class Incremental Shared </a:t>
            </a:r>
            <a:r>
              <a:rPr lang="en-IN" dirty="0" err="1"/>
              <a:t>LoRA</a:t>
            </a:r>
            <a:r>
              <a:rPr lang="en-IN" dirty="0"/>
              <a:t> CL Performance</a:t>
            </a:r>
          </a:p>
        </p:txBody>
      </p:sp>
      <p:sp>
        <p:nvSpPr>
          <p:cNvPr id="8" name="Datumsplatzhalter 7">
            <a:extLst>
              <a:ext uri="{FF2B5EF4-FFF2-40B4-BE49-F238E27FC236}">
                <a16:creationId xmlns:a16="http://schemas.microsoft.com/office/drawing/2014/main" id="{C99EA7E9-CF52-AF2F-65F0-964A1BC92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D89E98-54A4-43F9-9249-7D6B5CD88EDB}" type="datetime4">
              <a:rPr lang="de-DE" smtClean="0"/>
              <a:pPr/>
              <a:t>6. August 2026</a:t>
            </a:fld>
            <a:endParaRPr lang="de-DE" dirty="0"/>
          </a:p>
        </p:txBody>
      </p:sp>
      <p:sp>
        <p:nvSpPr>
          <p:cNvPr id="9" name="Fußzeilenplatzhalter 8">
            <a:extLst>
              <a:ext uri="{FF2B5EF4-FFF2-40B4-BE49-F238E27FC236}">
                <a16:creationId xmlns:a16="http://schemas.microsoft.com/office/drawing/2014/main" id="{4D663817-E942-DB5C-D4BD-7C3C718F95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Technische Fakultät</a:t>
            </a:r>
            <a:endParaRPr lang="de-DE" dirty="0"/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8AD765D7-FAA7-7C3F-BA57-1ECCE66C98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32</a:t>
            </a:fld>
            <a:endParaRPr lang="de-DE"/>
          </a:p>
        </p:txBody>
      </p:sp>
      <p:sp>
        <p:nvSpPr>
          <p:cNvPr id="37" name="Text Placeholder 36">
            <a:extLst>
              <a:ext uri="{FF2B5EF4-FFF2-40B4-BE49-F238E27FC236}">
                <a16:creationId xmlns:a16="http://schemas.microsoft.com/office/drawing/2014/main" id="{B9A7A493-837F-D781-0911-9CB7F580F672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332399"/>
          </a:xfrm>
        </p:spPr>
        <p:txBody>
          <a:bodyPr/>
          <a:lstStyle/>
          <a:p>
            <a:r>
              <a:rPr lang="en-US" dirty="0"/>
              <a:t>Evaluation matrix and results for Task-specific </a:t>
            </a:r>
            <a:r>
              <a:rPr lang="en-US" dirty="0" err="1"/>
              <a:t>LoRA</a:t>
            </a:r>
            <a:r>
              <a:rPr lang="en-US" dirty="0"/>
              <a:t> for </a:t>
            </a:r>
            <a:r>
              <a:rPr lang="en-US" dirty="0" err="1"/>
              <a:t>Voxtell</a:t>
            </a:r>
            <a:endParaRPr lang="en-IN" dirty="0"/>
          </a:p>
          <a:p>
            <a:endParaRPr lang="en-IN" dirty="0"/>
          </a:p>
        </p:txBody>
      </p:sp>
      <p:sp>
        <p:nvSpPr>
          <p:cNvPr id="38" name="Picture Placeholder 37">
            <a:extLst>
              <a:ext uri="{FF2B5EF4-FFF2-40B4-BE49-F238E27FC236}">
                <a16:creationId xmlns:a16="http://schemas.microsoft.com/office/drawing/2014/main" id="{F8FE1D04-2893-F0F2-A026-1FBDB332B506}"/>
              </a:ext>
            </a:extLst>
          </p:cNvPr>
          <p:cNvSpPr>
            <a:spLocks noGrp="1"/>
          </p:cNvSpPr>
          <p:nvPr>
            <p:ph type="pic" sz="quarter" idx="39"/>
          </p:nvPr>
        </p:nvSpPr>
        <p:spPr/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C84AF26-6214-2FBD-AF70-78662E65869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01016970"/>
              </p:ext>
            </p:extLst>
          </p:nvPr>
        </p:nvGraphicFramePr>
        <p:xfrm>
          <a:off x="518319" y="2243017"/>
          <a:ext cx="8595864" cy="374300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43211">
                  <a:extLst>
                    <a:ext uri="{9D8B030D-6E8A-4147-A177-3AD203B41FA5}">
                      <a16:colId xmlns:a16="http://schemas.microsoft.com/office/drawing/2014/main" val="234834347"/>
                    </a:ext>
                  </a:extLst>
                </a:gridCol>
                <a:gridCol w="1101124">
                  <a:extLst>
                    <a:ext uri="{9D8B030D-6E8A-4147-A177-3AD203B41FA5}">
                      <a16:colId xmlns:a16="http://schemas.microsoft.com/office/drawing/2014/main" val="2056590576"/>
                    </a:ext>
                  </a:extLst>
                </a:gridCol>
                <a:gridCol w="1310886">
                  <a:extLst>
                    <a:ext uri="{9D8B030D-6E8A-4147-A177-3AD203B41FA5}">
                      <a16:colId xmlns:a16="http://schemas.microsoft.com/office/drawing/2014/main" val="3330814310"/>
                    </a:ext>
                  </a:extLst>
                </a:gridCol>
                <a:gridCol w="1285073">
                  <a:extLst>
                    <a:ext uri="{9D8B030D-6E8A-4147-A177-3AD203B41FA5}">
                      <a16:colId xmlns:a16="http://schemas.microsoft.com/office/drawing/2014/main" val="2046389111"/>
                    </a:ext>
                  </a:extLst>
                </a:gridCol>
                <a:gridCol w="1147630">
                  <a:extLst>
                    <a:ext uri="{9D8B030D-6E8A-4147-A177-3AD203B41FA5}">
                      <a16:colId xmlns:a16="http://schemas.microsoft.com/office/drawing/2014/main" val="2787742289"/>
                    </a:ext>
                  </a:extLst>
                </a:gridCol>
                <a:gridCol w="1135797">
                  <a:extLst>
                    <a:ext uri="{9D8B030D-6E8A-4147-A177-3AD203B41FA5}">
                      <a16:colId xmlns:a16="http://schemas.microsoft.com/office/drawing/2014/main" val="2682989068"/>
                    </a:ext>
                  </a:extLst>
                </a:gridCol>
                <a:gridCol w="1172143">
                  <a:extLst>
                    <a:ext uri="{9D8B030D-6E8A-4147-A177-3AD203B41FA5}">
                      <a16:colId xmlns:a16="http://schemas.microsoft.com/office/drawing/2014/main" val="2717655805"/>
                    </a:ext>
                  </a:extLst>
                </a:gridCol>
              </a:tblGrid>
              <a:tr h="5347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Train </a:t>
                      </a: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  <a:sym typeface="Wingdings" panose="05000000000000000000" pitchFamily="2" charset="2"/>
                        </a:rPr>
                        <a:t>/ Test  </a:t>
                      </a: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 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Pretrained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Lateral Tibial Cartilage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Medial Tibial Cartilage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Femoral Cartilage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Patellar Cartilage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Medial Meniscus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90528004"/>
                  </a:ext>
                </a:extLst>
              </a:tr>
              <a:tr h="5347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Lateral Tibial Cartilage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0.671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0.446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0.114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3A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8128910"/>
                  </a:ext>
                </a:extLst>
              </a:tr>
              <a:tr h="5347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Medial Tibial Cartilage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0.142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0.510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0.137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3A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1438933"/>
                  </a:ext>
                </a:extLst>
              </a:tr>
              <a:tr h="5347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Femoral Cartilage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0.684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0.274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0.120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0.755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3A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5246837"/>
                  </a:ext>
                </a:extLst>
              </a:tr>
              <a:tr h="5347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Patellar Cartilage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0.988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3A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90221321"/>
                  </a:ext>
                </a:extLst>
              </a:tr>
              <a:tr h="5347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Medial Meniscus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0.010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0.021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0.060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3A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1047210"/>
                  </a:ext>
                </a:extLst>
              </a:tr>
              <a:tr h="5347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Aeropath</a:t>
                      </a: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 (Retention)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0.979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0.197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0.034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0.630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0.224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3A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3392624"/>
                  </a:ext>
                </a:extLst>
              </a:tr>
            </a:tbl>
          </a:graphicData>
        </a:graphic>
      </p:graphicFrame>
      <p:sp>
        <p:nvSpPr>
          <p:cNvPr id="21" name="TextBox 20">
            <a:extLst>
              <a:ext uri="{FF2B5EF4-FFF2-40B4-BE49-F238E27FC236}">
                <a16:creationId xmlns:a16="http://schemas.microsoft.com/office/drawing/2014/main" id="{8BA4E651-987C-4A04-6C7C-D75E036BBB5D}"/>
              </a:ext>
            </a:extLst>
          </p:cNvPr>
          <p:cNvSpPr txBox="1"/>
          <p:nvPr/>
        </p:nvSpPr>
        <p:spPr>
          <a:xfrm>
            <a:off x="518319" y="1455069"/>
            <a:ext cx="828211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1600" dirty="0"/>
              <a:t>Full-dataset baseline results: Dice coefficient heatmap matrix for Shared </a:t>
            </a:r>
            <a:r>
              <a:rPr lang="en-IN" sz="1600" dirty="0" err="1"/>
              <a:t>LoRA</a:t>
            </a:r>
            <a:r>
              <a:rPr lang="en-IN" sz="1600" dirty="0"/>
              <a:t> (rank=16) across trained (rows) and tested (columns) tasks.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0104A77-11D9-2DB8-38CB-FEF79D302EA7}"/>
              </a:ext>
            </a:extLst>
          </p:cNvPr>
          <p:cNvSpPr txBox="1"/>
          <p:nvPr/>
        </p:nvSpPr>
        <p:spPr>
          <a:xfrm>
            <a:off x="9417378" y="3008174"/>
            <a:ext cx="2554664" cy="194873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10000"/>
              </a:lnSpc>
              <a:spcAft>
                <a:spcPts val="1200"/>
              </a:spcAft>
            </a:pPr>
            <a:r>
              <a:rPr lang="en-IN" sz="1600" dirty="0" err="1"/>
              <a:t>A</a:t>
            </a:r>
            <a:r>
              <a:rPr lang="en-IN" sz="1600" baseline="-25000" dirty="0" err="1"/>
              <a:t>Medial</a:t>
            </a:r>
            <a:r>
              <a:rPr lang="en-IN" sz="1600" baseline="-25000" dirty="0"/>
              <a:t> Meniscus</a:t>
            </a:r>
            <a:r>
              <a:rPr lang="en-IN" sz="1600" dirty="0">
                <a:solidFill>
                  <a:prstClr val="black"/>
                </a:solidFill>
              </a:rPr>
              <a:t> = 0.0</a:t>
            </a:r>
          </a:p>
          <a:p>
            <a:pPr>
              <a:lnSpc>
                <a:spcPct val="110000"/>
              </a:lnSpc>
              <a:spcAft>
                <a:spcPts val="1200"/>
              </a:spcAft>
            </a:pPr>
            <a:r>
              <a:rPr lang="en-IN" sz="1600" dirty="0" err="1"/>
              <a:t>F</a:t>
            </a:r>
            <a:r>
              <a:rPr lang="en-IN" sz="1600" baseline="-25000" dirty="0" err="1"/>
              <a:t>Medial</a:t>
            </a:r>
            <a:r>
              <a:rPr lang="en-IN" sz="1600" baseline="-25000" dirty="0"/>
              <a:t> Meniscus</a:t>
            </a:r>
            <a:r>
              <a:rPr lang="en-IN" sz="1600" baseline="-25000" dirty="0">
                <a:solidFill>
                  <a:prstClr val="black"/>
                </a:solidFill>
              </a:rPr>
              <a:t> </a:t>
            </a:r>
            <a:r>
              <a:rPr lang="en-IN" sz="1600" dirty="0">
                <a:solidFill>
                  <a:prstClr val="black"/>
                </a:solidFill>
              </a:rPr>
              <a:t>= 0.731</a:t>
            </a:r>
            <a:endParaRPr lang="en-IN" sz="1600" dirty="0">
              <a:solidFill>
                <a:prstClr val="black"/>
              </a:solidFill>
              <a:latin typeface="Arial"/>
            </a:endParaRPr>
          </a:p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</a:pPr>
            <a:r>
              <a:rPr kumimoji="0" lang="en-I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Avg. Transfer = 0.091</a:t>
            </a:r>
          </a:p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</a:pPr>
            <a:r>
              <a:rPr lang="en-IN" sz="1600" dirty="0" err="1">
                <a:solidFill>
                  <a:prstClr val="black"/>
                </a:solidFill>
                <a:latin typeface="Arial"/>
              </a:rPr>
              <a:t>Avg</a:t>
            </a:r>
            <a:r>
              <a:rPr lang="en-IN" sz="1600" dirty="0">
                <a:solidFill>
                  <a:prstClr val="black"/>
                </a:solidFill>
                <a:latin typeface="Arial"/>
              </a:rPr>
              <a:t> Retention Drop = 0.762</a:t>
            </a:r>
          </a:p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lang="en-IN" sz="1600" dirty="0">
              <a:solidFill>
                <a:prstClr val="black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40068439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4771CC-4A89-CDE4-9D17-6011A8D00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02CF5728-3BA8-3C8C-1533-ED255E61F5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18" y="301185"/>
            <a:ext cx="7054057" cy="332399"/>
          </a:xfrm>
        </p:spPr>
        <p:txBody>
          <a:bodyPr/>
          <a:lstStyle/>
          <a:p>
            <a:r>
              <a:rPr lang="en-IN" dirty="0"/>
              <a:t>Class Incremental Shared </a:t>
            </a:r>
            <a:r>
              <a:rPr lang="en-IN" dirty="0" err="1"/>
              <a:t>LoRA</a:t>
            </a:r>
            <a:r>
              <a:rPr lang="en-IN" dirty="0"/>
              <a:t> CL Performance</a:t>
            </a:r>
          </a:p>
        </p:txBody>
      </p:sp>
      <p:sp>
        <p:nvSpPr>
          <p:cNvPr id="8" name="Datumsplatzhalter 7">
            <a:extLst>
              <a:ext uri="{FF2B5EF4-FFF2-40B4-BE49-F238E27FC236}">
                <a16:creationId xmlns:a16="http://schemas.microsoft.com/office/drawing/2014/main" id="{FAD4A688-DFAD-4DA0-B46D-D2C7CADC3A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D89E98-54A4-43F9-9249-7D6B5CD88EDB}" type="datetime4">
              <a:rPr lang="de-DE" smtClean="0"/>
              <a:pPr/>
              <a:t>6. August 2026</a:t>
            </a:fld>
            <a:endParaRPr lang="de-DE" dirty="0"/>
          </a:p>
        </p:txBody>
      </p:sp>
      <p:sp>
        <p:nvSpPr>
          <p:cNvPr id="9" name="Fußzeilenplatzhalter 8">
            <a:extLst>
              <a:ext uri="{FF2B5EF4-FFF2-40B4-BE49-F238E27FC236}">
                <a16:creationId xmlns:a16="http://schemas.microsoft.com/office/drawing/2014/main" id="{6DBB323B-26BA-E70A-300A-CF4C7915A9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Technische Fakultät</a:t>
            </a:r>
            <a:endParaRPr lang="de-DE" dirty="0"/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BDABA766-4D64-E935-40B1-9B4287E474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33</a:t>
            </a:fld>
            <a:endParaRPr lang="de-DE"/>
          </a:p>
        </p:txBody>
      </p:sp>
      <p:sp>
        <p:nvSpPr>
          <p:cNvPr id="37" name="Text Placeholder 36">
            <a:extLst>
              <a:ext uri="{FF2B5EF4-FFF2-40B4-BE49-F238E27FC236}">
                <a16:creationId xmlns:a16="http://schemas.microsoft.com/office/drawing/2014/main" id="{F589D762-10FD-01E9-C69E-76A34C778063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332399"/>
          </a:xfrm>
        </p:spPr>
        <p:txBody>
          <a:bodyPr/>
          <a:lstStyle/>
          <a:p>
            <a:r>
              <a:rPr lang="en-US" dirty="0"/>
              <a:t>Evaluation matrix and results for Task-specific </a:t>
            </a:r>
            <a:r>
              <a:rPr lang="en-US" dirty="0" err="1"/>
              <a:t>LoRA</a:t>
            </a:r>
            <a:r>
              <a:rPr lang="en-US" dirty="0"/>
              <a:t> for </a:t>
            </a:r>
            <a:r>
              <a:rPr lang="en-US" dirty="0" err="1"/>
              <a:t>Voxtell</a:t>
            </a:r>
            <a:endParaRPr lang="en-IN" dirty="0"/>
          </a:p>
          <a:p>
            <a:endParaRPr lang="en-IN" dirty="0"/>
          </a:p>
        </p:txBody>
      </p:sp>
      <p:sp>
        <p:nvSpPr>
          <p:cNvPr id="38" name="Picture Placeholder 37">
            <a:extLst>
              <a:ext uri="{FF2B5EF4-FFF2-40B4-BE49-F238E27FC236}">
                <a16:creationId xmlns:a16="http://schemas.microsoft.com/office/drawing/2014/main" id="{EC103DAD-2B37-915C-3F6A-68AD8F6CB560}"/>
              </a:ext>
            </a:extLst>
          </p:cNvPr>
          <p:cNvSpPr>
            <a:spLocks noGrp="1"/>
          </p:cNvSpPr>
          <p:nvPr>
            <p:ph type="pic" sz="quarter" idx="39"/>
          </p:nvPr>
        </p:nvSpPr>
        <p:spPr/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8816A3C-F39A-189A-007F-5950626674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6658321"/>
              </p:ext>
            </p:extLst>
          </p:nvPr>
        </p:nvGraphicFramePr>
        <p:xfrm>
          <a:off x="518319" y="2243017"/>
          <a:ext cx="8595864" cy="374300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43211">
                  <a:extLst>
                    <a:ext uri="{9D8B030D-6E8A-4147-A177-3AD203B41FA5}">
                      <a16:colId xmlns:a16="http://schemas.microsoft.com/office/drawing/2014/main" val="234834347"/>
                    </a:ext>
                  </a:extLst>
                </a:gridCol>
                <a:gridCol w="1101124">
                  <a:extLst>
                    <a:ext uri="{9D8B030D-6E8A-4147-A177-3AD203B41FA5}">
                      <a16:colId xmlns:a16="http://schemas.microsoft.com/office/drawing/2014/main" val="2056590576"/>
                    </a:ext>
                  </a:extLst>
                </a:gridCol>
                <a:gridCol w="1310886">
                  <a:extLst>
                    <a:ext uri="{9D8B030D-6E8A-4147-A177-3AD203B41FA5}">
                      <a16:colId xmlns:a16="http://schemas.microsoft.com/office/drawing/2014/main" val="3330814310"/>
                    </a:ext>
                  </a:extLst>
                </a:gridCol>
                <a:gridCol w="1285073">
                  <a:extLst>
                    <a:ext uri="{9D8B030D-6E8A-4147-A177-3AD203B41FA5}">
                      <a16:colId xmlns:a16="http://schemas.microsoft.com/office/drawing/2014/main" val="2046389111"/>
                    </a:ext>
                  </a:extLst>
                </a:gridCol>
                <a:gridCol w="1147630">
                  <a:extLst>
                    <a:ext uri="{9D8B030D-6E8A-4147-A177-3AD203B41FA5}">
                      <a16:colId xmlns:a16="http://schemas.microsoft.com/office/drawing/2014/main" val="2787742289"/>
                    </a:ext>
                  </a:extLst>
                </a:gridCol>
                <a:gridCol w="1135797">
                  <a:extLst>
                    <a:ext uri="{9D8B030D-6E8A-4147-A177-3AD203B41FA5}">
                      <a16:colId xmlns:a16="http://schemas.microsoft.com/office/drawing/2014/main" val="2682989068"/>
                    </a:ext>
                  </a:extLst>
                </a:gridCol>
                <a:gridCol w="1172143">
                  <a:extLst>
                    <a:ext uri="{9D8B030D-6E8A-4147-A177-3AD203B41FA5}">
                      <a16:colId xmlns:a16="http://schemas.microsoft.com/office/drawing/2014/main" val="2717655805"/>
                    </a:ext>
                  </a:extLst>
                </a:gridCol>
              </a:tblGrid>
              <a:tr h="5347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>
                          <a:solidFill>
                            <a:srgbClr val="000000"/>
                          </a:solidFill>
                          <a:effectLst/>
                        </a:rPr>
                        <a:t>Train </a:t>
                      </a:r>
                      <a:r>
                        <a:rPr lang="en-IN" sz="1400" b="0" u="none" strike="noStrike">
                          <a:solidFill>
                            <a:srgbClr val="000000"/>
                          </a:solidFill>
                          <a:effectLst/>
                          <a:sym typeface="Wingdings" panose="05000000000000000000" pitchFamily="2" charset="2"/>
                        </a:rPr>
                        <a:t>/ Test  </a:t>
                      </a:r>
                      <a:r>
                        <a:rPr lang="en-IN" sz="1400" b="0" u="none" strike="noStrike">
                          <a:solidFill>
                            <a:srgbClr val="000000"/>
                          </a:solidFill>
                          <a:effectLst/>
                        </a:rPr>
                        <a:t> 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Pretrained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>
                          <a:solidFill>
                            <a:srgbClr val="000000"/>
                          </a:solidFill>
                          <a:effectLst/>
                        </a:rPr>
                        <a:t>Lateral Tibial Cartilage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>
                          <a:solidFill>
                            <a:srgbClr val="000000"/>
                          </a:solidFill>
                          <a:effectLst/>
                        </a:rPr>
                        <a:t>Medial Tibial Cartilage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>
                          <a:solidFill>
                            <a:srgbClr val="000000"/>
                          </a:solidFill>
                          <a:effectLst/>
                        </a:rPr>
                        <a:t>Femoral Cartilage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>
                          <a:solidFill>
                            <a:srgbClr val="000000"/>
                          </a:solidFill>
                          <a:effectLst/>
                        </a:rPr>
                        <a:t>Patellar Cartilage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>
                          <a:solidFill>
                            <a:srgbClr val="000000"/>
                          </a:solidFill>
                          <a:effectLst/>
                        </a:rPr>
                        <a:t>Medial Meniscus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90528004"/>
                  </a:ext>
                </a:extLst>
              </a:tr>
              <a:tr h="5347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Lateral Tibial Cartilage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0.654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0.437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0.128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3A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8128910"/>
                  </a:ext>
                </a:extLst>
              </a:tr>
              <a:tr h="5347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>
                          <a:solidFill>
                            <a:srgbClr val="000000"/>
                          </a:solidFill>
                          <a:effectLst/>
                        </a:rPr>
                        <a:t>Medial Tibial Cartilage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0.163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0.511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0.140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3A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1438933"/>
                  </a:ext>
                </a:extLst>
              </a:tr>
              <a:tr h="5347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>
                          <a:solidFill>
                            <a:srgbClr val="000000"/>
                          </a:solidFill>
                          <a:effectLst/>
                        </a:rPr>
                        <a:t>Femoral Cartilage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0.684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0.448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0.178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0.771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0.006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3A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5246837"/>
                  </a:ext>
                </a:extLst>
              </a:tr>
              <a:tr h="5347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>
                          <a:solidFill>
                            <a:srgbClr val="000000"/>
                          </a:solidFill>
                          <a:effectLst/>
                        </a:rPr>
                        <a:t>Patellar Cartilage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0.975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3A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90221321"/>
                  </a:ext>
                </a:extLst>
              </a:tr>
              <a:tr h="5347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>
                          <a:solidFill>
                            <a:srgbClr val="000000"/>
                          </a:solidFill>
                          <a:effectLst/>
                        </a:rPr>
                        <a:t>Medial Meniscus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0.021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0.038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0.075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3A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1047210"/>
                  </a:ext>
                </a:extLst>
              </a:tr>
              <a:tr h="5347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>
                          <a:solidFill>
                            <a:srgbClr val="000000"/>
                          </a:solidFill>
                          <a:effectLst/>
                        </a:rPr>
                        <a:t>Aeropath (Retention)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0.979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0.712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0.257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0.868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0.238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3A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3392624"/>
                  </a:ext>
                </a:extLst>
              </a:tr>
            </a:tbl>
          </a:graphicData>
        </a:graphic>
      </p:graphicFrame>
      <p:sp>
        <p:nvSpPr>
          <p:cNvPr id="21" name="TextBox 20">
            <a:extLst>
              <a:ext uri="{FF2B5EF4-FFF2-40B4-BE49-F238E27FC236}">
                <a16:creationId xmlns:a16="http://schemas.microsoft.com/office/drawing/2014/main" id="{F25D7C37-55BC-685F-A8E8-17907CAF4F24}"/>
              </a:ext>
            </a:extLst>
          </p:cNvPr>
          <p:cNvSpPr txBox="1"/>
          <p:nvPr/>
        </p:nvSpPr>
        <p:spPr>
          <a:xfrm>
            <a:off x="518319" y="1455069"/>
            <a:ext cx="828211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1600" dirty="0"/>
              <a:t>Full-dataset baseline results: Dice coefficient heatmap matrix for Shared </a:t>
            </a:r>
            <a:r>
              <a:rPr lang="en-IN" sz="1600" dirty="0" err="1"/>
              <a:t>LoRA</a:t>
            </a:r>
            <a:r>
              <a:rPr lang="en-IN" sz="1600" dirty="0"/>
              <a:t> (rank=32) across trained (rows) and tested (columns) tasks.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165F093-A5CA-034E-BA39-CF8519DFB726}"/>
              </a:ext>
            </a:extLst>
          </p:cNvPr>
          <p:cNvSpPr txBox="1"/>
          <p:nvPr/>
        </p:nvSpPr>
        <p:spPr>
          <a:xfrm>
            <a:off x="9417378" y="3008174"/>
            <a:ext cx="2554664" cy="194873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10000"/>
              </a:lnSpc>
              <a:spcAft>
                <a:spcPts val="1200"/>
              </a:spcAft>
            </a:pPr>
            <a:r>
              <a:rPr lang="en-IN" sz="1600" dirty="0" err="1"/>
              <a:t>A</a:t>
            </a:r>
            <a:r>
              <a:rPr lang="en-IN" sz="1600" baseline="-25000" dirty="0" err="1"/>
              <a:t>Medial</a:t>
            </a:r>
            <a:r>
              <a:rPr lang="en-IN" sz="1600" baseline="-25000" dirty="0"/>
              <a:t> Meniscus</a:t>
            </a:r>
            <a:r>
              <a:rPr lang="en-IN" sz="1600" dirty="0">
                <a:solidFill>
                  <a:prstClr val="black"/>
                </a:solidFill>
              </a:rPr>
              <a:t> = 0.0</a:t>
            </a:r>
          </a:p>
          <a:p>
            <a:pPr>
              <a:lnSpc>
                <a:spcPct val="110000"/>
              </a:lnSpc>
              <a:spcAft>
                <a:spcPts val="1200"/>
              </a:spcAft>
            </a:pPr>
            <a:r>
              <a:rPr lang="en-IN" sz="1600" dirty="0" err="1"/>
              <a:t>F</a:t>
            </a:r>
            <a:r>
              <a:rPr lang="en-IN" sz="1600" baseline="-25000" dirty="0" err="1"/>
              <a:t>Medial</a:t>
            </a:r>
            <a:r>
              <a:rPr lang="en-IN" sz="1600" baseline="-25000" dirty="0"/>
              <a:t> Meniscus</a:t>
            </a:r>
            <a:r>
              <a:rPr lang="en-IN" sz="1600" baseline="-25000" dirty="0">
                <a:solidFill>
                  <a:prstClr val="black"/>
                </a:solidFill>
              </a:rPr>
              <a:t> </a:t>
            </a:r>
            <a:r>
              <a:rPr lang="en-IN" sz="1600" dirty="0">
                <a:solidFill>
                  <a:prstClr val="black"/>
                </a:solidFill>
              </a:rPr>
              <a:t>= 0.728</a:t>
            </a:r>
            <a:endParaRPr lang="en-IN" sz="1600" dirty="0">
              <a:solidFill>
                <a:prstClr val="black"/>
              </a:solidFill>
              <a:latin typeface="Arial"/>
            </a:endParaRPr>
          </a:p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</a:pPr>
            <a:r>
              <a:rPr kumimoji="0" lang="en-I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Avg. Transfer = 0.128</a:t>
            </a:r>
          </a:p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</a:pPr>
            <a:r>
              <a:rPr lang="en-IN" sz="1600" dirty="0" err="1">
                <a:solidFill>
                  <a:prstClr val="black"/>
                </a:solidFill>
                <a:latin typeface="Arial"/>
              </a:rPr>
              <a:t>Avg</a:t>
            </a:r>
            <a:r>
              <a:rPr lang="en-IN" sz="1600" dirty="0">
                <a:solidFill>
                  <a:prstClr val="black"/>
                </a:solidFill>
                <a:latin typeface="Arial"/>
              </a:rPr>
              <a:t> Retention Drop = 0.564</a:t>
            </a:r>
          </a:p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lang="en-IN" sz="1600" dirty="0">
              <a:solidFill>
                <a:prstClr val="black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51145354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CE7BCD-0233-0F17-D92F-FE6C370B03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0BA07571-3886-E20E-1FE9-F0F163D212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18" y="301185"/>
            <a:ext cx="7054057" cy="332399"/>
          </a:xfrm>
        </p:spPr>
        <p:txBody>
          <a:bodyPr/>
          <a:lstStyle/>
          <a:p>
            <a:r>
              <a:rPr lang="en-IN" dirty="0"/>
              <a:t>Class Incremental Shared </a:t>
            </a:r>
            <a:r>
              <a:rPr lang="en-IN" dirty="0" err="1"/>
              <a:t>LoRA</a:t>
            </a:r>
            <a:r>
              <a:rPr lang="en-IN" dirty="0"/>
              <a:t> CL Performance</a:t>
            </a:r>
          </a:p>
        </p:txBody>
      </p:sp>
      <p:sp>
        <p:nvSpPr>
          <p:cNvPr id="8" name="Datumsplatzhalter 7">
            <a:extLst>
              <a:ext uri="{FF2B5EF4-FFF2-40B4-BE49-F238E27FC236}">
                <a16:creationId xmlns:a16="http://schemas.microsoft.com/office/drawing/2014/main" id="{38FA7FEA-BBE5-B136-B968-7471CC7E14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D89E98-54A4-43F9-9249-7D6B5CD88EDB}" type="datetime4">
              <a:rPr lang="de-DE" smtClean="0"/>
              <a:pPr/>
              <a:t>6. August 2026</a:t>
            </a:fld>
            <a:endParaRPr lang="de-DE" dirty="0"/>
          </a:p>
        </p:txBody>
      </p:sp>
      <p:sp>
        <p:nvSpPr>
          <p:cNvPr id="9" name="Fußzeilenplatzhalter 8">
            <a:extLst>
              <a:ext uri="{FF2B5EF4-FFF2-40B4-BE49-F238E27FC236}">
                <a16:creationId xmlns:a16="http://schemas.microsoft.com/office/drawing/2014/main" id="{152FCD79-2BFC-4FDC-4460-2A41E4A872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Technische Fakultät</a:t>
            </a:r>
            <a:endParaRPr lang="de-DE" dirty="0"/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BBAE8EB3-D3B6-67E5-1E47-A19F80EB91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34</a:t>
            </a:fld>
            <a:endParaRPr lang="de-DE"/>
          </a:p>
        </p:txBody>
      </p:sp>
      <p:sp>
        <p:nvSpPr>
          <p:cNvPr id="37" name="Text Placeholder 36">
            <a:extLst>
              <a:ext uri="{FF2B5EF4-FFF2-40B4-BE49-F238E27FC236}">
                <a16:creationId xmlns:a16="http://schemas.microsoft.com/office/drawing/2014/main" id="{12B81BB6-35EC-E423-364D-16D4E7B18C5B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332399"/>
          </a:xfrm>
        </p:spPr>
        <p:txBody>
          <a:bodyPr/>
          <a:lstStyle/>
          <a:p>
            <a:r>
              <a:rPr lang="en-US" dirty="0"/>
              <a:t>Evaluation matrix and results for Task-specific </a:t>
            </a:r>
            <a:r>
              <a:rPr lang="en-US" dirty="0" err="1"/>
              <a:t>LoRA</a:t>
            </a:r>
            <a:r>
              <a:rPr lang="en-US" dirty="0"/>
              <a:t> for </a:t>
            </a:r>
            <a:r>
              <a:rPr lang="en-US" dirty="0" err="1"/>
              <a:t>Voxtell</a:t>
            </a:r>
            <a:endParaRPr lang="en-IN" dirty="0"/>
          </a:p>
          <a:p>
            <a:endParaRPr lang="en-IN" dirty="0"/>
          </a:p>
        </p:txBody>
      </p:sp>
      <p:sp>
        <p:nvSpPr>
          <p:cNvPr id="38" name="Picture Placeholder 37">
            <a:extLst>
              <a:ext uri="{FF2B5EF4-FFF2-40B4-BE49-F238E27FC236}">
                <a16:creationId xmlns:a16="http://schemas.microsoft.com/office/drawing/2014/main" id="{E9846AC6-C562-1ADF-6850-88920633DE95}"/>
              </a:ext>
            </a:extLst>
          </p:cNvPr>
          <p:cNvSpPr>
            <a:spLocks noGrp="1"/>
          </p:cNvSpPr>
          <p:nvPr>
            <p:ph type="pic" sz="quarter" idx="39"/>
          </p:nvPr>
        </p:nvSpPr>
        <p:spPr/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7E9AB735-7176-084D-247A-7E17C4034F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9899720"/>
              </p:ext>
            </p:extLst>
          </p:nvPr>
        </p:nvGraphicFramePr>
        <p:xfrm>
          <a:off x="518319" y="2243017"/>
          <a:ext cx="8595864" cy="374300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43211">
                  <a:extLst>
                    <a:ext uri="{9D8B030D-6E8A-4147-A177-3AD203B41FA5}">
                      <a16:colId xmlns:a16="http://schemas.microsoft.com/office/drawing/2014/main" val="234834347"/>
                    </a:ext>
                  </a:extLst>
                </a:gridCol>
                <a:gridCol w="1101124">
                  <a:extLst>
                    <a:ext uri="{9D8B030D-6E8A-4147-A177-3AD203B41FA5}">
                      <a16:colId xmlns:a16="http://schemas.microsoft.com/office/drawing/2014/main" val="2056590576"/>
                    </a:ext>
                  </a:extLst>
                </a:gridCol>
                <a:gridCol w="1310886">
                  <a:extLst>
                    <a:ext uri="{9D8B030D-6E8A-4147-A177-3AD203B41FA5}">
                      <a16:colId xmlns:a16="http://schemas.microsoft.com/office/drawing/2014/main" val="3330814310"/>
                    </a:ext>
                  </a:extLst>
                </a:gridCol>
                <a:gridCol w="1285073">
                  <a:extLst>
                    <a:ext uri="{9D8B030D-6E8A-4147-A177-3AD203B41FA5}">
                      <a16:colId xmlns:a16="http://schemas.microsoft.com/office/drawing/2014/main" val="2046389111"/>
                    </a:ext>
                  </a:extLst>
                </a:gridCol>
                <a:gridCol w="1147630">
                  <a:extLst>
                    <a:ext uri="{9D8B030D-6E8A-4147-A177-3AD203B41FA5}">
                      <a16:colId xmlns:a16="http://schemas.microsoft.com/office/drawing/2014/main" val="2787742289"/>
                    </a:ext>
                  </a:extLst>
                </a:gridCol>
                <a:gridCol w="1135797">
                  <a:extLst>
                    <a:ext uri="{9D8B030D-6E8A-4147-A177-3AD203B41FA5}">
                      <a16:colId xmlns:a16="http://schemas.microsoft.com/office/drawing/2014/main" val="2682989068"/>
                    </a:ext>
                  </a:extLst>
                </a:gridCol>
                <a:gridCol w="1172143">
                  <a:extLst>
                    <a:ext uri="{9D8B030D-6E8A-4147-A177-3AD203B41FA5}">
                      <a16:colId xmlns:a16="http://schemas.microsoft.com/office/drawing/2014/main" val="2717655805"/>
                    </a:ext>
                  </a:extLst>
                </a:gridCol>
              </a:tblGrid>
              <a:tr h="5347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>
                          <a:solidFill>
                            <a:srgbClr val="000000"/>
                          </a:solidFill>
                          <a:effectLst/>
                        </a:rPr>
                        <a:t>Train </a:t>
                      </a:r>
                      <a:r>
                        <a:rPr lang="en-IN" sz="1400" b="0" u="none" strike="noStrike">
                          <a:solidFill>
                            <a:srgbClr val="000000"/>
                          </a:solidFill>
                          <a:effectLst/>
                          <a:sym typeface="Wingdings" panose="05000000000000000000" pitchFamily="2" charset="2"/>
                        </a:rPr>
                        <a:t>/ Test  </a:t>
                      </a:r>
                      <a:r>
                        <a:rPr lang="en-IN" sz="1400" b="0" u="none" strike="noStrike">
                          <a:solidFill>
                            <a:srgbClr val="000000"/>
                          </a:solidFill>
                          <a:effectLst/>
                        </a:rPr>
                        <a:t> 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Pretrained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>
                          <a:solidFill>
                            <a:srgbClr val="000000"/>
                          </a:solidFill>
                          <a:effectLst/>
                        </a:rPr>
                        <a:t>Lateral Tibial Cartilage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>
                          <a:solidFill>
                            <a:srgbClr val="000000"/>
                          </a:solidFill>
                          <a:effectLst/>
                        </a:rPr>
                        <a:t>Medial Tibial Cartilage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>
                          <a:solidFill>
                            <a:srgbClr val="000000"/>
                          </a:solidFill>
                          <a:effectLst/>
                        </a:rPr>
                        <a:t>Femoral Cartilage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>
                          <a:solidFill>
                            <a:srgbClr val="000000"/>
                          </a:solidFill>
                          <a:effectLst/>
                        </a:rPr>
                        <a:t>Patellar Cartilage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>
                          <a:solidFill>
                            <a:srgbClr val="000000"/>
                          </a:solidFill>
                          <a:effectLst/>
                        </a:rPr>
                        <a:t>Medial Meniscus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90528004"/>
                  </a:ext>
                </a:extLst>
              </a:tr>
              <a:tr h="5347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Lateral Tibial Cartilage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0.545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0.314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0.104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3A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8128910"/>
                  </a:ext>
                </a:extLst>
              </a:tr>
              <a:tr h="5347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>
                          <a:solidFill>
                            <a:srgbClr val="000000"/>
                          </a:solidFill>
                          <a:effectLst/>
                        </a:rPr>
                        <a:t>Medial Tibial Cartilage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0.254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0.544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0.151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3A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1438933"/>
                  </a:ext>
                </a:extLst>
              </a:tr>
              <a:tr h="5347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>
                          <a:solidFill>
                            <a:srgbClr val="000000"/>
                          </a:solidFill>
                          <a:effectLst/>
                        </a:rPr>
                        <a:t>Femoral Cartilage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0.684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0.596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0.247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0.740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0.006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3A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5246837"/>
                  </a:ext>
                </a:extLst>
              </a:tr>
              <a:tr h="5347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>
                          <a:solidFill>
                            <a:srgbClr val="000000"/>
                          </a:solidFill>
                          <a:effectLst/>
                        </a:rPr>
                        <a:t>Patellar Cartilage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0.978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3A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90221321"/>
                  </a:ext>
                </a:extLst>
              </a:tr>
              <a:tr h="5347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>
                          <a:solidFill>
                            <a:srgbClr val="000000"/>
                          </a:solidFill>
                          <a:effectLst/>
                        </a:rPr>
                        <a:t>Medial Meniscus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0.032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0.030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0.086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3A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1047210"/>
                  </a:ext>
                </a:extLst>
              </a:tr>
              <a:tr h="5347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>
                          <a:solidFill>
                            <a:srgbClr val="000000"/>
                          </a:solidFill>
                          <a:effectLst/>
                        </a:rPr>
                        <a:t>Aeropath (Retention)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0.979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0.952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0.572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0.928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0.221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3A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3392624"/>
                  </a:ext>
                </a:extLst>
              </a:tr>
            </a:tbl>
          </a:graphicData>
        </a:graphic>
      </p:graphicFrame>
      <p:sp>
        <p:nvSpPr>
          <p:cNvPr id="21" name="TextBox 20">
            <a:extLst>
              <a:ext uri="{FF2B5EF4-FFF2-40B4-BE49-F238E27FC236}">
                <a16:creationId xmlns:a16="http://schemas.microsoft.com/office/drawing/2014/main" id="{F3DC872F-B876-E0B2-CAB0-2D1F64A7565F}"/>
              </a:ext>
            </a:extLst>
          </p:cNvPr>
          <p:cNvSpPr txBox="1"/>
          <p:nvPr/>
        </p:nvSpPr>
        <p:spPr>
          <a:xfrm>
            <a:off x="518319" y="1455069"/>
            <a:ext cx="828211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1600" dirty="0"/>
              <a:t>Full-dataset baseline results: Dice coefficient heatmap matrix for Shared </a:t>
            </a:r>
            <a:r>
              <a:rPr lang="en-IN" sz="1600" dirty="0" err="1"/>
              <a:t>LoRA</a:t>
            </a:r>
            <a:r>
              <a:rPr lang="en-IN" sz="1600" dirty="0"/>
              <a:t> (rank=64) across trained (rows) and tested (columns) tasks.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BBA803B-ED95-917A-C45D-BACA95853E32}"/>
              </a:ext>
            </a:extLst>
          </p:cNvPr>
          <p:cNvSpPr txBox="1"/>
          <p:nvPr/>
        </p:nvSpPr>
        <p:spPr>
          <a:xfrm>
            <a:off x="9417378" y="3008174"/>
            <a:ext cx="2554664" cy="194873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10000"/>
              </a:lnSpc>
              <a:spcAft>
                <a:spcPts val="1200"/>
              </a:spcAft>
            </a:pPr>
            <a:r>
              <a:rPr lang="en-IN" sz="1600" dirty="0" err="1"/>
              <a:t>A</a:t>
            </a:r>
            <a:r>
              <a:rPr lang="en-IN" sz="1600" baseline="-25000" dirty="0" err="1"/>
              <a:t>Medial</a:t>
            </a:r>
            <a:r>
              <a:rPr lang="en-IN" sz="1600" baseline="-25000" dirty="0"/>
              <a:t> Meniscus</a:t>
            </a:r>
            <a:r>
              <a:rPr lang="en-IN" sz="1600" dirty="0">
                <a:solidFill>
                  <a:prstClr val="black"/>
                </a:solidFill>
              </a:rPr>
              <a:t> = 0.0</a:t>
            </a:r>
          </a:p>
          <a:p>
            <a:pPr>
              <a:lnSpc>
                <a:spcPct val="110000"/>
              </a:lnSpc>
              <a:spcAft>
                <a:spcPts val="1200"/>
              </a:spcAft>
            </a:pPr>
            <a:r>
              <a:rPr lang="en-IN" sz="1600" dirty="0" err="1"/>
              <a:t>F</a:t>
            </a:r>
            <a:r>
              <a:rPr lang="en-IN" sz="1600" baseline="-25000" dirty="0" err="1"/>
              <a:t>Medial</a:t>
            </a:r>
            <a:r>
              <a:rPr lang="en-IN" sz="1600" baseline="-25000" dirty="0"/>
              <a:t> Meniscus</a:t>
            </a:r>
            <a:r>
              <a:rPr lang="en-IN" sz="1600" baseline="-25000" dirty="0">
                <a:solidFill>
                  <a:prstClr val="black"/>
                </a:solidFill>
              </a:rPr>
              <a:t> </a:t>
            </a:r>
            <a:r>
              <a:rPr lang="en-IN" sz="1600" dirty="0">
                <a:solidFill>
                  <a:prstClr val="black"/>
                </a:solidFill>
              </a:rPr>
              <a:t>= 0.702</a:t>
            </a:r>
            <a:endParaRPr lang="en-IN" sz="1600" dirty="0">
              <a:solidFill>
                <a:prstClr val="black"/>
              </a:solidFill>
              <a:latin typeface="Arial"/>
            </a:endParaRPr>
          </a:p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</a:pPr>
            <a:r>
              <a:rPr kumimoji="0" lang="en-I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Avg. Transfer = 0.178</a:t>
            </a:r>
          </a:p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</a:pPr>
            <a:r>
              <a:rPr lang="en-IN" sz="1600" dirty="0" err="1">
                <a:solidFill>
                  <a:prstClr val="black"/>
                </a:solidFill>
                <a:latin typeface="Arial"/>
              </a:rPr>
              <a:t>Avg</a:t>
            </a:r>
            <a:r>
              <a:rPr lang="en-IN" sz="1600" dirty="0">
                <a:solidFill>
                  <a:prstClr val="black"/>
                </a:solidFill>
                <a:latin typeface="Arial"/>
              </a:rPr>
              <a:t> Retention Drop = 0.445</a:t>
            </a:r>
          </a:p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lang="en-IN" sz="1600" dirty="0">
              <a:solidFill>
                <a:prstClr val="black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3645412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273B4E-6B76-8CED-B709-CD06DB012A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1DE24043-0202-2E56-C4B9-891C1F858B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18" y="301185"/>
            <a:ext cx="7054057" cy="332399"/>
          </a:xfrm>
        </p:spPr>
        <p:txBody>
          <a:bodyPr/>
          <a:lstStyle/>
          <a:p>
            <a:r>
              <a:rPr lang="en-IN" dirty="0"/>
              <a:t>Class Incremental Shared </a:t>
            </a:r>
            <a:r>
              <a:rPr lang="en-IN" dirty="0" err="1"/>
              <a:t>LoRA</a:t>
            </a:r>
            <a:r>
              <a:rPr lang="en-IN" dirty="0"/>
              <a:t> CL Performance</a:t>
            </a:r>
          </a:p>
        </p:txBody>
      </p:sp>
      <p:sp>
        <p:nvSpPr>
          <p:cNvPr id="8" name="Datumsplatzhalter 7">
            <a:extLst>
              <a:ext uri="{FF2B5EF4-FFF2-40B4-BE49-F238E27FC236}">
                <a16:creationId xmlns:a16="http://schemas.microsoft.com/office/drawing/2014/main" id="{C742911B-0FC6-FA90-6232-3DF034B4F4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D89E98-54A4-43F9-9249-7D6B5CD88EDB}" type="datetime4">
              <a:rPr lang="de-DE" smtClean="0"/>
              <a:pPr/>
              <a:t>6. August 2026</a:t>
            </a:fld>
            <a:endParaRPr lang="de-DE" dirty="0"/>
          </a:p>
        </p:txBody>
      </p:sp>
      <p:sp>
        <p:nvSpPr>
          <p:cNvPr id="9" name="Fußzeilenplatzhalter 8">
            <a:extLst>
              <a:ext uri="{FF2B5EF4-FFF2-40B4-BE49-F238E27FC236}">
                <a16:creationId xmlns:a16="http://schemas.microsoft.com/office/drawing/2014/main" id="{EA3F458A-3A88-1049-EA23-ADECEBF6AC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Technische Fakultät</a:t>
            </a:r>
            <a:endParaRPr lang="de-DE" dirty="0"/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31F18D0F-E3F4-9524-9429-6F874B58DE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35</a:t>
            </a:fld>
            <a:endParaRPr lang="de-DE"/>
          </a:p>
        </p:txBody>
      </p:sp>
      <p:sp>
        <p:nvSpPr>
          <p:cNvPr id="37" name="Text Placeholder 36">
            <a:extLst>
              <a:ext uri="{FF2B5EF4-FFF2-40B4-BE49-F238E27FC236}">
                <a16:creationId xmlns:a16="http://schemas.microsoft.com/office/drawing/2014/main" id="{7270FB94-12AB-C211-C1AC-1AF19277CF19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332399"/>
          </a:xfrm>
        </p:spPr>
        <p:txBody>
          <a:bodyPr/>
          <a:lstStyle/>
          <a:p>
            <a:r>
              <a:rPr lang="en-US" dirty="0"/>
              <a:t>Evaluation matrix and results for Task-specific </a:t>
            </a:r>
            <a:r>
              <a:rPr lang="en-US" dirty="0" err="1"/>
              <a:t>LoRA</a:t>
            </a:r>
            <a:r>
              <a:rPr lang="en-US" dirty="0"/>
              <a:t> for </a:t>
            </a:r>
            <a:r>
              <a:rPr lang="en-US" dirty="0" err="1"/>
              <a:t>Voxtell</a:t>
            </a:r>
            <a:endParaRPr lang="en-IN" dirty="0"/>
          </a:p>
          <a:p>
            <a:endParaRPr lang="en-IN" dirty="0"/>
          </a:p>
        </p:txBody>
      </p:sp>
      <p:sp>
        <p:nvSpPr>
          <p:cNvPr id="38" name="Picture Placeholder 37">
            <a:extLst>
              <a:ext uri="{FF2B5EF4-FFF2-40B4-BE49-F238E27FC236}">
                <a16:creationId xmlns:a16="http://schemas.microsoft.com/office/drawing/2014/main" id="{EBF191C9-404E-7DA2-B329-3B80AC11D6C3}"/>
              </a:ext>
            </a:extLst>
          </p:cNvPr>
          <p:cNvSpPr>
            <a:spLocks noGrp="1"/>
          </p:cNvSpPr>
          <p:nvPr>
            <p:ph type="pic" sz="quarter" idx="39"/>
          </p:nvPr>
        </p:nvSpPr>
        <p:spPr/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75D0EFC6-54EF-BE03-148C-80B0F0D6220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1074522"/>
              </p:ext>
            </p:extLst>
          </p:nvPr>
        </p:nvGraphicFramePr>
        <p:xfrm>
          <a:off x="518319" y="2243017"/>
          <a:ext cx="8595864" cy="374300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43211">
                  <a:extLst>
                    <a:ext uri="{9D8B030D-6E8A-4147-A177-3AD203B41FA5}">
                      <a16:colId xmlns:a16="http://schemas.microsoft.com/office/drawing/2014/main" val="234834347"/>
                    </a:ext>
                  </a:extLst>
                </a:gridCol>
                <a:gridCol w="1101124">
                  <a:extLst>
                    <a:ext uri="{9D8B030D-6E8A-4147-A177-3AD203B41FA5}">
                      <a16:colId xmlns:a16="http://schemas.microsoft.com/office/drawing/2014/main" val="2056590576"/>
                    </a:ext>
                  </a:extLst>
                </a:gridCol>
                <a:gridCol w="1310886">
                  <a:extLst>
                    <a:ext uri="{9D8B030D-6E8A-4147-A177-3AD203B41FA5}">
                      <a16:colId xmlns:a16="http://schemas.microsoft.com/office/drawing/2014/main" val="3330814310"/>
                    </a:ext>
                  </a:extLst>
                </a:gridCol>
                <a:gridCol w="1285073">
                  <a:extLst>
                    <a:ext uri="{9D8B030D-6E8A-4147-A177-3AD203B41FA5}">
                      <a16:colId xmlns:a16="http://schemas.microsoft.com/office/drawing/2014/main" val="2046389111"/>
                    </a:ext>
                  </a:extLst>
                </a:gridCol>
                <a:gridCol w="1147630">
                  <a:extLst>
                    <a:ext uri="{9D8B030D-6E8A-4147-A177-3AD203B41FA5}">
                      <a16:colId xmlns:a16="http://schemas.microsoft.com/office/drawing/2014/main" val="2787742289"/>
                    </a:ext>
                  </a:extLst>
                </a:gridCol>
                <a:gridCol w="1135797">
                  <a:extLst>
                    <a:ext uri="{9D8B030D-6E8A-4147-A177-3AD203B41FA5}">
                      <a16:colId xmlns:a16="http://schemas.microsoft.com/office/drawing/2014/main" val="2682989068"/>
                    </a:ext>
                  </a:extLst>
                </a:gridCol>
                <a:gridCol w="1172143">
                  <a:extLst>
                    <a:ext uri="{9D8B030D-6E8A-4147-A177-3AD203B41FA5}">
                      <a16:colId xmlns:a16="http://schemas.microsoft.com/office/drawing/2014/main" val="2717655805"/>
                    </a:ext>
                  </a:extLst>
                </a:gridCol>
              </a:tblGrid>
              <a:tr h="5347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>
                          <a:solidFill>
                            <a:srgbClr val="000000"/>
                          </a:solidFill>
                          <a:effectLst/>
                        </a:rPr>
                        <a:t>Train </a:t>
                      </a:r>
                      <a:r>
                        <a:rPr lang="en-IN" sz="1400" b="0" u="none" strike="noStrike">
                          <a:solidFill>
                            <a:srgbClr val="000000"/>
                          </a:solidFill>
                          <a:effectLst/>
                          <a:sym typeface="Wingdings" panose="05000000000000000000" pitchFamily="2" charset="2"/>
                        </a:rPr>
                        <a:t>/ Test  </a:t>
                      </a:r>
                      <a:r>
                        <a:rPr lang="en-IN" sz="1400" b="0" u="none" strike="noStrike">
                          <a:solidFill>
                            <a:srgbClr val="000000"/>
                          </a:solidFill>
                          <a:effectLst/>
                        </a:rPr>
                        <a:t> 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Pretrained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>
                          <a:solidFill>
                            <a:srgbClr val="000000"/>
                          </a:solidFill>
                          <a:effectLst/>
                        </a:rPr>
                        <a:t>Lateral Tibial Cartilage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>
                          <a:solidFill>
                            <a:srgbClr val="000000"/>
                          </a:solidFill>
                          <a:effectLst/>
                        </a:rPr>
                        <a:t>Medial Tibial Cartilage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>
                          <a:solidFill>
                            <a:srgbClr val="000000"/>
                          </a:solidFill>
                          <a:effectLst/>
                        </a:rPr>
                        <a:t>Femoral Cartilage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>
                          <a:solidFill>
                            <a:srgbClr val="000000"/>
                          </a:solidFill>
                          <a:effectLst/>
                        </a:rPr>
                        <a:t>Patellar Cartilage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>
                          <a:solidFill>
                            <a:srgbClr val="000000"/>
                          </a:solidFill>
                          <a:effectLst/>
                        </a:rPr>
                        <a:t>Medial Meniscus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90528004"/>
                  </a:ext>
                </a:extLst>
              </a:tr>
              <a:tr h="5347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Lateral Tibial Cartilage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0.426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0.296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0.108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3A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8128910"/>
                  </a:ext>
                </a:extLst>
              </a:tr>
              <a:tr h="5347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>
                          <a:solidFill>
                            <a:srgbClr val="000000"/>
                          </a:solidFill>
                          <a:effectLst/>
                        </a:rPr>
                        <a:t>Medial Tibial Cartilage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0.240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0.537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0.175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3A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1438933"/>
                  </a:ext>
                </a:extLst>
              </a:tr>
              <a:tr h="5347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>
                          <a:solidFill>
                            <a:srgbClr val="000000"/>
                          </a:solidFill>
                          <a:effectLst/>
                        </a:rPr>
                        <a:t>Femoral Cartilage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0.684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0.638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0.410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0.734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0.006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3A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5246837"/>
                  </a:ext>
                </a:extLst>
              </a:tr>
              <a:tr h="5347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>
                          <a:solidFill>
                            <a:srgbClr val="000000"/>
                          </a:solidFill>
                          <a:effectLst/>
                        </a:rPr>
                        <a:t>Patellar Cartilage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0.984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3A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90221321"/>
                  </a:ext>
                </a:extLst>
              </a:tr>
              <a:tr h="5347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>
                          <a:solidFill>
                            <a:srgbClr val="000000"/>
                          </a:solidFill>
                          <a:effectLst/>
                        </a:rPr>
                        <a:t>Medial Meniscus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0.041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0.043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0.082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3A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1047210"/>
                  </a:ext>
                </a:extLst>
              </a:tr>
              <a:tr h="5347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>
                          <a:solidFill>
                            <a:srgbClr val="000000"/>
                          </a:solidFill>
                          <a:effectLst/>
                        </a:rPr>
                        <a:t>Aeropath (Retention)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0.979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0.974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0.881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0.957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0.219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3A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3392624"/>
                  </a:ext>
                </a:extLst>
              </a:tr>
            </a:tbl>
          </a:graphicData>
        </a:graphic>
      </p:graphicFrame>
      <p:sp>
        <p:nvSpPr>
          <p:cNvPr id="21" name="TextBox 20">
            <a:extLst>
              <a:ext uri="{FF2B5EF4-FFF2-40B4-BE49-F238E27FC236}">
                <a16:creationId xmlns:a16="http://schemas.microsoft.com/office/drawing/2014/main" id="{18AE3B9C-CEBE-0E07-7E10-FE34F9740224}"/>
              </a:ext>
            </a:extLst>
          </p:cNvPr>
          <p:cNvSpPr txBox="1"/>
          <p:nvPr/>
        </p:nvSpPr>
        <p:spPr>
          <a:xfrm>
            <a:off x="518319" y="1455069"/>
            <a:ext cx="828211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1600" dirty="0"/>
              <a:t>Full-dataset baseline results: Dice coefficient heatmap matrix for Shared </a:t>
            </a:r>
            <a:r>
              <a:rPr lang="en-IN" sz="1600" dirty="0" err="1"/>
              <a:t>LoRA</a:t>
            </a:r>
            <a:r>
              <a:rPr lang="en-IN" sz="1600" dirty="0"/>
              <a:t> (rank=128) across trained (rows) and tested (columns) tasks.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3367631-747F-1B29-11DD-F3AB45EE7FD5}"/>
              </a:ext>
            </a:extLst>
          </p:cNvPr>
          <p:cNvSpPr txBox="1"/>
          <p:nvPr/>
        </p:nvSpPr>
        <p:spPr>
          <a:xfrm>
            <a:off x="9417378" y="3008174"/>
            <a:ext cx="2554664" cy="194873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10000"/>
              </a:lnSpc>
              <a:spcAft>
                <a:spcPts val="1200"/>
              </a:spcAft>
            </a:pPr>
            <a:r>
              <a:rPr lang="en-IN" sz="1600" dirty="0" err="1"/>
              <a:t>A</a:t>
            </a:r>
            <a:r>
              <a:rPr lang="en-IN" sz="1600" baseline="-25000" dirty="0" err="1"/>
              <a:t>Medial</a:t>
            </a:r>
            <a:r>
              <a:rPr lang="en-IN" sz="1600" baseline="-25000" dirty="0"/>
              <a:t> Meniscus</a:t>
            </a:r>
            <a:r>
              <a:rPr lang="en-IN" sz="1600" dirty="0">
                <a:solidFill>
                  <a:prstClr val="black"/>
                </a:solidFill>
              </a:rPr>
              <a:t> = 0.0</a:t>
            </a:r>
          </a:p>
          <a:p>
            <a:pPr>
              <a:lnSpc>
                <a:spcPct val="110000"/>
              </a:lnSpc>
              <a:spcAft>
                <a:spcPts val="1200"/>
              </a:spcAft>
            </a:pPr>
            <a:r>
              <a:rPr lang="en-IN" sz="1600" dirty="0" err="1"/>
              <a:t>F</a:t>
            </a:r>
            <a:r>
              <a:rPr lang="en-IN" sz="1600" baseline="-25000" dirty="0" err="1"/>
              <a:t>Medial</a:t>
            </a:r>
            <a:r>
              <a:rPr lang="en-IN" sz="1600" baseline="-25000" dirty="0"/>
              <a:t> Meniscus</a:t>
            </a:r>
            <a:r>
              <a:rPr lang="en-IN" sz="1600" baseline="-25000" dirty="0">
                <a:solidFill>
                  <a:prstClr val="black"/>
                </a:solidFill>
              </a:rPr>
              <a:t> </a:t>
            </a:r>
            <a:r>
              <a:rPr lang="en-IN" sz="1600" dirty="0">
                <a:solidFill>
                  <a:prstClr val="black"/>
                </a:solidFill>
              </a:rPr>
              <a:t>= 0.670</a:t>
            </a:r>
            <a:endParaRPr lang="en-IN" sz="1600" dirty="0">
              <a:solidFill>
                <a:prstClr val="black"/>
              </a:solidFill>
              <a:latin typeface="Arial"/>
            </a:endParaRPr>
          </a:p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</a:pPr>
            <a:r>
              <a:rPr kumimoji="0" lang="en-I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Avg. Transfer = 0.202</a:t>
            </a:r>
          </a:p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</a:pPr>
            <a:r>
              <a:rPr lang="en-IN" sz="1600" dirty="0" err="1">
                <a:solidFill>
                  <a:prstClr val="black"/>
                </a:solidFill>
                <a:latin typeface="Arial"/>
              </a:rPr>
              <a:t>Avg</a:t>
            </a:r>
            <a:r>
              <a:rPr lang="en-IN" sz="1600" dirty="0">
                <a:solidFill>
                  <a:prstClr val="black"/>
                </a:solidFill>
                <a:latin typeface="Arial"/>
              </a:rPr>
              <a:t> Retention Drop = 0.373</a:t>
            </a:r>
          </a:p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lang="en-IN" sz="1600" dirty="0">
              <a:solidFill>
                <a:prstClr val="black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50820878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AC6903-08ED-DD04-B494-17D48A87D7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D7142AF5-5C3B-B23B-279D-B4BE6E6416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18" y="301185"/>
            <a:ext cx="7183381" cy="332399"/>
          </a:xfrm>
        </p:spPr>
        <p:txBody>
          <a:bodyPr/>
          <a:lstStyle/>
          <a:p>
            <a:r>
              <a:rPr lang="en-IN" dirty="0"/>
              <a:t>Class Incremental Prompt based CL Performance</a:t>
            </a:r>
          </a:p>
        </p:txBody>
      </p:sp>
      <p:sp>
        <p:nvSpPr>
          <p:cNvPr id="8" name="Datumsplatzhalter 7">
            <a:extLst>
              <a:ext uri="{FF2B5EF4-FFF2-40B4-BE49-F238E27FC236}">
                <a16:creationId xmlns:a16="http://schemas.microsoft.com/office/drawing/2014/main" id="{5CBFD7F3-4B5D-4DE0-3FB1-B0C21C2D9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D89E98-54A4-43F9-9249-7D6B5CD88EDB}" type="datetime4">
              <a:rPr lang="de-DE" smtClean="0"/>
              <a:pPr/>
              <a:t>6. August 2026</a:t>
            </a:fld>
            <a:endParaRPr lang="de-DE" dirty="0"/>
          </a:p>
        </p:txBody>
      </p:sp>
      <p:sp>
        <p:nvSpPr>
          <p:cNvPr id="9" name="Fußzeilenplatzhalter 8">
            <a:extLst>
              <a:ext uri="{FF2B5EF4-FFF2-40B4-BE49-F238E27FC236}">
                <a16:creationId xmlns:a16="http://schemas.microsoft.com/office/drawing/2014/main" id="{5AA3E4FE-2026-6FCF-ACF4-15A2A1299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Technische Fakultät</a:t>
            </a:r>
            <a:endParaRPr lang="de-DE" dirty="0"/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252E75DF-3BBF-7DF5-48B8-D4E0384873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36</a:t>
            </a:fld>
            <a:endParaRPr lang="de-DE"/>
          </a:p>
        </p:txBody>
      </p:sp>
      <p:sp>
        <p:nvSpPr>
          <p:cNvPr id="37" name="Text Placeholder 36">
            <a:extLst>
              <a:ext uri="{FF2B5EF4-FFF2-40B4-BE49-F238E27FC236}">
                <a16:creationId xmlns:a16="http://schemas.microsoft.com/office/drawing/2014/main" id="{37D72627-8821-F777-A8C5-D661431561D9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/>
          <a:lstStyle/>
          <a:p>
            <a:r>
              <a:rPr lang="en-US" dirty="0"/>
              <a:t>Evaluation matrix and results for prompt-based learning for </a:t>
            </a:r>
            <a:r>
              <a:rPr lang="en-US" dirty="0" err="1"/>
              <a:t>Voxtell</a:t>
            </a:r>
            <a:endParaRPr lang="en-IN" dirty="0"/>
          </a:p>
        </p:txBody>
      </p:sp>
      <p:sp>
        <p:nvSpPr>
          <p:cNvPr id="38" name="Picture Placeholder 37">
            <a:extLst>
              <a:ext uri="{FF2B5EF4-FFF2-40B4-BE49-F238E27FC236}">
                <a16:creationId xmlns:a16="http://schemas.microsoft.com/office/drawing/2014/main" id="{62B24939-ECEA-B765-D353-4F1CBD25144E}"/>
              </a:ext>
            </a:extLst>
          </p:cNvPr>
          <p:cNvSpPr>
            <a:spLocks noGrp="1"/>
          </p:cNvSpPr>
          <p:nvPr>
            <p:ph type="pic" sz="quarter" idx="39"/>
          </p:nvPr>
        </p:nvSpPr>
        <p:spPr/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5F88499-62AA-0FE4-574D-A853BC23CE0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9973756"/>
              </p:ext>
            </p:extLst>
          </p:nvPr>
        </p:nvGraphicFramePr>
        <p:xfrm>
          <a:off x="518319" y="2243017"/>
          <a:ext cx="8595864" cy="374300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43211">
                  <a:extLst>
                    <a:ext uri="{9D8B030D-6E8A-4147-A177-3AD203B41FA5}">
                      <a16:colId xmlns:a16="http://schemas.microsoft.com/office/drawing/2014/main" val="234834347"/>
                    </a:ext>
                  </a:extLst>
                </a:gridCol>
                <a:gridCol w="1101124">
                  <a:extLst>
                    <a:ext uri="{9D8B030D-6E8A-4147-A177-3AD203B41FA5}">
                      <a16:colId xmlns:a16="http://schemas.microsoft.com/office/drawing/2014/main" val="2056590576"/>
                    </a:ext>
                  </a:extLst>
                </a:gridCol>
                <a:gridCol w="1310886">
                  <a:extLst>
                    <a:ext uri="{9D8B030D-6E8A-4147-A177-3AD203B41FA5}">
                      <a16:colId xmlns:a16="http://schemas.microsoft.com/office/drawing/2014/main" val="3330814310"/>
                    </a:ext>
                  </a:extLst>
                </a:gridCol>
                <a:gridCol w="1285073">
                  <a:extLst>
                    <a:ext uri="{9D8B030D-6E8A-4147-A177-3AD203B41FA5}">
                      <a16:colId xmlns:a16="http://schemas.microsoft.com/office/drawing/2014/main" val="2046389111"/>
                    </a:ext>
                  </a:extLst>
                </a:gridCol>
                <a:gridCol w="1147630">
                  <a:extLst>
                    <a:ext uri="{9D8B030D-6E8A-4147-A177-3AD203B41FA5}">
                      <a16:colId xmlns:a16="http://schemas.microsoft.com/office/drawing/2014/main" val="2787742289"/>
                    </a:ext>
                  </a:extLst>
                </a:gridCol>
                <a:gridCol w="1135797">
                  <a:extLst>
                    <a:ext uri="{9D8B030D-6E8A-4147-A177-3AD203B41FA5}">
                      <a16:colId xmlns:a16="http://schemas.microsoft.com/office/drawing/2014/main" val="2682989068"/>
                    </a:ext>
                  </a:extLst>
                </a:gridCol>
                <a:gridCol w="1172143">
                  <a:extLst>
                    <a:ext uri="{9D8B030D-6E8A-4147-A177-3AD203B41FA5}">
                      <a16:colId xmlns:a16="http://schemas.microsoft.com/office/drawing/2014/main" val="2717655805"/>
                    </a:ext>
                  </a:extLst>
                </a:gridCol>
              </a:tblGrid>
              <a:tr h="5347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Train </a:t>
                      </a: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  <a:sym typeface="Wingdings" panose="05000000000000000000" pitchFamily="2" charset="2"/>
                        </a:rPr>
                        <a:t>/ Test  </a:t>
                      </a: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 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Pretrained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Lateral Tibial Cartilage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Medial Tibial Cartilage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Femoral Cartilage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Patellar Cartilage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Medial Meniscus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90528004"/>
                  </a:ext>
                </a:extLst>
              </a:tr>
              <a:tr h="5347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Lateral Tibial Cartilage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0.727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0.337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0.100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0.029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8128910"/>
                  </a:ext>
                </a:extLst>
              </a:tr>
              <a:tr h="5347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Medial Tibial Cartilage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0.096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0.564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0.118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0.014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1438933"/>
                  </a:ext>
                </a:extLst>
              </a:tr>
              <a:tr h="5347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Femoral Cartilage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0.684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0.105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0.029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0.774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85246837"/>
                  </a:ext>
                </a:extLst>
              </a:tr>
              <a:tr h="5347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Patellar Cartilage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0.002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0.995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90221321"/>
                  </a:ext>
                </a:extLst>
              </a:tr>
              <a:tr h="5347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Medial Meniscus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0.016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0.016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0.011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0.525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1047210"/>
                  </a:ext>
                </a:extLst>
              </a:tr>
              <a:tr h="5347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Aeropath</a:t>
                      </a: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 (Retention)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0.979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0.261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0.028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0.036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0.243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03392624"/>
                  </a:ext>
                </a:extLst>
              </a:tr>
            </a:tbl>
          </a:graphicData>
        </a:graphic>
      </p:graphicFrame>
      <p:sp>
        <p:nvSpPr>
          <p:cNvPr id="21" name="TextBox 20">
            <a:extLst>
              <a:ext uri="{FF2B5EF4-FFF2-40B4-BE49-F238E27FC236}">
                <a16:creationId xmlns:a16="http://schemas.microsoft.com/office/drawing/2014/main" id="{8775A6A0-4290-6FEB-0539-D71D50CE9D95}"/>
              </a:ext>
            </a:extLst>
          </p:cNvPr>
          <p:cNvSpPr txBox="1"/>
          <p:nvPr/>
        </p:nvSpPr>
        <p:spPr>
          <a:xfrm>
            <a:off x="518319" y="1455069"/>
            <a:ext cx="828211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1600" dirty="0"/>
              <a:t>Dice coefficient heatmap matrix for Prompt based CL across trained (rows) and tested (columns) tasks.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16168A4-BE4F-D729-6836-A7CAC77ED85F}"/>
              </a:ext>
            </a:extLst>
          </p:cNvPr>
          <p:cNvSpPr txBox="1"/>
          <p:nvPr/>
        </p:nvSpPr>
        <p:spPr>
          <a:xfrm>
            <a:off x="9417378" y="3008174"/>
            <a:ext cx="2554664" cy="194873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10000"/>
              </a:lnSpc>
              <a:spcAft>
                <a:spcPts val="1200"/>
              </a:spcAft>
            </a:pPr>
            <a:r>
              <a:rPr lang="en-IN" sz="1600" dirty="0" err="1"/>
              <a:t>A</a:t>
            </a:r>
            <a:r>
              <a:rPr lang="en-IN" sz="1600" baseline="-25000" dirty="0" err="1"/>
              <a:t>Medial</a:t>
            </a:r>
            <a:r>
              <a:rPr lang="en-IN" sz="1600" baseline="-25000" dirty="0"/>
              <a:t> Meniscus</a:t>
            </a:r>
            <a:r>
              <a:rPr lang="en-IN" sz="1600" dirty="0">
                <a:solidFill>
                  <a:prstClr val="black"/>
                </a:solidFill>
              </a:rPr>
              <a:t> = 0.114</a:t>
            </a:r>
          </a:p>
          <a:p>
            <a:pPr>
              <a:lnSpc>
                <a:spcPct val="110000"/>
              </a:lnSpc>
              <a:spcAft>
                <a:spcPts val="1200"/>
              </a:spcAft>
            </a:pPr>
            <a:r>
              <a:rPr lang="en-IN" sz="1600" dirty="0" err="1"/>
              <a:t>F</a:t>
            </a:r>
            <a:r>
              <a:rPr lang="en-IN" sz="1600" baseline="-25000" dirty="0" err="1"/>
              <a:t>Medial</a:t>
            </a:r>
            <a:r>
              <a:rPr lang="en-IN" sz="1600" baseline="-25000" dirty="0"/>
              <a:t> Meniscus</a:t>
            </a:r>
            <a:r>
              <a:rPr lang="en-IN" sz="1600" baseline="-25000" dirty="0">
                <a:solidFill>
                  <a:prstClr val="black"/>
                </a:solidFill>
              </a:rPr>
              <a:t> </a:t>
            </a:r>
            <a:r>
              <a:rPr lang="en-IN" sz="1600" dirty="0">
                <a:solidFill>
                  <a:prstClr val="black"/>
                </a:solidFill>
              </a:rPr>
              <a:t>= 0.753</a:t>
            </a:r>
            <a:endParaRPr lang="en-IN" sz="1600" dirty="0">
              <a:solidFill>
                <a:prstClr val="black"/>
              </a:solidFill>
              <a:latin typeface="Arial"/>
            </a:endParaRPr>
          </a:p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</a:pPr>
            <a:r>
              <a:rPr kumimoji="0" lang="en-I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Avg. Transfer = 0.043</a:t>
            </a:r>
          </a:p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</a:pPr>
            <a:r>
              <a:rPr lang="en-IN" sz="1600" dirty="0" err="1">
                <a:solidFill>
                  <a:prstClr val="black"/>
                </a:solidFill>
                <a:latin typeface="Arial"/>
              </a:rPr>
              <a:t>Avg</a:t>
            </a:r>
            <a:r>
              <a:rPr lang="en-IN" sz="1600" dirty="0">
                <a:solidFill>
                  <a:prstClr val="black"/>
                </a:solidFill>
                <a:latin typeface="Arial"/>
              </a:rPr>
              <a:t> Retention Drop = 0.866</a:t>
            </a:r>
          </a:p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lang="en-IN" sz="1600" dirty="0">
              <a:solidFill>
                <a:prstClr val="black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86468724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4076A9-62B4-93DE-4420-B6B7BADDB7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3FD41BB2-5589-F478-8D52-ABB91ED243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18" y="301185"/>
            <a:ext cx="7183381" cy="332399"/>
          </a:xfrm>
        </p:spPr>
        <p:txBody>
          <a:bodyPr/>
          <a:lstStyle/>
          <a:p>
            <a:r>
              <a:rPr lang="en-IN" dirty="0"/>
              <a:t>Class Incremental Prompt based CL Performance</a:t>
            </a:r>
          </a:p>
        </p:txBody>
      </p:sp>
      <p:sp>
        <p:nvSpPr>
          <p:cNvPr id="8" name="Datumsplatzhalter 7">
            <a:extLst>
              <a:ext uri="{FF2B5EF4-FFF2-40B4-BE49-F238E27FC236}">
                <a16:creationId xmlns:a16="http://schemas.microsoft.com/office/drawing/2014/main" id="{16908B4F-D898-0F34-2358-4FF22B390D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D89E98-54A4-43F9-9249-7D6B5CD88EDB}" type="datetime4">
              <a:rPr lang="de-DE" smtClean="0"/>
              <a:pPr/>
              <a:t>6. August 2026</a:t>
            </a:fld>
            <a:endParaRPr lang="de-DE" dirty="0"/>
          </a:p>
        </p:txBody>
      </p:sp>
      <p:sp>
        <p:nvSpPr>
          <p:cNvPr id="9" name="Fußzeilenplatzhalter 8">
            <a:extLst>
              <a:ext uri="{FF2B5EF4-FFF2-40B4-BE49-F238E27FC236}">
                <a16:creationId xmlns:a16="http://schemas.microsoft.com/office/drawing/2014/main" id="{B5D93001-92FB-890F-8A0F-21B6F92FC6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Technische Fakultät</a:t>
            </a:r>
            <a:endParaRPr lang="de-DE" dirty="0"/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FE6B24AA-18D2-FBF3-B618-ED15DA6C69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37</a:t>
            </a:fld>
            <a:endParaRPr lang="de-DE"/>
          </a:p>
        </p:txBody>
      </p:sp>
      <p:sp>
        <p:nvSpPr>
          <p:cNvPr id="37" name="Text Placeholder 36">
            <a:extLst>
              <a:ext uri="{FF2B5EF4-FFF2-40B4-BE49-F238E27FC236}">
                <a16:creationId xmlns:a16="http://schemas.microsoft.com/office/drawing/2014/main" id="{E81CC82E-A7B8-0827-74D5-D3B59E33E7D1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/>
          <a:lstStyle/>
          <a:p>
            <a:r>
              <a:rPr lang="en-US" dirty="0"/>
              <a:t>Evaluation matrix and results for prompt-based learning for </a:t>
            </a:r>
            <a:r>
              <a:rPr lang="en-US" dirty="0" err="1"/>
              <a:t>Voxtell</a:t>
            </a:r>
            <a:endParaRPr lang="en-IN" dirty="0"/>
          </a:p>
        </p:txBody>
      </p:sp>
      <p:sp>
        <p:nvSpPr>
          <p:cNvPr id="38" name="Picture Placeholder 37">
            <a:extLst>
              <a:ext uri="{FF2B5EF4-FFF2-40B4-BE49-F238E27FC236}">
                <a16:creationId xmlns:a16="http://schemas.microsoft.com/office/drawing/2014/main" id="{A99CA9C7-6ACB-2DAF-9B65-341BB5917F6D}"/>
              </a:ext>
            </a:extLst>
          </p:cNvPr>
          <p:cNvSpPr>
            <a:spLocks noGrp="1"/>
          </p:cNvSpPr>
          <p:nvPr>
            <p:ph type="pic" sz="quarter" idx="39"/>
          </p:nvPr>
        </p:nvSpPr>
        <p:spPr/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8C7E9E0-1BD2-33B3-B71C-7C19614CF4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73194641"/>
              </p:ext>
            </p:extLst>
          </p:nvPr>
        </p:nvGraphicFramePr>
        <p:xfrm>
          <a:off x="518319" y="2243017"/>
          <a:ext cx="8595864" cy="374300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43211">
                  <a:extLst>
                    <a:ext uri="{9D8B030D-6E8A-4147-A177-3AD203B41FA5}">
                      <a16:colId xmlns:a16="http://schemas.microsoft.com/office/drawing/2014/main" val="234834347"/>
                    </a:ext>
                  </a:extLst>
                </a:gridCol>
                <a:gridCol w="1101124">
                  <a:extLst>
                    <a:ext uri="{9D8B030D-6E8A-4147-A177-3AD203B41FA5}">
                      <a16:colId xmlns:a16="http://schemas.microsoft.com/office/drawing/2014/main" val="2056590576"/>
                    </a:ext>
                  </a:extLst>
                </a:gridCol>
                <a:gridCol w="1310886">
                  <a:extLst>
                    <a:ext uri="{9D8B030D-6E8A-4147-A177-3AD203B41FA5}">
                      <a16:colId xmlns:a16="http://schemas.microsoft.com/office/drawing/2014/main" val="3330814310"/>
                    </a:ext>
                  </a:extLst>
                </a:gridCol>
                <a:gridCol w="1285073">
                  <a:extLst>
                    <a:ext uri="{9D8B030D-6E8A-4147-A177-3AD203B41FA5}">
                      <a16:colId xmlns:a16="http://schemas.microsoft.com/office/drawing/2014/main" val="2046389111"/>
                    </a:ext>
                  </a:extLst>
                </a:gridCol>
                <a:gridCol w="1147630">
                  <a:extLst>
                    <a:ext uri="{9D8B030D-6E8A-4147-A177-3AD203B41FA5}">
                      <a16:colId xmlns:a16="http://schemas.microsoft.com/office/drawing/2014/main" val="2787742289"/>
                    </a:ext>
                  </a:extLst>
                </a:gridCol>
                <a:gridCol w="1135797">
                  <a:extLst>
                    <a:ext uri="{9D8B030D-6E8A-4147-A177-3AD203B41FA5}">
                      <a16:colId xmlns:a16="http://schemas.microsoft.com/office/drawing/2014/main" val="2682989068"/>
                    </a:ext>
                  </a:extLst>
                </a:gridCol>
                <a:gridCol w="1172143">
                  <a:extLst>
                    <a:ext uri="{9D8B030D-6E8A-4147-A177-3AD203B41FA5}">
                      <a16:colId xmlns:a16="http://schemas.microsoft.com/office/drawing/2014/main" val="2717655805"/>
                    </a:ext>
                  </a:extLst>
                </a:gridCol>
              </a:tblGrid>
              <a:tr h="5347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Train </a:t>
                      </a: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  <a:sym typeface="Wingdings" panose="05000000000000000000" pitchFamily="2" charset="2"/>
                        </a:rPr>
                        <a:t>/ Test  </a:t>
                      </a: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 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Pretrained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Medial Meniscus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Patellar Cartilage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Femoral Cartilage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Medial Tibial Cartilage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Lateral Tibial Cartilage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90528004"/>
                  </a:ext>
                </a:extLst>
              </a:tr>
              <a:tr h="53471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Medial Meniscus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0.621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0.003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0.013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0.019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8128910"/>
                  </a:ext>
                </a:extLst>
              </a:tr>
              <a:tr h="53471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Patellar Cartilage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0.995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0.002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1438933"/>
                  </a:ext>
                </a:extLst>
              </a:tr>
              <a:tr h="5347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Femoral Cartilage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0.684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0.350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0.754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0.062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0.013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85246837"/>
                  </a:ext>
                </a:extLst>
              </a:tr>
              <a:tr h="53471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Medial Tibial Cartilage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0.021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0.027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0.289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0.341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90221321"/>
                  </a:ext>
                </a:extLst>
              </a:tr>
              <a:tr h="53471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Lateral Tibial Cartilage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0.010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0.265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0.468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1047210"/>
                  </a:ext>
                </a:extLst>
              </a:tr>
              <a:tr h="5347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Aeropath</a:t>
                      </a: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 (Retention)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0.979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0.069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0.249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03392624"/>
                  </a:ext>
                </a:extLst>
              </a:tr>
            </a:tbl>
          </a:graphicData>
        </a:graphic>
      </p:graphicFrame>
      <p:sp>
        <p:nvSpPr>
          <p:cNvPr id="21" name="TextBox 20">
            <a:extLst>
              <a:ext uri="{FF2B5EF4-FFF2-40B4-BE49-F238E27FC236}">
                <a16:creationId xmlns:a16="http://schemas.microsoft.com/office/drawing/2014/main" id="{5F32F43F-E0E2-A57C-5B12-A9380C07A65E}"/>
              </a:ext>
            </a:extLst>
          </p:cNvPr>
          <p:cNvSpPr txBox="1"/>
          <p:nvPr/>
        </p:nvSpPr>
        <p:spPr>
          <a:xfrm>
            <a:off x="518319" y="1455069"/>
            <a:ext cx="828211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1600" dirty="0"/>
              <a:t>Dice coefficient heatmap matrix for Prompt based CL across trained (rows) and tested (columns) tasks (Reversed)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6EE7F6B-131F-90C9-E604-9E82880F9C19}"/>
              </a:ext>
            </a:extLst>
          </p:cNvPr>
          <p:cNvSpPr txBox="1"/>
          <p:nvPr/>
        </p:nvSpPr>
        <p:spPr>
          <a:xfrm>
            <a:off x="9417378" y="3008174"/>
            <a:ext cx="2554664" cy="194873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10000"/>
              </a:lnSpc>
              <a:spcAft>
                <a:spcPts val="1200"/>
              </a:spcAft>
            </a:pPr>
            <a:r>
              <a:rPr lang="en-IN" sz="1600" dirty="0" err="1"/>
              <a:t>A</a:t>
            </a:r>
            <a:r>
              <a:rPr lang="en-IN" sz="1600" baseline="-25000" dirty="0" err="1"/>
              <a:t>Medial</a:t>
            </a:r>
            <a:r>
              <a:rPr lang="en-IN" sz="1600" baseline="-25000" dirty="0"/>
              <a:t> Meniscus</a:t>
            </a:r>
            <a:r>
              <a:rPr lang="en-IN" sz="1600" dirty="0">
                <a:solidFill>
                  <a:prstClr val="black"/>
                </a:solidFill>
              </a:rPr>
              <a:t> = 0.168</a:t>
            </a:r>
          </a:p>
          <a:p>
            <a:pPr>
              <a:lnSpc>
                <a:spcPct val="110000"/>
              </a:lnSpc>
              <a:spcAft>
                <a:spcPts val="1200"/>
              </a:spcAft>
            </a:pPr>
            <a:r>
              <a:rPr lang="en-IN" sz="1600" dirty="0" err="1"/>
              <a:t>F</a:t>
            </a:r>
            <a:r>
              <a:rPr lang="en-IN" sz="1600" baseline="-25000" dirty="0" err="1"/>
              <a:t>Medial</a:t>
            </a:r>
            <a:r>
              <a:rPr lang="en-IN" sz="1600" baseline="-25000" dirty="0"/>
              <a:t> Meniscus</a:t>
            </a:r>
            <a:r>
              <a:rPr lang="en-IN" sz="1600" baseline="-25000" dirty="0">
                <a:solidFill>
                  <a:prstClr val="black"/>
                </a:solidFill>
              </a:rPr>
              <a:t> </a:t>
            </a:r>
            <a:r>
              <a:rPr lang="en-IN" sz="1600" dirty="0">
                <a:solidFill>
                  <a:prstClr val="black"/>
                </a:solidFill>
              </a:rPr>
              <a:t>= 0.571</a:t>
            </a:r>
            <a:endParaRPr lang="en-IN" sz="1600" dirty="0">
              <a:solidFill>
                <a:prstClr val="black"/>
              </a:solidFill>
              <a:latin typeface="Arial"/>
            </a:endParaRPr>
          </a:p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</a:pPr>
            <a:r>
              <a:rPr kumimoji="0" lang="en-I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Avg. Transfer = 0.066</a:t>
            </a:r>
          </a:p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</a:pPr>
            <a:r>
              <a:rPr lang="en-IN" sz="1600" dirty="0" err="1">
                <a:solidFill>
                  <a:prstClr val="black"/>
                </a:solidFill>
                <a:latin typeface="Arial"/>
              </a:rPr>
              <a:t>Avg</a:t>
            </a:r>
            <a:r>
              <a:rPr lang="en-IN" sz="1600" dirty="0">
                <a:solidFill>
                  <a:prstClr val="black"/>
                </a:solidFill>
                <a:latin typeface="Arial"/>
              </a:rPr>
              <a:t> Retention Drop = 0.916</a:t>
            </a:r>
          </a:p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lang="en-IN" sz="1600" dirty="0">
              <a:solidFill>
                <a:prstClr val="black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39179000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C7E8FA-B7D5-DD89-F85C-3368E40356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19F2B7B7-8FB0-B2F1-E850-3A9DE51D8A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18" y="301185"/>
            <a:ext cx="7183381" cy="332399"/>
          </a:xfrm>
        </p:spPr>
        <p:txBody>
          <a:bodyPr/>
          <a:lstStyle/>
          <a:p>
            <a:r>
              <a:rPr lang="en-IN" dirty="0"/>
              <a:t>Class Incremental Regularisation based CL </a:t>
            </a:r>
          </a:p>
        </p:txBody>
      </p:sp>
      <p:sp>
        <p:nvSpPr>
          <p:cNvPr id="8" name="Datumsplatzhalter 7">
            <a:extLst>
              <a:ext uri="{FF2B5EF4-FFF2-40B4-BE49-F238E27FC236}">
                <a16:creationId xmlns:a16="http://schemas.microsoft.com/office/drawing/2014/main" id="{CAA090D0-377E-A06E-F056-D067E41F9D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D89E98-54A4-43F9-9249-7D6B5CD88EDB}" type="datetime4">
              <a:rPr lang="de-DE" smtClean="0"/>
              <a:pPr/>
              <a:t>6. August 2026</a:t>
            </a:fld>
            <a:endParaRPr lang="de-DE" dirty="0"/>
          </a:p>
        </p:txBody>
      </p:sp>
      <p:sp>
        <p:nvSpPr>
          <p:cNvPr id="9" name="Fußzeilenplatzhalter 8">
            <a:extLst>
              <a:ext uri="{FF2B5EF4-FFF2-40B4-BE49-F238E27FC236}">
                <a16:creationId xmlns:a16="http://schemas.microsoft.com/office/drawing/2014/main" id="{6F472E59-8245-FFA9-F1A0-908DF379C2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Technische Fakultät</a:t>
            </a:r>
            <a:endParaRPr lang="de-DE" dirty="0"/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6332396B-BD34-01CE-90F1-225D4037C7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38</a:t>
            </a:fld>
            <a:endParaRPr lang="de-DE"/>
          </a:p>
        </p:txBody>
      </p:sp>
      <p:sp>
        <p:nvSpPr>
          <p:cNvPr id="37" name="Text Placeholder 36">
            <a:extLst>
              <a:ext uri="{FF2B5EF4-FFF2-40B4-BE49-F238E27FC236}">
                <a16:creationId xmlns:a16="http://schemas.microsoft.com/office/drawing/2014/main" id="{19F45DDC-63B8-8911-4816-B9006E5AD1D2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7183381" cy="520655"/>
          </a:xfrm>
        </p:spPr>
        <p:txBody>
          <a:bodyPr/>
          <a:lstStyle/>
          <a:p>
            <a:r>
              <a:rPr lang="en-US" dirty="0"/>
              <a:t>Evaluation matrix and results for </a:t>
            </a:r>
            <a:r>
              <a:rPr lang="en-US" dirty="0" err="1"/>
              <a:t>regularisation</a:t>
            </a:r>
            <a:r>
              <a:rPr lang="en-US" dirty="0"/>
              <a:t>-based learning for </a:t>
            </a:r>
            <a:r>
              <a:rPr lang="en-US" dirty="0" err="1"/>
              <a:t>Voxtell</a:t>
            </a:r>
            <a:endParaRPr lang="en-IN" dirty="0"/>
          </a:p>
        </p:txBody>
      </p:sp>
      <p:sp>
        <p:nvSpPr>
          <p:cNvPr id="38" name="Picture Placeholder 37">
            <a:extLst>
              <a:ext uri="{FF2B5EF4-FFF2-40B4-BE49-F238E27FC236}">
                <a16:creationId xmlns:a16="http://schemas.microsoft.com/office/drawing/2014/main" id="{4C0E2C5C-F10C-C685-8B47-72B8B5B3D504}"/>
              </a:ext>
            </a:extLst>
          </p:cNvPr>
          <p:cNvSpPr>
            <a:spLocks noGrp="1"/>
          </p:cNvSpPr>
          <p:nvPr>
            <p:ph type="pic" sz="quarter" idx="39"/>
          </p:nvPr>
        </p:nvSpPr>
        <p:spPr/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19D6E02-1D21-E94F-F4C9-01D2987E4C8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5373317"/>
              </p:ext>
            </p:extLst>
          </p:nvPr>
        </p:nvGraphicFramePr>
        <p:xfrm>
          <a:off x="518319" y="2243017"/>
          <a:ext cx="8595864" cy="374300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43211">
                  <a:extLst>
                    <a:ext uri="{9D8B030D-6E8A-4147-A177-3AD203B41FA5}">
                      <a16:colId xmlns:a16="http://schemas.microsoft.com/office/drawing/2014/main" val="234834347"/>
                    </a:ext>
                  </a:extLst>
                </a:gridCol>
                <a:gridCol w="1101124">
                  <a:extLst>
                    <a:ext uri="{9D8B030D-6E8A-4147-A177-3AD203B41FA5}">
                      <a16:colId xmlns:a16="http://schemas.microsoft.com/office/drawing/2014/main" val="2056590576"/>
                    </a:ext>
                  </a:extLst>
                </a:gridCol>
                <a:gridCol w="1310886">
                  <a:extLst>
                    <a:ext uri="{9D8B030D-6E8A-4147-A177-3AD203B41FA5}">
                      <a16:colId xmlns:a16="http://schemas.microsoft.com/office/drawing/2014/main" val="3330814310"/>
                    </a:ext>
                  </a:extLst>
                </a:gridCol>
                <a:gridCol w="1285073">
                  <a:extLst>
                    <a:ext uri="{9D8B030D-6E8A-4147-A177-3AD203B41FA5}">
                      <a16:colId xmlns:a16="http://schemas.microsoft.com/office/drawing/2014/main" val="2046389111"/>
                    </a:ext>
                  </a:extLst>
                </a:gridCol>
                <a:gridCol w="1147630">
                  <a:extLst>
                    <a:ext uri="{9D8B030D-6E8A-4147-A177-3AD203B41FA5}">
                      <a16:colId xmlns:a16="http://schemas.microsoft.com/office/drawing/2014/main" val="2787742289"/>
                    </a:ext>
                  </a:extLst>
                </a:gridCol>
                <a:gridCol w="1135797">
                  <a:extLst>
                    <a:ext uri="{9D8B030D-6E8A-4147-A177-3AD203B41FA5}">
                      <a16:colId xmlns:a16="http://schemas.microsoft.com/office/drawing/2014/main" val="2682989068"/>
                    </a:ext>
                  </a:extLst>
                </a:gridCol>
                <a:gridCol w="1172143">
                  <a:extLst>
                    <a:ext uri="{9D8B030D-6E8A-4147-A177-3AD203B41FA5}">
                      <a16:colId xmlns:a16="http://schemas.microsoft.com/office/drawing/2014/main" val="2717655805"/>
                    </a:ext>
                  </a:extLst>
                </a:gridCol>
              </a:tblGrid>
              <a:tr h="5347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Train </a:t>
                      </a: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  <a:sym typeface="Wingdings" panose="05000000000000000000" pitchFamily="2" charset="2"/>
                        </a:rPr>
                        <a:t>/ Test  </a:t>
                      </a: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 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Pretrained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Lateral Tibial Cartilage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Medial Tibial Cartilage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Femoral Cartilage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Patellar Cartilage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Medial Meniscus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90528004"/>
                  </a:ext>
                </a:extLst>
              </a:tr>
              <a:tr h="5347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Lateral Tibial Cartilage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0.000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0.771</a:t>
                      </a:r>
                    </a:p>
                  </a:txBody>
                  <a:tcPr marL="7620" marR="7620" marT="762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0.019</a:t>
                      </a:r>
                    </a:p>
                  </a:txBody>
                  <a:tcPr marL="7620" marR="7620" marT="762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0.004</a:t>
                      </a:r>
                    </a:p>
                  </a:txBody>
                  <a:tcPr marL="7620" marR="7620" marT="762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0.000</a:t>
                      </a:r>
                    </a:p>
                  </a:txBody>
                  <a:tcPr marL="7620" marR="7620" marT="762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0.001</a:t>
                      </a:r>
                    </a:p>
                  </a:txBody>
                  <a:tcPr marL="7620" marR="7620" marT="762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8128910"/>
                  </a:ext>
                </a:extLst>
              </a:tr>
              <a:tr h="5347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Medial Tibial Cartilage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0.000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0.045</a:t>
                      </a:r>
                    </a:p>
                  </a:txBody>
                  <a:tcPr marL="7620" marR="7620" marT="762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0.780</a:t>
                      </a:r>
                    </a:p>
                  </a:txBody>
                  <a:tcPr marL="7620" marR="7620" marT="762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0.003</a:t>
                      </a:r>
                    </a:p>
                  </a:txBody>
                  <a:tcPr marL="7620" marR="7620" marT="762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0.000</a:t>
                      </a:r>
                    </a:p>
                  </a:txBody>
                  <a:tcPr marL="7620" marR="7620" marT="762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0.005</a:t>
                      </a:r>
                    </a:p>
                  </a:txBody>
                  <a:tcPr marL="7620" marR="7620" marT="762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1438933"/>
                  </a:ext>
                </a:extLst>
              </a:tr>
              <a:tr h="5347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Femoral Cartilage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0.684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0.014</a:t>
                      </a:r>
                    </a:p>
                  </a:txBody>
                  <a:tcPr marL="7620" marR="7620" marT="762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0.003</a:t>
                      </a:r>
                    </a:p>
                  </a:txBody>
                  <a:tcPr marL="7620" marR="7620" marT="762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0.810</a:t>
                      </a:r>
                    </a:p>
                  </a:txBody>
                  <a:tcPr marL="7620" marR="7620" marT="762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0.002</a:t>
                      </a:r>
                    </a:p>
                  </a:txBody>
                  <a:tcPr marL="7620" marR="7620" marT="762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0.002</a:t>
                      </a:r>
                    </a:p>
                  </a:txBody>
                  <a:tcPr marL="7620" marR="7620" marT="762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85246837"/>
                  </a:ext>
                </a:extLst>
              </a:tr>
              <a:tr h="5347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Patellar Cartilage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0.000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0.000</a:t>
                      </a:r>
                    </a:p>
                  </a:txBody>
                  <a:tcPr marL="7620" marR="7620" marT="762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0.000</a:t>
                      </a:r>
                    </a:p>
                  </a:txBody>
                  <a:tcPr marL="7620" marR="7620" marT="762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0.001</a:t>
                      </a:r>
                    </a:p>
                  </a:txBody>
                  <a:tcPr marL="7620" marR="7620" marT="762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0.996</a:t>
                      </a:r>
                    </a:p>
                  </a:txBody>
                  <a:tcPr marL="7620" marR="7620" marT="762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0.002</a:t>
                      </a:r>
                    </a:p>
                  </a:txBody>
                  <a:tcPr marL="7620" marR="7620" marT="762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90221321"/>
                  </a:ext>
                </a:extLst>
              </a:tr>
              <a:tr h="5347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Medial Meniscus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0.000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0.000</a:t>
                      </a:r>
                    </a:p>
                  </a:txBody>
                  <a:tcPr marL="7620" marR="7620" marT="762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0.012</a:t>
                      </a:r>
                    </a:p>
                  </a:txBody>
                  <a:tcPr marL="7620" marR="7620" marT="762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0.001</a:t>
                      </a:r>
                    </a:p>
                  </a:txBody>
                  <a:tcPr marL="7620" marR="7620" marT="762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0.001</a:t>
                      </a:r>
                    </a:p>
                  </a:txBody>
                  <a:tcPr marL="7620" marR="7620" marT="762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0.540</a:t>
                      </a:r>
                    </a:p>
                  </a:txBody>
                  <a:tcPr marL="7620" marR="7620" marT="762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1047210"/>
                  </a:ext>
                </a:extLst>
              </a:tr>
              <a:tr h="5347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Aeropath</a:t>
                      </a:r>
                      <a:r>
                        <a:rPr lang="en-IN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 (Retention)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0.979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0.000</a:t>
                      </a:r>
                    </a:p>
                  </a:txBody>
                  <a:tcPr marL="7620" marR="7620" marT="762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0.001</a:t>
                      </a:r>
                    </a:p>
                  </a:txBody>
                  <a:tcPr marL="7620" marR="7620" marT="762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0.001</a:t>
                      </a:r>
                    </a:p>
                  </a:txBody>
                  <a:tcPr marL="7620" marR="7620" marT="762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0.253</a:t>
                      </a:r>
                    </a:p>
                  </a:txBody>
                  <a:tcPr marL="7620" marR="7620" marT="762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0.000</a:t>
                      </a:r>
                    </a:p>
                  </a:txBody>
                  <a:tcPr marL="7620" marR="7620" marT="762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03392624"/>
                  </a:ext>
                </a:extLst>
              </a:tr>
            </a:tbl>
          </a:graphicData>
        </a:graphic>
      </p:graphicFrame>
      <p:sp>
        <p:nvSpPr>
          <p:cNvPr id="21" name="TextBox 20">
            <a:extLst>
              <a:ext uri="{FF2B5EF4-FFF2-40B4-BE49-F238E27FC236}">
                <a16:creationId xmlns:a16="http://schemas.microsoft.com/office/drawing/2014/main" id="{4E8AFAAA-AB2B-65C4-5E1A-EFA17E9DCB98}"/>
              </a:ext>
            </a:extLst>
          </p:cNvPr>
          <p:cNvSpPr txBox="1"/>
          <p:nvPr/>
        </p:nvSpPr>
        <p:spPr>
          <a:xfrm>
            <a:off x="518319" y="1455069"/>
            <a:ext cx="828211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1600" dirty="0"/>
              <a:t>Dice coefficient heatmap matrix for Regularisation based CL across trained (rows) and tested (columns) tasks.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2AFF3F9-2952-2934-3D96-02CE0F0B4141}"/>
              </a:ext>
            </a:extLst>
          </p:cNvPr>
          <p:cNvSpPr txBox="1"/>
          <p:nvPr/>
        </p:nvSpPr>
        <p:spPr>
          <a:xfrm>
            <a:off x="9417378" y="3008174"/>
            <a:ext cx="2554664" cy="194873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10000"/>
              </a:lnSpc>
              <a:spcAft>
                <a:spcPts val="1200"/>
              </a:spcAft>
            </a:pPr>
            <a:r>
              <a:rPr lang="en-IN" sz="1600" dirty="0" err="1"/>
              <a:t>A</a:t>
            </a:r>
            <a:r>
              <a:rPr lang="en-IN" sz="1600" baseline="-25000" dirty="0" err="1"/>
              <a:t>Medial</a:t>
            </a:r>
            <a:r>
              <a:rPr lang="en-IN" sz="1600" baseline="-25000" dirty="0"/>
              <a:t> Meniscus</a:t>
            </a:r>
            <a:r>
              <a:rPr lang="en-IN" sz="1600" dirty="0">
                <a:solidFill>
                  <a:prstClr val="black"/>
                </a:solidFill>
              </a:rPr>
              <a:t> = 0.110</a:t>
            </a:r>
          </a:p>
          <a:p>
            <a:pPr>
              <a:lnSpc>
                <a:spcPct val="110000"/>
              </a:lnSpc>
              <a:spcAft>
                <a:spcPts val="1200"/>
              </a:spcAft>
            </a:pPr>
            <a:r>
              <a:rPr lang="en-IN" sz="1600" dirty="0" err="1"/>
              <a:t>F</a:t>
            </a:r>
            <a:r>
              <a:rPr lang="en-IN" sz="1600" baseline="-25000" dirty="0" err="1"/>
              <a:t>Medial</a:t>
            </a:r>
            <a:r>
              <a:rPr lang="en-IN" sz="1600" baseline="-25000" dirty="0"/>
              <a:t> Meniscus</a:t>
            </a:r>
            <a:r>
              <a:rPr lang="en-IN" sz="1600" baseline="-25000" dirty="0">
                <a:solidFill>
                  <a:prstClr val="black"/>
                </a:solidFill>
              </a:rPr>
              <a:t> </a:t>
            </a:r>
            <a:r>
              <a:rPr lang="en-IN" sz="1600" dirty="0">
                <a:solidFill>
                  <a:prstClr val="black"/>
                </a:solidFill>
              </a:rPr>
              <a:t>= 0.837</a:t>
            </a:r>
            <a:endParaRPr lang="en-IN" sz="1600" dirty="0">
              <a:solidFill>
                <a:prstClr val="black"/>
              </a:solidFill>
              <a:latin typeface="Arial"/>
            </a:endParaRPr>
          </a:p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</a:pPr>
            <a:r>
              <a:rPr kumimoji="0" lang="en-I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Avg. Transfer = 0.014</a:t>
            </a:r>
          </a:p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</a:pPr>
            <a:r>
              <a:rPr lang="en-IN" sz="1600" dirty="0" err="1">
                <a:solidFill>
                  <a:prstClr val="black"/>
                </a:solidFill>
                <a:latin typeface="Arial"/>
              </a:rPr>
              <a:t>Avg</a:t>
            </a:r>
            <a:r>
              <a:rPr lang="en-IN" sz="1600" dirty="0">
                <a:solidFill>
                  <a:prstClr val="black"/>
                </a:solidFill>
                <a:latin typeface="Arial"/>
              </a:rPr>
              <a:t> Retention Drop = 0.928</a:t>
            </a:r>
          </a:p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lang="en-IN" sz="1600" dirty="0">
              <a:solidFill>
                <a:prstClr val="black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21074705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6785F3-C978-57E1-FA50-4DA370BB2C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7B7B1B06-4F78-54E0-B00C-E803041088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18" y="301185"/>
            <a:ext cx="7054057" cy="332399"/>
          </a:xfrm>
        </p:spPr>
        <p:txBody>
          <a:bodyPr/>
          <a:lstStyle/>
          <a:p>
            <a:r>
              <a:rPr lang="en-IN" dirty="0"/>
              <a:t>Next Steps</a:t>
            </a:r>
          </a:p>
        </p:txBody>
      </p:sp>
      <p:sp>
        <p:nvSpPr>
          <p:cNvPr id="8" name="Datumsplatzhalter 7">
            <a:extLst>
              <a:ext uri="{FF2B5EF4-FFF2-40B4-BE49-F238E27FC236}">
                <a16:creationId xmlns:a16="http://schemas.microsoft.com/office/drawing/2014/main" id="{D8FF7EB8-A514-48C4-1F68-5721A5A2D5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D89E98-54A4-43F9-9249-7D6B5CD88EDB}" type="datetime4">
              <a:rPr lang="de-DE" smtClean="0"/>
              <a:pPr/>
              <a:t>6. August 2026</a:t>
            </a:fld>
            <a:endParaRPr lang="de-DE" dirty="0"/>
          </a:p>
        </p:txBody>
      </p:sp>
      <p:sp>
        <p:nvSpPr>
          <p:cNvPr id="9" name="Fußzeilenplatzhalter 8">
            <a:extLst>
              <a:ext uri="{FF2B5EF4-FFF2-40B4-BE49-F238E27FC236}">
                <a16:creationId xmlns:a16="http://schemas.microsoft.com/office/drawing/2014/main" id="{23A096D3-1BAC-26A7-C68E-6DB8A5AD6F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Technische Fakultät</a:t>
            </a:r>
            <a:endParaRPr lang="de-DE" dirty="0"/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12049111-F2EB-5B21-4694-3B5EA12501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39</a:t>
            </a:fld>
            <a:endParaRPr lang="de-DE"/>
          </a:p>
        </p:txBody>
      </p:sp>
      <p:sp>
        <p:nvSpPr>
          <p:cNvPr id="38" name="Picture Placeholder 37">
            <a:extLst>
              <a:ext uri="{FF2B5EF4-FFF2-40B4-BE49-F238E27FC236}">
                <a16:creationId xmlns:a16="http://schemas.microsoft.com/office/drawing/2014/main" id="{5F0A3CD7-2569-A7F6-AFCB-826286C0E5DC}"/>
              </a:ext>
            </a:extLst>
          </p:cNvPr>
          <p:cNvSpPr>
            <a:spLocks noGrp="1"/>
          </p:cNvSpPr>
          <p:nvPr>
            <p:ph type="pic" sz="quarter" idx="39"/>
          </p:nvPr>
        </p:nvSpPr>
        <p:spPr/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D6E2BCF-8C73-0D72-DB6A-72889A5640A3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32C42E5-B05B-E883-E594-1C01BCF52DCA}"/>
              </a:ext>
            </a:extLst>
          </p:cNvPr>
          <p:cNvSpPr txBox="1"/>
          <p:nvPr/>
        </p:nvSpPr>
        <p:spPr>
          <a:xfrm>
            <a:off x="8528178" y="2085302"/>
            <a:ext cx="3362131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Reliable implementations</a:t>
            </a:r>
            <a:br>
              <a:rPr lang="en-IN" dirty="0"/>
            </a:br>
            <a:r>
              <a:rPr lang="en-IN" dirty="0"/>
              <a:t>	↓</a:t>
            </a:r>
            <a:br>
              <a:rPr lang="en-IN" dirty="0"/>
            </a:br>
            <a:r>
              <a:rPr lang="en-IN" dirty="0"/>
              <a:t>Hyperparameter ablations</a:t>
            </a:r>
            <a:br>
              <a:rPr lang="en-IN" dirty="0"/>
            </a:br>
            <a:r>
              <a:rPr lang="en-IN" dirty="0"/>
              <a:t>	↓</a:t>
            </a:r>
            <a:br>
              <a:rPr lang="en-IN" dirty="0"/>
            </a:br>
            <a:r>
              <a:rPr lang="en-IN" dirty="0"/>
              <a:t>Select best configuration</a:t>
            </a:r>
            <a:br>
              <a:rPr lang="en-IN" dirty="0"/>
            </a:br>
            <a:r>
              <a:rPr lang="en-IN" dirty="0"/>
              <a:t>	↓</a:t>
            </a:r>
            <a:br>
              <a:rPr lang="en-IN" dirty="0"/>
            </a:br>
            <a:r>
              <a:rPr lang="en-IN" dirty="0"/>
              <a:t>Few-shot evaluation</a:t>
            </a:r>
            <a:br>
              <a:rPr lang="en-IN" dirty="0"/>
            </a:br>
            <a:r>
              <a:rPr lang="en-IN" dirty="0"/>
              <a:t>	↓</a:t>
            </a:r>
            <a:br>
              <a:rPr lang="en-IN" dirty="0"/>
            </a:br>
            <a:r>
              <a:rPr lang="en-IN" dirty="0"/>
              <a:t>Analysis and discussion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0D7EB8F-E969-BE22-17DD-7E1C8AF54DD2}"/>
              </a:ext>
            </a:extLst>
          </p:cNvPr>
          <p:cNvSpPr txBox="1"/>
          <p:nvPr/>
        </p:nvSpPr>
        <p:spPr>
          <a:xfrm>
            <a:off x="826434" y="1978862"/>
            <a:ext cx="7351429" cy="279820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342900" marR="0" indent="-34290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+mj-lt"/>
              <a:buAutoNum type="arabicPeriod"/>
              <a:tabLst/>
            </a:pPr>
            <a:r>
              <a:rPr lang="en-IN" sz="1600" dirty="0">
                <a:solidFill>
                  <a:prstClr val="black"/>
                </a:solidFill>
                <a:latin typeface="Arial"/>
              </a:rPr>
              <a:t>Set the correct focus – Task-Incremental or Class-Incremental or both</a:t>
            </a:r>
          </a:p>
          <a:p>
            <a:pPr marL="342900" marR="0" indent="-34290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I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Ensure we do not need any further change in the method implementation</a:t>
            </a:r>
          </a:p>
          <a:p>
            <a:pPr marL="342900" marR="0" indent="-34290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+mj-lt"/>
              <a:buAutoNum type="arabicPeriod"/>
              <a:tabLst/>
            </a:pPr>
            <a:r>
              <a:rPr lang="en-IN" sz="1600" dirty="0">
                <a:solidFill>
                  <a:prstClr val="black"/>
                </a:solidFill>
                <a:latin typeface="Arial"/>
              </a:rPr>
              <a:t>Hyperparameter Ablations</a:t>
            </a:r>
          </a:p>
          <a:p>
            <a:pPr marL="342900" marR="0" indent="-34290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+mj-lt"/>
              <a:buAutoNum type="arabicPeriod"/>
              <a:tabLst/>
            </a:pPr>
            <a:r>
              <a:rPr lang="en-IN" sz="1600" dirty="0">
                <a:solidFill>
                  <a:prstClr val="black"/>
                </a:solidFill>
                <a:latin typeface="Arial"/>
              </a:rPr>
              <a:t>Task order Ablations</a:t>
            </a:r>
          </a:p>
          <a:p>
            <a:pPr marL="342900" marR="0" indent="-34290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I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Selecting the best configuration</a:t>
            </a:r>
          </a:p>
          <a:p>
            <a:pPr marL="342900" marR="0" indent="-34290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I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Few-shot evaluation (1 / 5 / 10 training samples)</a:t>
            </a:r>
          </a:p>
          <a:p>
            <a:pPr marL="342900" marR="0" indent="-34290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+mj-lt"/>
              <a:buAutoNum type="arabicPeriod"/>
              <a:tabLst/>
            </a:pPr>
            <a:r>
              <a:rPr lang="en-IN" sz="1600" dirty="0">
                <a:solidFill>
                  <a:prstClr val="black"/>
                </a:solidFill>
                <a:latin typeface="Arial"/>
              </a:rPr>
              <a:t>Analysis and Discussion</a:t>
            </a:r>
            <a:endParaRPr kumimoji="0" lang="en-I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54042269"/>
      </p:ext>
    </p:extLst>
  </p:cSld>
  <p:clrMapOvr>
    <a:masterClrMapping/>
  </p:clrMapOvr>
</p:sld>
</file>

<file path=ppt/theme/theme1.xml><?xml version="1.0" encoding="utf-8"?>
<a:theme xmlns:a="http://schemas.openxmlformats.org/drawingml/2006/main" name="FAU - Technische Fakultät">
  <a:themeElements>
    <a:clrScheme name="FAU - Grau">
      <a:dk1>
        <a:sysClr val="windowText" lastClr="000000"/>
      </a:dk1>
      <a:lt1>
        <a:srgbClr val="FFFFFF"/>
      </a:lt1>
      <a:dk2>
        <a:srgbClr val="8C9FB1"/>
      </a:dk2>
      <a:lt2>
        <a:srgbClr val="FFFFFF"/>
      </a:lt2>
      <a:accent1>
        <a:srgbClr val="7F7F7F"/>
      </a:accent1>
      <a:accent2>
        <a:srgbClr val="204251"/>
      </a:accent2>
      <a:accent3>
        <a:srgbClr val="2F586E"/>
      </a:accent3>
      <a:accent4>
        <a:srgbClr val="8C9FB1"/>
      </a:accent4>
      <a:accent5>
        <a:srgbClr val="C2D0DC"/>
      </a:accent5>
      <a:accent6>
        <a:srgbClr val="C7C7C7"/>
      </a:accent6>
      <a:hlink>
        <a:srgbClr val="2F586E"/>
      </a:hlink>
      <a:folHlink>
        <a:srgbClr val="00000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6"/>
        </a:solidFill>
        <a:ln>
          <a:noFill/>
        </a:ln>
      </a:spPr>
      <a:bodyPr lIns="180000" tIns="180000" rIns="180000" bIns="180000" rtlCol="0" anchor="ctr"/>
      <a:lstStyle>
        <a:defPPr marL="0" marR="0" indent="0" algn="ctr" defTabSz="914400" rtl="0" eaLnBrk="1" fontAlgn="auto" latinLnBrk="0" hangingPunct="1">
          <a:lnSpc>
            <a:spcPct val="110000"/>
          </a:lnSpc>
          <a:spcBef>
            <a:spcPts val="0"/>
          </a:spcBef>
          <a:spcAft>
            <a:spcPts val="1200"/>
          </a:spcAft>
          <a:buClrTx/>
          <a:buSzTx/>
          <a:buFont typeface="Arial" panose="020B0604020202020204" pitchFamily="34" charset="0"/>
          <a:buNone/>
          <a:tabLst/>
          <a:defRPr kumimoji="0" sz="1600" b="0" i="0" u="none" strike="noStrike" kern="1200" cap="none" spc="0" normalizeH="0" baseline="0" noProof="0" dirty="0" smtClean="0">
            <a:ln>
              <a:noFill/>
            </a:ln>
            <a:solidFill>
              <a:schemeClr val="tx1"/>
            </a:solidFill>
            <a:effectLst/>
            <a:uLnTx/>
            <a:uFillTx/>
            <a:latin typeface="Arial"/>
            <a:ea typeface="+mn-ea"/>
            <a:cs typeface="+mn-cs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accent6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marL="0" marR="0" indent="0" algn="l" defTabSz="914400" rtl="0" eaLnBrk="1" fontAlgn="auto" latinLnBrk="0" hangingPunct="1">
          <a:lnSpc>
            <a:spcPct val="110000"/>
          </a:lnSpc>
          <a:spcBef>
            <a:spcPts val="0"/>
          </a:spcBef>
          <a:spcAft>
            <a:spcPts val="1200"/>
          </a:spcAft>
          <a:buClrTx/>
          <a:buSzTx/>
          <a:buFont typeface="Arial" panose="020B0604020202020204" pitchFamily="34" charset="0"/>
          <a:buNone/>
          <a:tabLst/>
          <a:defRPr kumimoji="0" sz="1600" b="0" i="0" u="none" strike="noStrike" kern="1200" cap="none" spc="0" normalizeH="0" baseline="0" noProof="0" dirty="0" smtClean="0">
            <a:ln>
              <a:noFill/>
            </a:ln>
            <a:solidFill>
              <a:prstClr val="black"/>
            </a:solidFill>
            <a:effectLst/>
            <a:uLnTx/>
            <a:uFillTx/>
            <a:latin typeface="Arial"/>
            <a:ea typeface="+mn-ea"/>
            <a:cs typeface="+mn-cs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 panose="020F030202020403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Calibri" panose="020F050202020403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 panose="020F030202020403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Calibri" panose="020F050202020403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 panose="020F030202020403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Calibri" panose="020F050202020403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 panose="020F030202020403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Calibri" panose="020F050202020403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5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 panose="020F030202020403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Calibri" panose="020F050202020403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6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 panose="020F030202020403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Calibri" panose="020F050202020403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B7C64748B88E4F4A81E78C320064AA18" ma:contentTypeVersion="13" ma:contentTypeDescription="Ein neues Dokument erstellen." ma:contentTypeScope="" ma:versionID="7d7fe78eff81fbacf66dc0ff6aeec5a3">
  <xsd:schema xmlns:xsd="http://www.w3.org/2001/XMLSchema" xmlns:xs="http://www.w3.org/2001/XMLSchema" xmlns:p="http://schemas.microsoft.com/office/2006/metadata/properties" xmlns:ns2="e1a9e197-d112-4abb-aa0c-4ed035d690a3" xmlns:ns3="5d4c14f1-5e26-4315-944b-e10ebb29e5be" targetNamespace="http://schemas.microsoft.com/office/2006/metadata/properties" ma:root="true" ma:fieldsID="798e591f6d3205a21a5c8f3fdff7cfef" ns2:_="" ns3:_="">
    <xsd:import namespace="e1a9e197-d112-4abb-aa0c-4ed035d690a3"/>
    <xsd:import namespace="5d4c14f1-5e26-4315-944b-e10ebb29e5b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AutoKeyPoints" minOccurs="0"/>
                <xsd:element ref="ns2:MediaServiceKeyPoints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1a9e197-d112-4abb-aa0c-4ed035d690a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KeyPoints" ma:index="15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6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d4c14f1-5e26-4315-944b-e10ebb29e5be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Freigegeben für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Freigegeben für -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CDFBE955-EBBF-441B-94AE-DC551CE1672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1a9e197-d112-4abb-aa0c-4ed035d690a3"/>
    <ds:schemaRef ds:uri="5d4c14f1-5e26-4315-944b-e10ebb29e5b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E457329C-FB5F-4A4D-B331-82D30E9A7432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C1A7FE3-81F7-4596-A188-3EE8D4188E1F}">
  <ds:schemaRefs>
    <ds:schemaRef ds:uri="http://purl.org/dc/terms/"/>
    <ds:schemaRef ds:uri="http://schemas.openxmlformats.org/package/2006/metadata/core-properties"/>
    <ds:schemaRef ds:uri="http://purl.org/dc/dcmitype/"/>
    <ds:schemaRef ds:uri="http://schemas.microsoft.com/office/2006/documentManagement/types"/>
    <ds:schemaRef ds:uri="http://purl.org/dc/elements/1.1/"/>
    <ds:schemaRef ds:uri="http://schemas.microsoft.com/office/2006/metadata/properties"/>
    <ds:schemaRef ds:uri="e1a9e197-d112-4abb-aa0c-4ed035d690a3"/>
    <ds:schemaRef ds:uri="http://schemas.microsoft.com/office/infopath/2007/PartnerControls"/>
    <ds:schemaRef ds:uri="5d4c14f1-5e26-4315-944b-e10ebb29e5be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43131</TotalTime>
  <Words>3095</Words>
  <Application>Microsoft Office PowerPoint</Application>
  <PresentationFormat>Widescreen</PresentationFormat>
  <Paragraphs>1129</Paragraphs>
  <Slides>39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6" baseType="lpstr">
      <vt:lpstr>Arial</vt:lpstr>
      <vt:lpstr>avenirnextltpro</vt:lpstr>
      <vt:lpstr>Calibri</vt:lpstr>
      <vt:lpstr>Cambria Math</vt:lpstr>
      <vt:lpstr>Symbol</vt:lpstr>
      <vt:lpstr>Wingdings</vt:lpstr>
      <vt:lpstr>FAU - Technische Fakultät</vt:lpstr>
      <vt:lpstr>Few-Shot Continual Learning for Free-Text  Promptable 3D Medical Image Segmentation </vt:lpstr>
      <vt:lpstr>Agenda</vt:lpstr>
      <vt:lpstr>Evolution of Medical Image Segmentation</vt:lpstr>
      <vt:lpstr>Real-World Adaptation Challenges</vt:lpstr>
      <vt:lpstr>Thesis Scope and Research Question</vt:lpstr>
      <vt:lpstr>Continual Learning Settings</vt:lpstr>
      <vt:lpstr>Multimodal Continual Learning Strategies</vt:lpstr>
      <vt:lpstr>Evolution of Multimodal Continual Learning</vt:lpstr>
      <vt:lpstr>VoxTell Foundation Model</vt:lpstr>
      <vt:lpstr>LoRA-based Continual Adaptation</vt:lpstr>
      <vt:lpstr>Prompt-based Continual Adaptation</vt:lpstr>
      <vt:lpstr>Regularisation-based Continual Adaptation</vt:lpstr>
      <vt:lpstr>Datasets</vt:lpstr>
      <vt:lpstr>Experimental Protocol</vt:lpstr>
      <vt:lpstr>Evaluation Metrics</vt:lpstr>
      <vt:lpstr>Baseline Performance: Sequential Fine-Tuning</vt:lpstr>
      <vt:lpstr>Task Incremental LoRA</vt:lpstr>
      <vt:lpstr>Class-Incremental LoRA</vt:lpstr>
      <vt:lpstr>CIL-LoRA Failure Analysis</vt:lpstr>
      <vt:lpstr>Replay-based Mitigation of CIL LoRA Interference</vt:lpstr>
      <vt:lpstr>Evaluation of Alternative Continual Learning Strategies</vt:lpstr>
      <vt:lpstr>Few-Shot Adaptation: Evaluating the Best Trade-off</vt:lpstr>
      <vt:lpstr>Overall Comparison of Continual Learning Approaches</vt:lpstr>
      <vt:lpstr>Limitations &amp; Future Work</vt:lpstr>
      <vt:lpstr>Conclusion</vt:lpstr>
      <vt:lpstr>PowerPoint Presentation</vt:lpstr>
      <vt:lpstr>Baseline Performance: Sequential Fine-Tuning</vt:lpstr>
      <vt:lpstr>Baseline Performance: Sequential Fine-Tuning</vt:lpstr>
      <vt:lpstr>Task Incremental LoRA CL Performance</vt:lpstr>
      <vt:lpstr>Task Incremental LoRA CL Performance</vt:lpstr>
      <vt:lpstr>Task Incremental LoRA CL Performance</vt:lpstr>
      <vt:lpstr>Class Incremental Shared LoRA CL Performance</vt:lpstr>
      <vt:lpstr>Class Incremental Shared LoRA CL Performance</vt:lpstr>
      <vt:lpstr>Class Incremental Shared LoRA CL Performance</vt:lpstr>
      <vt:lpstr>Class Incremental Shared LoRA CL Performance</vt:lpstr>
      <vt:lpstr>Class Incremental Prompt based CL Performance</vt:lpstr>
      <vt:lpstr>Class Incremental Prompt based CL Performance</vt:lpstr>
      <vt:lpstr>Class Incremental Regularisation based CL </vt:lpstr>
      <vt:lpstr>Next Steps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Willkommen</dc:title>
  <dc:creator>Julia Gutschmidt</dc:creator>
  <cp:lastModifiedBy>Shashank verma</cp:lastModifiedBy>
  <cp:revision>121</cp:revision>
  <dcterms:created xsi:type="dcterms:W3CDTF">2021-11-18T07:49:57Z</dcterms:created>
  <dcterms:modified xsi:type="dcterms:W3CDTF">2026-08-13T11:31:16Z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0x010100B7C64748B88E4F4A81E78C320064AA18</vt:lpwstr>
  </property>
</Properties>
</file>